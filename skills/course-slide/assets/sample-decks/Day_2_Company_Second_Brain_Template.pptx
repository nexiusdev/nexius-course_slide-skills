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5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645" autoAdjust="0"/>
  </p:normalViewPr>
  <p:slideViewPr>
    <p:cSldViewPr snapToGrid="0">
      <p:cViewPr varScale="1">
        <p:scale>
          <a:sx n="63" d="100"/>
          <a:sy n="63" d="100"/>
        </p:scale>
        <p:origin x="7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verick Ng" userId="274addc4-28b5-4410-9981-10ba02f2c76b" providerId="ADAL" clId="{05FE4E16-A122-4FC9-A6D5-170DC7E58D41}"/>
    <pc:docChg chg="undo custSel modSld">
      <pc:chgData name="Melverick Ng" userId="274addc4-28b5-4410-9981-10ba02f2c76b" providerId="ADAL" clId="{05FE4E16-A122-4FC9-A6D5-170DC7E58D41}" dt="2026-07-04T13:14:06.725" v="200" actId="22"/>
      <pc:docMkLst>
        <pc:docMk/>
      </pc:docMkLst>
      <pc:sldChg chg="addSp delSp modSp mod">
        <pc:chgData name="Melverick Ng" userId="274addc4-28b5-4410-9981-10ba02f2c76b" providerId="ADAL" clId="{05FE4E16-A122-4FC9-A6D5-170DC7E58D41}" dt="2026-07-04T13:09:57.262" v="144" actId="1076"/>
        <pc:sldMkLst>
          <pc:docMk/>
          <pc:sldMk cId="164018802" sldId="256"/>
        </pc:sldMkLst>
        <pc:spChg chg="add del">
          <ac:chgData name="Melverick Ng" userId="274addc4-28b5-4410-9981-10ba02f2c76b" providerId="ADAL" clId="{05FE4E16-A122-4FC9-A6D5-170DC7E58D41}" dt="2026-07-04T13:08:56.373" v="138" actId="22"/>
          <ac:spMkLst>
            <pc:docMk/>
            <pc:sldMk cId="164018802" sldId="256"/>
            <ac:spMk id="21" creationId="{3E0721FF-5178-300F-3283-B5075D06EC9E}"/>
          </ac:spMkLst>
        </pc:spChg>
        <pc:picChg chg="add mod">
          <ac:chgData name="Melverick Ng" userId="274addc4-28b5-4410-9981-10ba02f2c76b" providerId="ADAL" clId="{05FE4E16-A122-4FC9-A6D5-170DC7E58D41}" dt="2026-07-04T13:09:57.262" v="144" actId="1076"/>
          <ac:picMkLst>
            <pc:docMk/>
            <pc:sldMk cId="164018802" sldId="256"/>
            <ac:picMk id="23" creationId="{DACB4B15-6B69-FA07-141D-CC8A4B312ED1}"/>
          </ac:picMkLst>
        </pc:picChg>
      </pc:sldChg>
      <pc:sldChg chg="addSp mod">
        <pc:chgData name="Melverick Ng" userId="274addc4-28b5-4410-9981-10ba02f2c76b" providerId="ADAL" clId="{05FE4E16-A122-4FC9-A6D5-170DC7E58D41}" dt="2026-07-04T13:10:05.941" v="145" actId="22"/>
        <pc:sldMkLst>
          <pc:docMk/>
          <pc:sldMk cId="1575622340" sldId="257"/>
        </pc:sldMkLst>
        <pc:picChg chg="add">
          <ac:chgData name="Melverick Ng" userId="274addc4-28b5-4410-9981-10ba02f2c76b" providerId="ADAL" clId="{05FE4E16-A122-4FC9-A6D5-170DC7E58D41}" dt="2026-07-04T13:10:05.941" v="145" actId="22"/>
          <ac:picMkLst>
            <pc:docMk/>
            <pc:sldMk cId="1575622340" sldId="257"/>
            <ac:picMk id="33" creationId="{7DB2274F-F013-2E30-24BC-397F7B26A43D}"/>
          </ac:picMkLst>
        </pc:picChg>
      </pc:sldChg>
      <pc:sldChg chg="addSp mod">
        <pc:chgData name="Melverick Ng" userId="274addc4-28b5-4410-9981-10ba02f2c76b" providerId="ADAL" clId="{05FE4E16-A122-4FC9-A6D5-170DC7E58D41}" dt="2026-07-04T13:10:08.542" v="146" actId="22"/>
        <pc:sldMkLst>
          <pc:docMk/>
          <pc:sldMk cId="1313061940" sldId="258"/>
        </pc:sldMkLst>
        <pc:picChg chg="add">
          <ac:chgData name="Melverick Ng" userId="274addc4-28b5-4410-9981-10ba02f2c76b" providerId="ADAL" clId="{05FE4E16-A122-4FC9-A6D5-170DC7E58D41}" dt="2026-07-04T13:10:08.542" v="146" actId="22"/>
          <ac:picMkLst>
            <pc:docMk/>
            <pc:sldMk cId="1313061940" sldId="258"/>
            <ac:picMk id="19" creationId="{E3451A6E-6E8F-7C1A-EA9F-DAFF38FB07FA}"/>
          </ac:picMkLst>
        </pc:picChg>
      </pc:sldChg>
      <pc:sldChg chg="addSp modSp mod">
        <pc:chgData name="Melverick Ng" userId="274addc4-28b5-4410-9981-10ba02f2c76b" providerId="ADAL" clId="{05FE4E16-A122-4FC9-A6D5-170DC7E58D41}" dt="2026-07-04T13:10:10.861" v="147" actId="22"/>
        <pc:sldMkLst>
          <pc:docMk/>
          <pc:sldMk cId="1741263847" sldId="259"/>
        </pc:sldMkLst>
        <pc:spChg chg="mod">
          <ac:chgData name="Melverick Ng" userId="274addc4-28b5-4410-9981-10ba02f2c76b" providerId="ADAL" clId="{05FE4E16-A122-4FC9-A6D5-170DC7E58D41}" dt="2026-07-04T13:05:01.957" v="130" actId="14100"/>
          <ac:spMkLst>
            <pc:docMk/>
            <pc:sldMk cId="1741263847" sldId="259"/>
            <ac:spMk id="9" creationId="{CCA648EB-2133-4E3F-9155-35FE9A23E707}"/>
          </ac:spMkLst>
        </pc:spChg>
        <pc:spChg chg="mod">
          <ac:chgData name="Melverick Ng" userId="274addc4-28b5-4410-9981-10ba02f2c76b" providerId="ADAL" clId="{05FE4E16-A122-4FC9-A6D5-170DC7E58D41}" dt="2026-07-04T13:05:11.737" v="132" actId="14100"/>
          <ac:spMkLst>
            <pc:docMk/>
            <pc:sldMk cId="1741263847" sldId="259"/>
            <ac:spMk id="16" creationId="{3A97D32D-9D6F-41E5-8F4A-C37C2EC4A315}"/>
          </ac:spMkLst>
        </pc:spChg>
        <pc:spChg chg="mod">
          <ac:chgData name="Melverick Ng" userId="274addc4-28b5-4410-9981-10ba02f2c76b" providerId="ADAL" clId="{05FE4E16-A122-4FC9-A6D5-170DC7E58D41}" dt="2026-07-04T12:43:45.325" v="6" actId="1076"/>
          <ac:spMkLst>
            <pc:docMk/>
            <pc:sldMk cId="1741263847" sldId="259"/>
            <ac:spMk id="22" creationId="{3ED242D7-E632-40A4-ACC9-DCDA83A52C33}"/>
          </ac:spMkLst>
        </pc:spChg>
        <pc:spChg chg="mod">
          <ac:chgData name="Melverick Ng" userId="274addc4-28b5-4410-9981-10ba02f2c76b" providerId="ADAL" clId="{05FE4E16-A122-4FC9-A6D5-170DC7E58D41}" dt="2026-07-04T13:05:07.752" v="131" actId="14100"/>
          <ac:spMkLst>
            <pc:docMk/>
            <pc:sldMk cId="1741263847" sldId="259"/>
            <ac:spMk id="23" creationId="{995CF6EE-FD9F-4C49-867A-2B1C1D3B1D96}"/>
          </ac:spMkLst>
        </pc:spChg>
        <pc:spChg chg="mod">
          <ac:chgData name="Melverick Ng" userId="274addc4-28b5-4410-9981-10ba02f2c76b" providerId="ADAL" clId="{05FE4E16-A122-4FC9-A6D5-170DC7E58D41}" dt="2026-07-04T13:05:17.452" v="134" actId="1076"/>
          <ac:spMkLst>
            <pc:docMk/>
            <pc:sldMk cId="1741263847" sldId="259"/>
            <ac:spMk id="29" creationId="{4AA0C079-3268-406D-B26A-45E80C157FB3}"/>
          </ac:spMkLst>
        </pc:spChg>
        <pc:spChg chg="mod">
          <ac:chgData name="Melverick Ng" userId="274addc4-28b5-4410-9981-10ba02f2c76b" providerId="ADAL" clId="{05FE4E16-A122-4FC9-A6D5-170DC7E58D41}" dt="2026-07-04T13:05:27.849" v="136" actId="14100"/>
          <ac:spMkLst>
            <pc:docMk/>
            <pc:sldMk cId="1741263847" sldId="259"/>
            <ac:spMk id="30" creationId="{EEE53774-1952-49F2-A3A6-79F79D536245}"/>
          </ac:spMkLst>
        </pc:spChg>
        <pc:spChg chg="mod">
          <ac:chgData name="Melverick Ng" userId="274addc4-28b5-4410-9981-10ba02f2c76b" providerId="ADAL" clId="{05FE4E16-A122-4FC9-A6D5-170DC7E58D41}" dt="2026-07-04T12:44:10.982" v="10" actId="1076"/>
          <ac:spMkLst>
            <pc:docMk/>
            <pc:sldMk cId="1741263847" sldId="259"/>
            <ac:spMk id="37" creationId="{C8F27B8E-5BFA-49B2-B9C3-B40C5390D6F5}"/>
          </ac:spMkLst>
        </pc:spChg>
        <pc:spChg chg="mod">
          <ac:chgData name="Melverick Ng" userId="274addc4-28b5-4410-9981-10ba02f2c76b" providerId="ADAL" clId="{05FE4E16-A122-4FC9-A6D5-170DC7E58D41}" dt="2026-07-04T12:44:21.633" v="12" actId="1076"/>
          <ac:spMkLst>
            <pc:docMk/>
            <pc:sldMk cId="1741263847" sldId="259"/>
            <ac:spMk id="39" creationId="{48DF5E7A-41F7-48B4-89A5-CE6BA7702195}"/>
          </ac:spMkLst>
        </pc:spChg>
        <pc:spChg chg="mod">
          <ac:chgData name="Melverick Ng" userId="274addc4-28b5-4410-9981-10ba02f2c76b" providerId="ADAL" clId="{05FE4E16-A122-4FC9-A6D5-170DC7E58D41}" dt="2026-07-04T12:43:41.387" v="4" actId="1076"/>
          <ac:spMkLst>
            <pc:docMk/>
            <pc:sldMk cId="1741263847" sldId="259"/>
            <ac:spMk id="41" creationId="{798F77B9-4797-4232-80CC-7FE27FF1A1B0}"/>
          </ac:spMkLst>
        </pc:spChg>
        <pc:spChg chg="mod">
          <ac:chgData name="Melverick Ng" userId="274addc4-28b5-4410-9981-10ba02f2c76b" providerId="ADAL" clId="{05FE4E16-A122-4FC9-A6D5-170DC7E58D41}" dt="2026-07-04T12:43:54.448" v="8" actId="1076"/>
          <ac:spMkLst>
            <pc:docMk/>
            <pc:sldMk cId="1741263847" sldId="259"/>
            <ac:spMk id="43" creationId="{46B11DCA-E47C-439E-927F-885C219167F7}"/>
          </ac:spMkLst>
        </pc:spChg>
        <pc:picChg chg="add">
          <ac:chgData name="Melverick Ng" userId="274addc4-28b5-4410-9981-10ba02f2c76b" providerId="ADAL" clId="{05FE4E16-A122-4FC9-A6D5-170DC7E58D41}" dt="2026-07-04T13:10:10.861" v="147" actId="22"/>
          <ac:picMkLst>
            <pc:docMk/>
            <pc:sldMk cId="1741263847" sldId="259"/>
            <ac:picMk id="40" creationId="{2E058344-1659-96F0-ED0F-73B71D96792C}"/>
          </ac:picMkLst>
        </pc:picChg>
        <pc:picChg chg="mod">
          <ac:chgData name="Melverick Ng" userId="274addc4-28b5-4410-9981-10ba02f2c76b" providerId="ADAL" clId="{05FE4E16-A122-4FC9-A6D5-170DC7E58D41}" dt="2026-07-04T12:44:14.104" v="11" actId="1076"/>
          <ac:picMkLst>
            <pc:docMk/>
            <pc:sldMk cId="1741263847" sldId="259"/>
            <ac:picMk id="81" creationId="{00000000-0000-0000-0000-000000000000}"/>
          </ac:picMkLst>
        </pc:picChg>
        <pc:picChg chg="mod">
          <ac:chgData name="Melverick Ng" userId="274addc4-28b5-4410-9981-10ba02f2c76b" providerId="ADAL" clId="{05FE4E16-A122-4FC9-A6D5-170DC7E58D41}" dt="2026-07-04T12:44:24.412" v="13" actId="1076"/>
          <ac:picMkLst>
            <pc:docMk/>
            <pc:sldMk cId="1741263847" sldId="259"/>
            <ac:picMk id="83" creationId="{00000000-0000-0000-0000-000000000000}"/>
          </ac:picMkLst>
        </pc:picChg>
        <pc:picChg chg="mod">
          <ac:chgData name="Melverick Ng" userId="274addc4-28b5-4410-9981-10ba02f2c76b" providerId="ADAL" clId="{05FE4E16-A122-4FC9-A6D5-170DC7E58D41}" dt="2026-07-04T12:43:51.074" v="7" actId="1076"/>
          <ac:picMkLst>
            <pc:docMk/>
            <pc:sldMk cId="1741263847" sldId="259"/>
            <ac:picMk id="85" creationId="{00000000-0000-0000-0000-000000000000}"/>
          </ac:picMkLst>
        </pc:picChg>
        <pc:picChg chg="mod">
          <ac:chgData name="Melverick Ng" userId="274addc4-28b5-4410-9981-10ba02f2c76b" providerId="ADAL" clId="{05FE4E16-A122-4FC9-A6D5-170DC7E58D41}" dt="2026-07-04T12:44:04.429" v="9" actId="1076"/>
          <ac:picMkLst>
            <pc:docMk/>
            <pc:sldMk cId="1741263847" sldId="259"/>
            <ac:picMk id="87" creationId="{00000000-0000-0000-0000-000000000000}"/>
          </ac:picMkLst>
        </pc:picChg>
      </pc:sldChg>
      <pc:sldChg chg="addSp mod">
        <pc:chgData name="Melverick Ng" userId="274addc4-28b5-4410-9981-10ba02f2c76b" providerId="ADAL" clId="{05FE4E16-A122-4FC9-A6D5-170DC7E58D41}" dt="2026-07-04T13:10:13.420" v="148" actId="22"/>
        <pc:sldMkLst>
          <pc:docMk/>
          <pc:sldMk cId="664486683" sldId="260"/>
        </pc:sldMkLst>
        <pc:picChg chg="add">
          <ac:chgData name="Melverick Ng" userId="274addc4-28b5-4410-9981-10ba02f2c76b" providerId="ADAL" clId="{05FE4E16-A122-4FC9-A6D5-170DC7E58D41}" dt="2026-07-04T13:10:13.420" v="148" actId="22"/>
          <ac:picMkLst>
            <pc:docMk/>
            <pc:sldMk cId="664486683" sldId="260"/>
            <ac:picMk id="37" creationId="{432945A2-A507-A55C-6029-1E23DC39F590}"/>
          </ac:picMkLst>
        </pc:picChg>
      </pc:sldChg>
      <pc:sldChg chg="addSp modSp mod">
        <pc:chgData name="Melverick Ng" userId="274addc4-28b5-4410-9981-10ba02f2c76b" providerId="ADAL" clId="{05FE4E16-A122-4FC9-A6D5-170DC7E58D41}" dt="2026-07-04T13:10:17.074" v="149" actId="22"/>
        <pc:sldMkLst>
          <pc:docMk/>
          <pc:sldMk cId="1973339498" sldId="261"/>
        </pc:sldMkLst>
        <pc:spChg chg="mod">
          <ac:chgData name="Melverick Ng" userId="274addc4-28b5-4410-9981-10ba02f2c76b" providerId="ADAL" clId="{05FE4E16-A122-4FC9-A6D5-170DC7E58D41}" dt="2026-07-04T12:44:41.218" v="15" actId="1076"/>
          <ac:spMkLst>
            <pc:docMk/>
            <pc:sldMk cId="1973339498" sldId="261"/>
            <ac:spMk id="10" creationId="{1C02A4BA-9C5B-4856-AC69-169B1A77BB94}"/>
          </ac:spMkLst>
        </pc:spChg>
        <pc:spChg chg="mod">
          <ac:chgData name="Melverick Ng" userId="274addc4-28b5-4410-9981-10ba02f2c76b" providerId="ADAL" clId="{05FE4E16-A122-4FC9-A6D5-170DC7E58D41}" dt="2026-07-04T12:44:50.576" v="17" actId="20577"/>
          <ac:spMkLst>
            <pc:docMk/>
            <pc:sldMk cId="1973339498" sldId="261"/>
            <ac:spMk id="12" creationId="{8424974E-4055-4419-946A-4070CB796CE4}"/>
          </ac:spMkLst>
        </pc:spChg>
        <pc:spChg chg="mod">
          <ac:chgData name="Melverick Ng" userId="274addc4-28b5-4410-9981-10ba02f2c76b" providerId="ADAL" clId="{05FE4E16-A122-4FC9-A6D5-170DC7E58D41}" dt="2026-07-04T12:44:55.622" v="18" actId="1076"/>
          <ac:spMkLst>
            <pc:docMk/>
            <pc:sldMk cId="1973339498" sldId="261"/>
            <ac:spMk id="13" creationId="{50F7F6F8-D584-4EC4-B959-C97AE5933046}"/>
          </ac:spMkLst>
        </pc:spChg>
        <pc:spChg chg="mod">
          <ac:chgData name="Melverick Ng" userId="274addc4-28b5-4410-9981-10ba02f2c76b" providerId="ADAL" clId="{05FE4E16-A122-4FC9-A6D5-170DC7E58D41}" dt="2026-07-04T12:44:58.005" v="19" actId="20577"/>
          <ac:spMkLst>
            <pc:docMk/>
            <pc:sldMk cId="1973339498" sldId="261"/>
            <ac:spMk id="16" creationId="{D40D495A-CFAD-4C0F-9F05-242080EBF822}"/>
          </ac:spMkLst>
        </pc:spChg>
        <pc:spChg chg="mod">
          <ac:chgData name="Melverick Ng" userId="274addc4-28b5-4410-9981-10ba02f2c76b" providerId="ADAL" clId="{05FE4E16-A122-4FC9-A6D5-170DC7E58D41}" dt="2026-07-04T12:45:01.523" v="20" actId="1076"/>
          <ac:spMkLst>
            <pc:docMk/>
            <pc:sldMk cId="1973339498" sldId="261"/>
            <ac:spMk id="17" creationId="{B0DB7EC8-BB70-4829-8B71-CB74C5BF9EC8}"/>
          </ac:spMkLst>
        </pc:spChg>
        <pc:picChg chg="add">
          <ac:chgData name="Melverick Ng" userId="274addc4-28b5-4410-9981-10ba02f2c76b" providerId="ADAL" clId="{05FE4E16-A122-4FC9-A6D5-170DC7E58D41}" dt="2026-07-04T13:10:17.074" v="149" actId="22"/>
          <ac:picMkLst>
            <pc:docMk/>
            <pc:sldMk cId="1973339498" sldId="261"/>
            <ac:picMk id="25" creationId="{B9106B1D-B8A6-8FC0-2BED-3FCC055A0EC3}"/>
          </ac:picMkLst>
        </pc:picChg>
      </pc:sldChg>
      <pc:sldChg chg="addSp modSp mod">
        <pc:chgData name="Melverick Ng" userId="274addc4-28b5-4410-9981-10ba02f2c76b" providerId="ADAL" clId="{05FE4E16-A122-4FC9-A6D5-170DC7E58D41}" dt="2026-07-04T13:11:09.844" v="154" actId="1076"/>
        <pc:sldMkLst>
          <pc:docMk/>
          <pc:sldMk cId="1618018404" sldId="262"/>
        </pc:sldMkLst>
        <pc:spChg chg="mod">
          <ac:chgData name="Melverick Ng" userId="274addc4-28b5-4410-9981-10ba02f2c76b" providerId="ADAL" clId="{05FE4E16-A122-4FC9-A6D5-170DC7E58D41}" dt="2026-07-04T13:11:06.578" v="153" actId="1076"/>
          <ac:spMkLst>
            <pc:docMk/>
            <pc:sldMk cId="1618018404" sldId="262"/>
            <ac:spMk id="2" creationId="{C559E7A0-14A5-4D7E-A0E2-0C4D6652971F}"/>
          </ac:spMkLst>
        </pc:spChg>
        <pc:spChg chg="mod">
          <ac:chgData name="Melverick Ng" userId="274addc4-28b5-4410-9981-10ba02f2c76b" providerId="ADAL" clId="{05FE4E16-A122-4FC9-A6D5-170DC7E58D41}" dt="2026-07-04T13:11:09.844" v="154" actId="1076"/>
          <ac:spMkLst>
            <pc:docMk/>
            <pc:sldMk cId="1618018404" sldId="262"/>
            <ac:spMk id="5" creationId="{31A54721-8A24-4BCF-AED8-0518956B8185}"/>
          </ac:spMkLst>
        </pc:spChg>
        <pc:spChg chg="mod">
          <ac:chgData name="Melverick Ng" userId="274addc4-28b5-4410-9981-10ba02f2c76b" providerId="ADAL" clId="{05FE4E16-A122-4FC9-A6D5-170DC7E58D41}" dt="2026-07-04T13:11:06.578" v="153" actId="1076"/>
          <ac:spMkLst>
            <pc:docMk/>
            <pc:sldMk cId="1618018404" sldId="262"/>
            <ac:spMk id="43" creationId="{37987D31-43AC-459F-ADC0-D9956D991D96}"/>
          </ac:spMkLst>
        </pc:spChg>
        <pc:spChg chg="mod">
          <ac:chgData name="Melverick Ng" userId="274addc4-28b5-4410-9981-10ba02f2c76b" providerId="ADAL" clId="{05FE4E16-A122-4FC9-A6D5-170DC7E58D41}" dt="2026-07-04T12:45:35.013" v="21" actId="1076"/>
          <ac:spMkLst>
            <pc:docMk/>
            <pc:sldMk cId="1618018404" sldId="262"/>
            <ac:spMk id="44" creationId="{00C78EC1-261E-45E8-A38B-E03CEF2CAB5D}"/>
          </ac:spMkLst>
        </pc:spChg>
        <pc:spChg chg="mod">
          <ac:chgData name="Melverick Ng" userId="274addc4-28b5-4410-9981-10ba02f2c76b" providerId="ADAL" clId="{05FE4E16-A122-4FC9-A6D5-170DC7E58D41}" dt="2026-07-04T12:45:35.013" v="21" actId="1076"/>
          <ac:spMkLst>
            <pc:docMk/>
            <pc:sldMk cId="1618018404" sldId="262"/>
            <ac:spMk id="46" creationId="{D2AB974C-48A7-4068-B7DD-8844791411E0}"/>
          </ac:spMkLst>
        </pc:spChg>
        <pc:spChg chg="mod">
          <ac:chgData name="Melverick Ng" userId="274addc4-28b5-4410-9981-10ba02f2c76b" providerId="ADAL" clId="{05FE4E16-A122-4FC9-A6D5-170DC7E58D41}" dt="2026-07-04T12:45:35.013" v="21" actId="1076"/>
          <ac:spMkLst>
            <pc:docMk/>
            <pc:sldMk cId="1618018404" sldId="262"/>
            <ac:spMk id="48" creationId="{613DBDCA-2C44-4763-97EC-2CFC73C02A4B}"/>
          </ac:spMkLst>
        </pc:spChg>
        <pc:spChg chg="mod">
          <ac:chgData name="Melverick Ng" userId="274addc4-28b5-4410-9981-10ba02f2c76b" providerId="ADAL" clId="{05FE4E16-A122-4FC9-A6D5-170DC7E58D41}" dt="2026-07-04T12:45:35.013" v="21" actId="1076"/>
          <ac:spMkLst>
            <pc:docMk/>
            <pc:sldMk cId="1618018404" sldId="262"/>
            <ac:spMk id="50" creationId="{3F2F937E-37D7-4179-A079-9D5EEF81AFFF}"/>
          </ac:spMkLst>
        </pc:spChg>
        <pc:spChg chg="mod">
          <ac:chgData name="Melverick Ng" userId="274addc4-28b5-4410-9981-10ba02f2c76b" providerId="ADAL" clId="{05FE4E16-A122-4FC9-A6D5-170DC7E58D41}" dt="2026-07-04T12:45:35.013" v="21" actId="1076"/>
          <ac:spMkLst>
            <pc:docMk/>
            <pc:sldMk cId="1618018404" sldId="262"/>
            <ac:spMk id="52" creationId="{A47F84CA-5D02-4B28-929A-5670ABBF4899}"/>
          </ac:spMkLst>
        </pc:spChg>
        <pc:picChg chg="add mod">
          <ac:chgData name="Melverick Ng" userId="274addc4-28b5-4410-9981-10ba02f2c76b" providerId="ADAL" clId="{05FE4E16-A122-4FC9-A6D5-170DC7E58D41}" dt="2026-07-04T13:10:56.078" v="152" actId="1076"/>
          <ac:picMkLst>
            <pc:docMk/>
            <pc:sldMk cId="1618018404" sldId="262"/>
            <ac:picMk id="47" creationId="{B3194898-CE85-DC37-315E-10CE3BB992B2}"/>
          </ac:picMkLst>
        </pc:picChg>
        <pc:picChg chg="mod">
          <ac:chgData name="Melverick Ng" userId="274addc4-28b5-4410-9981-10ba02f2c76b" providerId="ADAL" clId="{05FE4E16-A122-4FC9-A6D5-170DC7E58D41}" dt="2026-07-04T12:45:35.013" v="21" actId="1076"/>
          <ac:picMkLst>
            <pc:docMk/>
            <pc:sldMk cId="1618018404" sldId="262"/>
            <ac:picMk id="97" creationId="{00000000-0000-0000-0000-000000000000}"/>
          </ac:picMkLst>
        </pc:picChg>
        <pc:picChg chg="mod">
          <ac:chgData name="Melverick Ng" userId="274addc4-28b5-4410-9981-10ba02f2c76b" providerId="ADAL" clId="{05FE4E16-A122-4FC9-A6D5-170DC7E58D41}" dt="2026-07-04T12:45:35.013" v="21" actId="1076"/>
          <ac:picMkLst>
            <pc:docMk/>
            <pc:sldMk cId="1618018404" sldId="262"/>
            <ac:picMk id="99" creationId="{00000000-0000-0000-0000-000000000000}"/>
          </ac:picMkLst>
        </pc:picChg>
        <pc:picChg chg="mod">
          <ac:chgData name="Melverick Ng" userId="274addc4-28b5-4410-9981-10ba02f2c76b" providerId="ADAL" clId="{05FE4E16-A122-4FC9-A6D5-170DC7E58D41}" dt="2026-07-04T12:45:35.013" v="21" actId="1076"/>
          <ac:picMkLst>
            <pc:docMk/>
            <pc:sldMk cId="1618018404" sldId="262"/>
            <ac:picMk id="101" creationId="{00000000-0000-0000-0000-000000000000}"/>
          </ac:picMkLst>
        </pc:picChg>
        <pc:picChg chg="mod">
          <ac:chgData name="Melverick Ng" userId="274addc4-28b5-4410-9981-10ba02f2c76b" providerId="ADAL" clId="{05FE4E16-A122-4FC9-A6D5-170DC7E58D41}" dt="2026-07-04T12:45:35.013" v="21" actId="1076"/>
          <ac:picMkLst>
            <pc:docMk/>
            <pc:sldMk cId="1618018404" sldId="262"/>
            <ac:picMk id="103" creationId="{00000000-0000-0000-0000-000000000000}"/>
          </ac:picMkLst>
        </pc:picChg>
        <pc:picChg chg="mod">
          <ac:chgData name="Melverick Ng" userId="274addc4-28b5-4410-9981-10ba02f2c76b" providerId="ADAL" clId="{05FE4E16-A122-4FC9-A6D5-170DC7E58D41}" dt="2026-07-04T12:45:35.013" v="21" actId="1076"/>
          <ac:picMkLst>
            <pc:docMk/>
            <pc:sldMk cId="1618018404" sldId="262"/>
            <ac:picMk id="105" creationId="{00000000-0000-0000-0000-000000000000}"/>
          </ac:picMkLst>
        </pc:picChg>
      </pc:sldChg>
      <pc:sldChg chg="addSp mod">
        <pc:chgData name="Melverick Ng" userId="274addc4-28b5-4410-9981-10ba02f2c76b" providerId="ADAL" clId="{05FE4E16-A122-4FC9-A6D5-170DC7E58D41}" dt="2026-07-04T13:11:13.411" v="155" actId="22"/>
        <pc:sldMkLst>
          <pc:docMk/>
          <pc:sldMk cId="725052797" sldId="263"/>
        </pc:sldMkLst>
        <pc:picChg chg="add">
          <ac:chgData name="Melverick Ng" userId="274addc4-28b5-4410-9981-10ba02f2c76b" providerId="ADAL" clId="{05FE4E16-A122-4FC9-A6D5-170DC7E58D41}" dt="2026-07-04T13:11:13.411" v="155" actId="22"/>
          <ac:picMkLst>
            <pc:docMk/>
            <pc:sldMk cId="725052797" sldId="263"/>
            <ac:picMk id="30" creationId="{F68708A1-DC3F-C16A-031C-C21696092EE0}"/>
          </ac:picMkLst>
        </pc:picChg>
      </pc:sldChg>
      <pc:sldChg chg="addSp modSp mod">
        <pc:chgData name="Melverick Ng" userId="274addc4-28b5-4410-9981-10ba02f2c76b" providerId="ADAL" clId="{05FE4E16-A122-4FC9-A6D5-170DC7E58D41}" dt="2026-07-04T13:11:23.149" v="158" actId="22"/>
        <pc:sldMkLst>
          <pc:docMk/>
          <pc:sldMk cId="437945506" sldId="264"/>
        </pc:sldMkLst>
        <pc:spChg chg="mod">
          <ac:chgData name="Melverick Ng" userId="274addc4-28b5-4410-9981-10ba02f2c76b" providerId="ADAL" clId="{05FE4E16-A122-4FC9-A6D5-170DC7E58D41}" dt="2026-07-04T12:45:53.129" v="22" actId="20577"/>
          <ac:spMkLst>
            <pc:docMk/>
            <pc:sldMk cId="437945506" sldId="264"/>
            <ac:spMk id="9" creationId="{F6109280-262F-4D7B-9373-66043D9C9952}"/>
          </ac:spMkLst>
        </pc:spChg>
        <pc:spChg chg="mod">
          <ac:chgData name="Melverick Ng" userId="274addc4-28b5-4410-9981-10ba02f2c76b" providerId="ADAL" clId="{05FE4E16-A122-4FC9-A6D5-170DC7E58D41}" dt="2026-07-04T12:45:56.964" v="23" actId="1076"/>
          <ac:spMkLst>
            <pc:docMk/>
            <pc:sldMk cId="437945506" sldId="264"/>
            <ac:spMk id="21" creationId="{FB71E1D1-DA18-4E45-BD30-D5B1D8603363}"/>
          </ac:spMkLst>
        </pc:spChg>
        <pc:picChg chg="add">
          <ac:chgData name="Melverick Ng" userId="274addc4-28b5-4410-9981-10ba02f2c76b" providerId="ADAL" clId="{05FE4E16-A122-4FC9-A6D5-170DC7E58D41}" dt="2026-07-04T13:11:23.149" v="158" actId="22"/>
          <ac:picMkLst>
            <pc:docMk/>
            <pc:sldMk cId="437945506" sldId="264"/>
            <ac:picMk id="33" creationId="{706E9F48-2FA7-C0A5-EDC4-78BE04ED6810}"/>
          </ac:picMkLst>
        </pc:picChg>
      </pc:sldChg>
      <pc:sldChg chg="addSp modSp mod">
        <pc:chgData name="Melverick Ng" userId="274addc4-28b5-4410-9981-10ba02f2c76b" providerId="ADAL" clId="{05FE4E16-A122-4FC9-A6D5-170DC7E58D41}" dt="2026-07-04T13:11:16.326" v="156" actId="22"/>
        <pc:sldMkLst>
          <pc:docMk/>
          <pc:sldMk cId="1979686024" sldId="265"/>
        </pc:sldMkLst>
        <pc:spChg chg="mod">
          <ac:chgData name="Melverick Ng" userId="274addc4-28b5-4410-9981-10ba02f2c76b" providerId="ADAL" clId="{05FE4E16-A122-4FC9-A6D5-170DC7E58D41}" dt="2026-07-04T12:47:01.979" v="25" actId="1076"/>
          <ac:spMkLst>
            <pc:docMk/>
            <pc:sldMk cId="1979686024" sldId="265"/>
            <ac:spMk id="8" creationId="{4E2A9BB0-42D5-4D44-9B75-ABEE152D658C}"/>
          </ac:spMkLst>
        </pc:spChg>
        <pc:spChg chg="mod">
          <ac:chgData name="Melverick Ng" userId="274addc4-28b5-4410-9981-10ba02f2c76b" providerId="ADAL" clId="{05FE4E16-A122-4FC9-A6D5-170DC7E58D41}" dt="2026-07-04T12:47:01.979" v="25" actId="1076"/>
          <ac:spMkLst>
            <pc:docMk/>
            <pc:sldMk cId="1979686024" sldId="265"/>
            <ac:spMk id="9" creationId="{8BE000FD-E674-4DB6-B68A-2512F06A6690}"/>
          </ac:spMkLst>
        </pc:spChg>
        <pc:spChg chg="mod">
          <ac:chgData name="Melverick Ng" userId="274addc4-28b5-4410-9981-10ba02f2c76b" providerId="ADAL" clId="{05FE4E16-A122-4FC9-A6D5-170DC7E58D41}" dt="2026-07-04T12:47:01.979" v="25" actId="1076"/>
          <ac:spMkLst>
            <pc:docMk/>
            <pc:sldMk cId="1979686024" sldId="265"/>
            <ac:spMk id="11" creationId="{FDAC8259-4139-4F84-BDD2-F286D1582634}"/>
          </ac:spMkLst>
        </pc:spChg>
        <pc:spChg chg="mod">
          <ac:chgData name="Melverick Ng" userId="274addc4-28b5-4410-9981-10ba02f2c76b" providerId="ADAL" clId="{05FE4E16-A122-4FC9-A6D5-170DC7E58D41}" dt="2026-07-04T12:47:01.979" v="25" actId="1076"/>
          <ac:spMkLst>
            <pc:docMk/>
            <pc:sldMk cId="1979686024" sldId="265"/>
            <ac:spMk id="13" creationId="{75361589-D54E-4D87-8307-0221D9E790FE}"/>
          </ac:spMkLst>
        </pc:spChg>
        <pc:spChg chg="mod">
          <ac:chgData name="Melverick Ng" userId="274addc4-28b5-4410-9981-10ba02f2c76b" providerId="ADAL" clId="{05FE4E16-A122-4FC9-A6D5-170DC7E58D41}" dt="2026-07-04T12:47:01.979" v="25" actId="1076"/>
          <ac:spMkLst>
            <pc:docMk/>
            <pc:sldMk cId="1979686024" sldId="265"/>
            <ac:spMk id="14" creationId="{C252E295-76FA-452F-A75E-DCE622789FE6}"/>
          </ac:spMkLst>
        </pc:spChg>
        <pc:spChg chg="mod">
          <ac:chgData name="Melverick Ng" userId="274addc4-28b5-4410-9981-10ba02f2c76b" providerId="ADAL" clId="{05FE4E16-A122-4FC9-A6D5-170DC7E58D41}" dt="2026-07-04T12:47:01.979" v="25" actId="1076"/>
          <ac:spMkLst>
            <pc:docMk/>
            <pc:sldMk cId="1979686024" sldId="265"/>
            <ac:spMk id="15" creationId="{D9EE62D0-E8E3-4294-9932-F1820D617D14}"/>
          </ac:spMkLst>
        </pc:spChg>
        <pc:spChg chg="mod">
          <ac:chgData name="Melverick Ng" userId="274addc4-28b5-4410-9981-10ba02f2c76b" providerId="ADAL" clId="{05FE4E16-A122-4FC9-A6D5-170DC7E58D41}" dt="2026-07-04T12:47:01.979" v="25" actId="1076"/>
          <ac:spMkLst>
            <pc:docMk/>
            <pc:sldMk cId="1979686024" sldId="265"/>
            <ac:spMk id="16" creationId="{5B86ADE0-3FE7-4A08-BA3D-BEC181742623}"/>
          </ac:spMkLst>
        </pc:spChg>
        <pc:spChg chg="mod">
          <ac:chgData name="Melverick Ng" userId="274addc4-28b5-4410-9981-10ba02f2c76b" providerId="ADAL" clId="{05FE4E16-A122-4FC9-A6D5-170DC7E58D41}" dt="2026-07-04T12:47:01.979" v="25" actId="1076"/>
          <ac:spMkLst>
            <pc:docMk/>
            <pc:sldMk cId="1979686024" sldId="265"/>
            <ac:spMk id="18" creationId="{9E3B7A95-215A-4A3C-8FCC-6D29BB6DF432}"/>
          </ac:spMkLst>
        </pc:spChg>
        <pc:spChg chg="mod">
          <ac:chgData name="Melverick Ng" userId="274addc4-28b5-4410-9981-10ba02f2c76b" providerId="ADAL" clId="{05FE4E16-A122-4FC9-A6D5-170DC7E58D41}" dt="2026-07-04T12:46:44.452" v="24" actId="1076"/>
          <ac:spMkLst>
            <pc:docMk/>
            <pc:sldMk cId="1979686024" sldId="265"/>
            <ac:spMk id="25" creationId="{A33CC046-A2FD-4613-8A0C-695BE18BDA70}"/>
          </ac:spMkLst>
        </pc:spChg>
        <pc:spChg chg="mod">
          <ac:chgData name="Melverick Ng" userId="274addc4-28b5-4410-9981-10ba02f2c76b" providerId="ADAL" clId="{05FE4E16-A122-4FC9-A6D5-170DC7E58D41}" dt="2026-07-04T12:46:44.452" v="24" actId="1076"/>
          <ac:spMkLst>
            <pc:docMk/>
            <pc:sldMk cId="1979686024" sldId="265"/>
            <ac:spMk id="27" creationId="{C35D663C-6C11-4A4D-A3D0-36A2DA115E58}"/>
          </ac:spMkLst>
        </pc:spChg>
        <pc:spChg chg="mod">
          <ac:chgData name="Melverick Ng" userId="274addc4-28b5-4410-9981-10ba02f2c76b" providerId="ADAL" clId="{05FE4E16-A122-4FC9-A6D5-170DC7E58D41}" dt="2026-07-04T12:46:44.452" v="24" actId="1076"/>
          <ac:spMkLst>
            <pc:docMk/>
            <pc:sldMk cId="1979686024" sldId="265"/>
            <ac:spMk id="29" creationId="{3CEFB725-4D2F-454E-BA50-5C93DC75EE13}"/>
          </ac:spMkLst>
        </pc:spChg>
        <pc:spChg chg="mod">
          <ac:chgData name="Melverick Ng" userId="274addc4-28b5-4410-9981-10ba02f2c76b" providerId="ADAL" clId="{05FE4E16-A122-4FC9-A6D5-170DC7E58D41}" dt="2026-07-04T12:47:01.979" v="25" actId="1076"/>
          <ac:spMkLst>
            <pc:docMk/>
            <pc:sldMk cId="1979686024" sldId="265"/>
            <ac:spMk id="31" creationId="{0DDBEBBE-2CBC-4959-9B08-218A78133F84}"/>
          </ac:spMkLst>
        </pc:spChg>
        <pc:spChg chg="mod">
          <ac:chgData name="Melverick Ng" userId="274addc4-28b5-4410-9981-10ba02f2c76b" providerId="ADAL" clId="{05FE4E16-A122-4FC9-A6D5-170DC7E58D41}" dt="2026-07-04T12:47:01.979" v="25" actId="1076"/>
          <ac:spMkLst>
            <pc:docMk/>
            <pc:sldMk cId="1979686024" sldId="265"/>
            <ac:spMk id="33" creationId="{E45701FE-2D2E-4756-A75B-D1C2AD1366FA}"/>
          </ac:spMkLst>
        </pc:spChg>
        <pc:picChg chg="add">
          <ac:chgData name="Melverick Ng" userId="274addc4-28b5-4410-9981-10ba02f2c76b" providerId="ADAL" clId="{05FE4E16-A122-4FC9-A6D5-170DC7E58D41}" dt="2026-07-04T13:11:16.326" v="156" actId="22"/>
          <ac:picMkLst>
            <pc:docMk/>
            <pc:sldMk cId="1979686024" sldId="265"/>
            <ac:picMk id="28" creationId="{64787A59-F3F5-2EE8-19BC-1943FFA9C25A}"/>
          </ac:picMkLst>
        </pc:picChg>
        <pc:picChg chg="mod">
          <ac:chgData name="Melverick Ng" userId="274addc4-28b5-4410-9981-10ba02f2c76b" providerId="ADAL" clId="{05FE4E16-A122-4FC9-A6D5-170DC7E58D41}" dt="2026-07-04T12:46:44.452" v="24" actId="1076"/>
          <ac:picMkLst>
            <pc:docMk/>
            <pc:sldMk cId="1979686024" sldId="265"/>
            <ac:picMk id="59" creationId="{00000000-0000-0000-0000-000000000000}"/>
          </ac:picMkLst>
        </pc:picChg>
        <pc:picChg chg="mod">
          <ac:chgData name="Melverick Ng" userId="274addc4-28b5-4410-9981-10ba02f2c76b" providerId="ADAL" clId="{05FE4E16-A122-4FC9-A6D5-170DC7E58D41}" dt="2026-07-04T12:46:44.452" v="24" actId="1076"/>
          <ac:picMkLst>
            <pc:docMk/>
            <pc:sldMk cId="1979686024" sldId="265"/>
            <ac:picMk id="61" creationId="{00000000-0000-0000-0000-000000000000}"/>
          </ac:picMkLst>
        </pc:picChg>
        <pc:picChg chg="mod">
          <ac:chgData name="Melverick Ng" userId="274addc4-28b5-4410-9981-10ba02f2c76b" providerId="ADAL" clId="{05FE4E16-A122-4FC9-A6D5-170DC7E58D41}" dt="2026-07-04T12:46:44.452" v="24" actId="1076"/>
          <ac:picMkLst>
            <pc:docMk/>
            <pc:sldMk cId="1979686024" sldId="265"/>
            <ac:picMk id="63" creationId="{00000000-0000-0000-0000-000000000000}"/>
          </ac:picMkLst>
        </pc:picChg>
        <pc:picChg chg="mod">
          <ac:chgData name="Melverick Ng" userId="274addc4-28b5-4410-9981-10ba02f2c76b" providerId="ADAL" clId="{05FE4E16-A122-4FC9-A6D5-170DC7E58D41}" dt="2026-07-04T12:46:44.452" v="24" actId="1076"/>
          <ac:picMkLst>
            <pc:docMk/>
            <pc:sldMk cId="1979686024" sldId="265"/>
            <ac:picMk id="65" creationId="{00000000-0000-0000-0000-000000000000}"/>
          </ac:picMkLst>
        </pc:picChg>
        <pc:picChg chg="mod">
          <ac:chgData name="Melverick Ng" userId="274addc4-28b5-4410-9981-10ba02f2c76b" providerId="ADAL" clId="{05FE4E16-A122-4FC9-A6D5-170DC7E58D41}" dt="2026-07-04T12:46:44.452" v="24" actId="1076"/>
          <ac:picMkLst>
            <pc:docMk/>
            <pc:sldMk cId="1979686024" sldId="265"/>
            <ac:picMk id="67" creationId="{00000000-0000-0000-0000-000000000000}"/>
          </ac:picMkLst>
        </pc:picChg>
      </pc:sldChg>
      <pc:sldChg chg="addSp modSp mod">
        <pc:chgData name="Melverick Ng" userId="274addc4-28b5-4410-9981-10ba02f2c76b" providerId="ADAL" clId="{05FE4E16-A122-4FC9-A6D5-170DC7E58D41}" dt="2026-07-04T13:11:18.774" v="157" actId="22"/>
        <pc:sldMkLst>
          <pc:docMk/>
          <pc:sldMk cId="834669755" sldId="266"/>
        </pc:sldMkLst>
        <pc:spChg chg="mod">
          <ac:chgData name="Melverick Ng" userId="274addc4-28b5-4410-9981-10ba02f2c76b" providerId="ADAL" clId="{05FE4E16-A122-4FC9-A6D5-170DC7E58D41}" dt="2026-07-04T12:47:31.133" v="26" actId="1076"/>
          <ac:spMkLst>
            <pc:docMk/>
            <pc:sldMk cId="834669755" sldId="266"/>
            <ac:spMk id="44" creationId="{29EDBCF4-9454-487E-8E63-5C5A6394F173}"/>
          </ac:spMkLst>
        </pc:spChg>
        <pc:spChg chg="mod">
          <ac:chgData name="Melverick Ng" userId="274addc4-28b5-4410-9981-10ba02f2c76b" providerId="ADAL" clId="{05FE4E16-A122-4FC9-A6D5-170DC7E58D41}" dt="2026-07-04T12:47:31.133" v="26" actId="1076"/>
          <ac:spMkLst>
            <pc:docMk/>
            <pc:sldMk cId="834669755" sldId="266"/>
            <ac:spMk id="46" creationId="{E50DA56B-0FA1-490B-A456-E407A7A8E7C2}"/>
          </ac:spMkLst>
        </pc:spChg>
        <pc:spChg chg="mod">
          <ac:chgData name="Melverick Ng" userId="274addc4-28b5-4410-9981-10ba02f2c76b" providerId="ADAL" clId="{05FE4E16-A122-4FC9-A6D5-170DC7E58D41}" dt="2026-07-04T12:47:31.133" v="26" actId="1076"/>
          <ac:spMkLst>
            <pc:docMk/>
            <pc:sldMk cId="834669755" sldId="266"/>
            <ac:spMk id="48" creationId="{59A6D251-281D-4442-9ABC-50594E45ABB9}"/>
          </ac:spMkLst>
        </pc:spChg>
        <pc:spChg chg="mod">
          <ac:chgData name="Melverick Ng" userId="274addc4-28b5-4410-9981-10ba02f2c76b" providerId="ADAL" clId="{05FE4E16-A122-4FC9-A6D5-170DC7E58D41}" dt="2026-07-04T12:47:31.133" v="26" actId="1076"/>
          <ac:spMkLst>
            <pc:docMk/>
            <pc:sldMk cId="834669755" sldId="266"/>
            <ac:spMk id="50" creationId="{EB5205F5-C6A1-4868-AA1E-8DBFBC258A48}"/>
          </ac:spMkLst>
        </pc:spChg>
        <pc:spChg chg="mod">
          <ac:chgData name="Melverick Ng" userId="274addc4-28b5-4410-9981-10ba02f2c76b" providerId="ADAL" clId="{05FE4E16-A122-4FC9-A6D5-170DC7E58D41}" dt="2026-07-04T12:47:31.133" v="26" actId="1076"/>
          <ac:spMkLst>
            <pc:docMk/>
            <pc:sldMk cId="834669755" sldId="266"/>
            <ac:spMk id="52" creationId="{CB5B49B7-9485-4824-A947-DC965B228392}"/>
          </ac:spMkLst>
        </pc:spChg>
        <pc:picChg chg="add">
          <ac:chgData name="Melverick Ng" userId="274addc4-28b5-4410-9981-10ba02f2c76b" providerId="ADAL" clId="{05FE4E16-A122-4FC9-A6D5-170DC7E58D41}" dt="2026-07-04T13:11:18.774" v="157" actId="22"/>
          <ac:picMkLst>
            <pc:docMk/>
            <pc:sldMk cId="834669755" sldId="266"/>
            <ac:picMk id="47" creationId="{8B4F7429-F174-81F2-3029-B95EF1690B44}"/>
          </ac:picMkLst>
        </pc:picChg>
        <pc:picChg chg="mod">
          <ac:chgData name="Melverick Ng" userId="274addc4-28b5-4410-9981-10ba02f2c76b" providerId="ADAL" clId="{05FE4E16-A122-4FC9-A6D5-170DC7E58D41}" dt="2026-07-04T12:47:31.133" v="26" actId="1076"/>
          <ac:picMkLst>
            <pc:docMk/>
            <pc:sldMk cId="834669755" sldId="266"/>
            <ac:picMk id="97" creationId="{00000000-0000-0000-0000-000000000000}"/>
          </ac:picMkLst>
        </pc:picChg>
        <pc:picChg chg="mod">
          <ac:chgData name="Melverick Ng" userId="274addc4-28b5-4410-9981-10ba02f2c76b" providerId="ADAL" clId="{05FE4E16-A122-4FC9-A6D5-170DC7E58D41}" dt="2026-07-04T12:47:31.133" v="26" actId="1076"/>
          <ac:picMkLst>
            <pc:docMk/>
            <pc:sldMk cId="834669755" sldId="266"/>
            <ac:picMk id="99" creationId="{00000000-0000-0000-0000-000000000000}"/>
          </ac:picMkLst>
        </pc:picChg>
        <pc:picChg chg="mod">
          <ac:chgData name="Melverick Ng" userId="274addc4-28b5-4410-9981-10ba02f2c76b" providerId="ADAL" clId="{05FE4E16-A122-4FC9-A6D5-170DC7E58D41}" dt="2026-07-04T12:47:31.133" v="26" actId="1076"/>
          <ac:picMkLst>
            <pc:docMk/>
            <pc:sldMk cId="834669755" sldId="266"/>
            <ac:picMk id="101" creationId="{00000000-0000-0000-0000-000000000000}"/>
          </ac:picMkLst>
        </pc:picChg>
        <pc:picChg chg="mod">
          <ac:chgData name="Melverick Ng" userId="274addc4-28b5-4410-9981-10ba02f2c76b" providerId="ADAL" clId="{05FE4E16-A122-4FC9-A6D5-170DC7E58D41}" dt="2026-07-04T12:47:31.133" v="26" actId="1076"/>
          <ac:picMkLst>
            <pc:docMk/>
            <pc:sldMk cId="834669755" sldId="266"/>
            <ac:picMk id="103" creationId="{00000000-0000-0000-0000-000000000000}"/>
          </ac:picMkLst>
        </pc:picChg>
        <pc:picChg chg="mod">
          <ac:chgData name="Melverick Ng" userId="274addc4-28b5-4410-9981-10ba02f2c76b" providerId="ADAL" clId="{05FE4E16-A122-4FC9-A6D5-170DC7E58D41}" dt="2026-07-04T12:47:31.133" v="26" actId="1076"/>
          <ac:picMkLst>
            <pc:docMk/>
            <pc:sldMk cId="834669755" sldId="266"/>
            <ac:picMk id="105" creationId="{00000000-0000-0000-0000-000000000000}"/>
          </ac:picMkLst>
        </pc:picChg>
      </pc:sldChg>
      <pc:sldChg chg="addSp modSp mod">
        <pc:chgData name="Melverick Ng" userId="274addc4-28b5-4410-9981-10ba02f2c76b" providerId="ADAL" clId="{05FE4E16-A122-4FC9-A6D5-170DC7E58D41}" dt="2026-07-04T13:11:35.143" v="159" actId="22"/>
        <pc:sldMkLst>
          <pc:docMk/>
          <pc:sldMk cId="186643614" sldId="267"/>
        </pc:sldMkLst>
        <pc:spChg chg="mod">
          <ac:chgData name="Melverick Ng" userId="274addc4-28b5-4410-9981-10ba02f2c76b" providerId="ADAL" clId="{05FE4E16-A122-4FC9-A6D5-170DC7E58D41}" dt="2026-07-04T12:48:29.169" v="28" actId="255"/>
          <ac:spMkLst>
            <pc:docMk/>
            <pc:sldMk cId="186643614" sldId="267"/>
            <ac:spMk id="8" creationId="{96AA5AA3-5FF8-49FA-92C2-C68CE382CEB4}"/>
          </ac:spMkLst>
        </pc:spChg>
        <pc:spChg chg="mod">
          <ac:chgData name="Melverick Ng" userId="274addc4-28b5-4410-9981-10ba02f2c76b" providerId="ADAL" clId="{05FE4E16-A122-4FC9-A6D5-170DC7E58D41}" dt="2026-07-04T12:48:29.169" v="28" actId="255"/>
          <ac:spMkLst>
            <pc:docMk/>
            <pc:sldMk cId="186643614" sldId="267"/>
            <ac:spMk id="11" creationId="{BA3439EA-7DE6-4EEC-BC35-5945054A6962}"/>
          </ac:spMkLst>
        </pc:spChg>
        <pc:spChg chg="mod">
          <ac:chgData name="Melverick Ng" userId="274addc4-28b5-4410-9981-10ba02f2c76b" providerId="ADAL" clId="{05FE4E16-A122-4FC9-A6D5-170DC7E58D41}" dt="2026-07-04T12:48:29.169" v="28" actId="255"/>
          <ac:spMkLst>
            <pc:docMk/>
            <pc:sldMk cId="186643614" sldId="267"/>
            <ac:spMk id="14" creationId="{ADC01B98-FB8C-478D-B054-16B47A9267FC}"/>
          </ac:spMkLst>
        </pc:spChg>
        <pc:spChg chg="mod">
          <ac:chgData name="Melverick Ng" userId="274addc4-28b5-4410-9981-10ba02f2c76b" providerId="ADAL" clId="{05FE4E16-A122-4FC9-A6D5-170DC7E58D41}" dt="2026-07-04T12:48:29.169" v="28" actId="255"/>
          <ac:spMkLst>
            <pc:docMk/>
            <pc:sldMk cId="186643614" sldId="267"/>
            <ac:spMk id="17" creationId="{98659693-421B-44A4-BA6D-B60DA651AA22}"/>
          </ac:spMkLst>
        </pc:spChg>
        <pc:spChg chg="mod">
          <ac:chgData name="Melverick Ng" userId="274addc4-28b5-4410-9981-10ba02f2c76b" providerId="ADAL" clId="{05FE4E16-A122-4FC9-A6D5-170DC7E58D41}" dt="2026-07-04T12:49:55.476" v="33" actId="1076"/>
          <ac:spMkLst>
            <pc:docMk/>
            <pc:sldMk cId="186643614" sldId="267"/>
            <ac:spMk id="22" creationId="{1564E831-19EC-4C37-A359-9DD80089D32D}"/>
          </ac:spMkLst>
        </pc:spChg>
        <pc:spChg chg="mod">
          <ac:chgData name="Melverick Ng" userId="274addc4-28b5-4410-9981-10ba02f2c76b" providerId="ADAL" clId="{05FE4E16-A122-4FC9-A6D5-170DC7E58D41}" dt="2026-07-04T12:49:55.476" v="33" actId="1076"/>
          <ac:spMkLst>
            <pc:docMk/>
            <pc:sldMk cId="186643614" sldId="267"/>
            <ac:spMk id="24" creationId="{8656D42F-063D-4DDB-8014-435B6F502C38}"/>
          </ac:spMkLst>
        </pc:spChg>
        <pc:spChg chg="mod">
          <ac:chgData name="Melverick Ng" userId="274addc4-28b5-4410-9981-10ba02f2c76b" providerId="ADAL" clId="{05FE4E16-A122-4FC9-A6D5-170DC7E58D41}" dt="2026-07-04T12:49:55.476" v="33" actId="1076"/>
          <ac:spMkLst>
            <pc:docMk/>
            <pc:sldMk cId="186643614" sldId="267"/>
            <ac:spMk id="26" creationId="{C1AA0042-5F3D-480A-A5B9-808872B9EAB0}"/>
          </ac:spMkLst>
        </pc:spChg>
        <pc:spChg chg="mod">
          <ac:chgData name="Melverick Ng" userId="274addc4-28b5-4410-9981-10ba02f2c76b" providerId="ADAL" clId="{05FE4E16-A122-4FC9-A6D5-170DC7E58D41}" dt="2026-07-04T12:49:55.476" v="33" actId="1076"/>
          <ac:spMkLst>
            <pc:docMk/>
            <pc:sldMk cId="186643614" sldId="267"/>
            <ac:spMk id="28" creationId="{85AFC241-1F0C-4F91-A264-819C3D6BDB97}"/>
          </ac:spMkLst>
        </pc:spChg>
        <pc:picChg chg="add">
          <ac:chgData name="Melverick Ng" userId="274addc4-28b5-4410-9981-10ba02f2c76b" providerId="ADAL" clId="{05FE4E16-A122-4FC9-A6D5-170DC7E58D41}" dt="2026-07-04T13:11:35.143" v="159" actId="22"/>
          <ac:picMkLst>
            <pc:docMk/>
            <pc:sldMk cId="186643614" sldId="267"/>
            <ac:picMk id="25" creationId="{978ADD39-18CD-296F-F0A4-DC8E1363E764}"/>
          </ac:picMkLst>
        </pc:picChg>
        <pc:picChg chg="mod">
          <ac:chgData name="Melverick Ng" userId="274addc4-28b5-4410-9981-10ba02f2c76b" providerId="ADAL" clId="{05FE4E16-A122-4FC9-A6D5-170DC7E58D41}" dt="2026-07-04T12:49:55.476" v="33" actId="1076"/>
          <ac:picMkLst>
            <pc:docMk/>
            <pc:sldMk cId="186643614" sldId="267"/>
            <ac:picMk id="51" creationId="{00000000-0000-0000-0000-000000000000}"/>
          </ac:picMkLst>
        </pc:picChg>
        <pc:picChg chg="mod">
          <ac:chgData name="Melverick Ng" userId="274addc4-28b5-4410-9981-10ba02f2c76b" providerId="ADAL" clId="{05FE4E16-A122-4FC9-A6D5-170DC7E58D41}" dt="2026-07-04T12:49:55.476" v="33" actId="1076"/>
          <ac:picMkLst>
            <pc:docMk/>
            <pc:sldMk cId="186643614" sldId="267"/>
            <ac:picMk id="53" creationId="{00000000-0000-0000-0000-000000000000}"/>
          </ac:picMkLst>
        </pc:picChg>
        <pc:picChg chg="mod">
          <ac:chgData name="Melverick Ng" userId="274addc4-28b5-4410-9981-10ba02f2c76b" providerId="ADAL" clId="{05FE4E16-A122-4FC9-A6D5-170DC7E58D41}" dt="2026-07-04T12:49:55.476" v="33" actId="1076"/>
          <ac:picMkLst>
            <pc:docMk/>
            <pc:sldMk cId="186643614" sldId="267"/>
            <ac:picMk id="55" creationId="{00000000-0000-0000-0000-000000000000}"/>
          </ac:picMkLst>
        </pc:picChg>
        <pc:picChg chg="mod">
          <ac:chgData name="Melverick Ng" userId="274addc4-28b5-4410-9981-10ba02f2c76b" providerId="ADAL" clId="{05FE4E16-A122-4FC9-A6D5-170DC7E58D41}" dt="2026-07-04T12:49:55.476" v="33" actId="1076"/>
          <ac:picMkLst>
            <pc:docMk/>
            <pc:sldMk cId="186643614" sldId="267"/>
            <ac:picMk id="57" creationId="{00000000-0000-0000-0000-000000000000}"/>
          </ac:picMkLst>
        </pc:picChg>
      </pc:sldChg>
      <pc:sldChg chg="addSp modSp mod">
        <pc:chgData name="Melverick Ng" userId="274addc4-28b5-4410-9981-10ba02f2c76b" providerId="ADAL" clId="{05FE4E16-A122-4FC9-A6D5-170DC7E58D41}" dt="2026-07-04T13:11:40.622" v="161" actId="22"/>
        <pc:sldMkLst>
          <pc:docMk/>
          <pc:sldMk cId="1393167827" sldId="268"/>
        </pc:sldMkLst>
        <pc:spChg chg="mod">
          <ac:chgData name="Melverick Ng" userId="274addc4-28b5-4410-9981-10ba02f2c76b" providerId="ADAL" clId="{05FE4E16-A122-4FC9-A6D5-170DC7E58D41}" dt="2026-07-04T12:49:00.622" v="31" actId="1076"/>
          <ac:spMkLst>
            <pc:docMk/>
            <pc:sldMk cId="1393167827" sldId="268"/>
            <ac:spMk id="9" creationId="{6EC55E94-E406-4F5A-88C3-4B5F578CA617}"/>
          </ac:spMkLst>
        </pc:spChg>
        <pc:spChg chg="mod">
          <ac:chgData name="Melverick Ng" userId="274addc4-28b5-4410-9981-10ba02f2c76b" providerId="ADAL" clId="{05FE4E16-A122-4FC9-A6D5-170DC7E58D41}" dt="2026-07-04T12:49:00.622" v="31" actId="1076"/>
          <ac:spMkLst>
            <pc:docMk/>
            <pc:sldMk cId="1393167827" sldId="268"/>
            <ac:spMk id="13" creationId="{4BB490AF-7E44-4102-96D6-470C0115C93D}"/>
          </ac:spMkLst>
        </pc:spChg>
        <pc:spChg chg="mod">
          <ac:chgData name="Melverick Ng" userId="274addc4-28b5-4410-9981-10ba02f2c76b" providerId="ADAL" clId="{05FE4E16-A122-4FC9-A6D5-170DC7E58D41}" dt="2026-07-04T12:49:00.622" v="31" actId="1076"/>
          <ac:spMkLst>
            <pc:docMk/>
            <pc:sldMk cId="1393167827" sldId="268"/>
            <ac:spMk id="17" creationId="{C016AFC5-8B96-47DB-821A-ACAC5120A972}"/>
          </ac:spMkLst>
        </pc:spChg>
        <pc:spChg chg="mod">
          <ac:chgData name="Melverick Ng" userId="274addc4-28b5-4410-9981-10ba02f2c76b" providerId="ADAL" clId="{05FE4E16-A122-4FC9-A6D5-170DC7E58D41}" dt="2026-07-04T12:49:00.622" v="31" actId="1076"/>
          <ac:spMkLst>
            <pc:docMk/>
            <pc:sldMk cId="1393167827" sldId="268"/>
            <ac:spMk id="21" creationId="{639F3E9C-EE0D-41A6-8BF0-CDE7040A9396}"/>
          </ac:spMkLst>
        </pc:spChg>
        <pc:spChg chg="mod">
          <ac:chgData name="Melverick Ng" userId="274addc4-28b5-4410-9981-10ba02f2c76b" providerId="ADAL" clId="{05FE4E16-A122-4FC9-A6D5-170DC7E58D41}" dt="2026-07-04T12:49:49.037" v="32" actId="1076"/>
          <ac:spMkLst>
            <pc:docMk/>
            <pc:sldMk cId="1393167827" sldId="268"/>
            <ac:spMk id="26" creationId="{85160A6F-CED8-443B-9973-BF16442B4215}"/>
          </ac:spMkLst>
        </pc:spChg>
        <pc:spChg chg="mod">
          <ac:chgData name="Melverick Ng" userId="274addc4-28b5-4410-9981-10ba02f2c76b" providerId="ADAL" clId="{05FE4E16-A122-4FC9-A6D5-170DC7E58D41}" dt="2026-07-04T12:49:49.037" v="32" actId="1076"/>
          <ac:spMkLst>
            <pc:docMk/>
            <pc:sldMk cId="1393167827" sldId="268"/>
            <ac:spMk id="28" creationId="{AF4F49CF-6AA5-4AFF-83DA-6AE592CFABAF}"/>
          </ac:spMkLst>
        </pc:spChg>
        <pc:spChg chg="mod">
          <ac:chgData name="Melverick Ng" userId="274addc4-28b5-4410-9981-10ba02f2c76b" providerId="ADAL" clId="{05FE4E16-A122-4FC9-A6D5-170DC7E58D41}" dt="2026-07-04T12:49:49.037" v="32" actId="1076"/>
          <ac:spMkLst>
            <pc:docMk/>
            <pc:sldMk cId="1393167827" sldId="268"/>
            <ac:spMk id="30" creationId="{8156E8ED-77B5-4996-975E-ED7259E012B8}"/>
          </ac:spMkLst>
        </pc:spChg>
        <pc:spChg chg="mod">
          <ac:chgData name="Melverick Ng" userId="274addc4-28b5-4410-9981-10ba02f2c76b" providerId="ADAL" clId="{05FE4E16-A122-4FC9-A6D5-170DC7E58D41}" dt="2026-07-04T12:49:49.037" v="32" actId="1076"/>
          <ac:spMkLst>
            <pc:docMk/>
            <pc:sldMk cId="1393167827" sldId="268"/>
            <ac:spMk id="32" creationId="{C58B0425-A483-4B69-BD4E-AACC4C69A4E3}"/>
          </ac:spMkLst>
        </pc:spChg>
        <pc:picChg chg="add">
          <ac:chgData name="Melverick Ng" userId="274addc4-28b5-4410-9981-10ba02f2c76b" providerId="ADAL" clId="{05FE4E16-A122-4FC9-A6D5-170DC7E58D41}" dt="2026-07-04T13:11:40.622" v="161" actId="22"/>
          <ac:picMkLst>
            <pc:docMk/>
            <pc:sldMk cId="1393167827" sldId="268"/>
            <ac:picMk id="29" creationId="{71350FA0-004F-87D8-F9B5-AFB1ED19EB1D}"/>
          </ac:picMkLst>
        </pc:picChg>
        <pc:picChg chg="mod">
          <ac:chgData name="Melverick Ng" userId="274addc4-28b5-4410-9981-10ba02f2c76b" providerId="ADAL" clId="{05FE4E16-A122-4FC9-A6D5-170DC7E58D41}" dt="2026-07-04T12:49:49.037" v="32" actId="1076"/>
          <ac:picMkLst>
            <pc:docMk/>
            <pc:sldMk cId="1393167827" sldId="268"/>
            <ac:picMk id="59" creationId="{00000000-0000-0000-0000-000000000000}"/>
          </ac:picMkLst>
        </pc:picChg>
        <pc:picChg chg="mod">
          <ac:chgData name="Melverick Ng" userId="274addc4-28b5-4410-9981-10ba02f2c76b" providerId="ADAL" clId="{05FE4E16-A122-4FC9-A6D5-170DC7E58D41}" dt="2026-07-04T12:49:49.037" v="32" actId="1076"/>
          <ac:picMkLst>
            <pc:docMk/>
            <pc:sldMk cId="1393167827" sldId="268"/>
            <ac:picMk id="61" creationId="{00000000-0000-0000-0000-000000000000}"/>
          </ac:picMkLst>
        </pc:picChg>
        <pc:picChg chg="mod">
          <ac:chgData name="Melverick Ng" userId="274addc4-28b5-4410-9981-10ba02f2c76b" providerId="ADAL" clId="{05FE4E16-A122-4FC9-A6D5-170DC7E58D41}" dt="2026-07-04T12:49:49.037" v="32" actId="1076"/>
          <ac:picMkLst>
            <pc:docMk/>
            <pc:sldMk cId="1393167827" sldId="268"/>
            <ac:picMk id="63" creationId="{00000000-0000-0000-0000-000000000000}"/>
          </ac:picMkLst>
        </pc:picChg>
        <pc:picChg chg="mod">
          <ac:chgData name="Melverick Ng" userId="274addc4-28b5-4410-9981-10ba02f2c76b" providerId="ADAL" clId="{05FE4E16-A122-4FC9-A6D5-170DC7E58D41}" dt="2026-07-04T12:49:49.037" v="32" actId="1076"/>
          <ac:picMkLst>
            <pc:docMk/>
            <pc:sldMk cId="1393167827" sldId="268"/>
            <ac:picMk id="65" creationId="{00000000-0000-0000-0000-000000000000}"/>
          </ac:picMkLst>
        </pc:picChg>
      </pc:sldChg>
      <pc:sldChg chg="addSp modSp mod">
        <pc:chgData name="Melverick Ng" userId="274addc4-28b5-4410-9981-10ba02f2c76b" providerId="ADAL" clId="{05FE4E16-A122-4FC9-A6D5-170DC7E58D41}" dt="2026-07-04T13:11:38.513" v="160" actId="22"/>
        <pc:sldMkLst>
          <pc:docMk/>
          <pc:sldMk cId="1189719613" sldId="269"/>
        </pc:sldMkLst>
        <pc:spChg chg="mod">
          <ac:chgData name="Melverick Ng" userId="274addc4-28b5-4410-9981-10ba02f2c76b" providerId="ADAL" clId="{05FE4E16-A122-4FC9-A6D5-170DC7E58D41}" dt="2026-07-04T12:50:17.514" v="34" actId="1076"/>
          <ac:spMkLst>
            <pc:docMk/>
            <pc:sldMk cId="1189719613" sldId="269"/>
            <ac:spMk id="25" creationId="{CED59BA3-72C6-450C-9FFD-455F671A41B2}"/>
          </ac:spMkLst>
        </pc:spChg>
        <pc:spChg chg="mod">
          <ac:chgData name="Melverick Ng" userId="274addc4-28b5-4410-9981-10ba02f2c76b" providerId="ADAL" clId="{05FE4E16-A122-4FC9-A6D5-170DC7E58D41}" dt="2026-07-04T12:50:17.514" v="34" actId="1076"/>
          <ac:spMkLst>
            <pc:docMk/>
            <pc:sldMk cId="1189719613" sldId="269"/>
            <ac:spMk id="27" creationId="{B914072D-915D-4DAE-BB6C-6FA5C90670A4}"/>
          </ac:spMkLst>
        </pc:spChg>
        <pc:spChg chg="mod">
          <ac:chgData name="Melverick Ng" userId="274addc4-28b5-4410-9981-10ba02f2c76b" providerId="ADAL" clId="{05FE4E16-A122-4FC9-A6D5-170DC7E58D41}" dt="2026-07-04T12:50:17.514" v="34" actId="1076"/>
          <ac:spMkLst>
            <pc:docMk/>
            <pc:sldMk cId="1189719613" sldId="269"/>
            <ac:spMk id="29" creationId="{A5340CE0-9F57-4339-8F55-5A3FD85267A9}"/>
          </ac:spMkLst>
        </pc:spChg>
        <pc:spChg chg="mod">
          <ac:chgData name="Melverick Ng" userId="274addc4-28b5-4410-9981-10ba02f2c76b" providerId="ADAL" clId="{05FE4E16-A122-4FC9-A6D5-170DC7E58D41}" dt="2026-07-04T12:50:17.514" v="34" actId="1076"/>
          <ac:spMkLst>
            <pc:docMk/>
            <pc:sldMk cId="1189719613" sldId="269"/>
            <ac:spMk id="31" creationId="{7ED71507-DE1A-4C0E-81F4-DAF2BC7B2D79}"/>
          </ac:spMkLst>
        </pc:spChg>
        <pc:spChg chg="mod">
          <ac:chgData name="Melverick Ng" userId="274addc4-28b5-4410-9981-10ba02f2c76b" providerId="ADAL" clId="{05FE4E16-A122-4FC9-A6D5-170DC7E58D41}" dt="2026-07-04T12:50:17.514" v="34" actId="1076"/>
          <ac:spMkLst>
            <pc:docMk/>
            <pc:sldMk cId="1189719613" sldId="269"/>
            <ac:spMk id="33" creationId="{43D99ECE-F8E9-47E2-BBB9-1F906A3A73A4}"/>
          </ac:spMkLst>
        </pc:spChg>
        <pc:picChg chg="add">
          <ac:chgData name="Melverick Ng" userId="274addc4-28b5-4410-9981-10ba02f2c76b" providerId="ADAL" clId="{05FE4E16-A122-4FC9-A6D5-170DC7E58D41}" dt="2026-07-04T13:11:38.513" v="160" actId="22"/>
          <ac:picMkLst>
            <pc:docMk/>
            <pc:sldMk cId="1189719613" sldId="269"/>
            <ac:picMk id="28" creationId="{E1A41FB9-DC1B-96C5-C572-3F0D065BC74D}"/>
          </ac:picMkLst>
        </pc:picChg>
        <pc:picChg chg="mod">
          <ac:chgData name="Melverick Ng" userId="274addc4-28b5-4410-9981-10ba02f2c76b" providerId="ADAL" clId="{05FE4E16-A122-4FC9-A6D5-170DC7E58D41}" dt="2026-07-04T12:50:17.514" v="34" actId="1076"/>
          <ac:picMkLst>
            <pc:docMk/>
            <pc:sldMk cId="1189719613" sldId="269"/>
            <ac:picMk id="59" creationId="{00000000-0000-0000-0000-000000000000}"/>
          </ac:picMkLst>
        </pc:picChg>
        <pc:picChg chg="mod">
          <ac:chgData name="Melverick Ng" userId="274addc4-28b5-4410-9981-10ba02f2c76b" providerId="ADAL" clId="{05FE4E16-A122-4FC9-A6D5-170DC7E58D41}" dt="2026-07-04T12:50:17.514" v="34" actId="1076"/>
          <ac:picMkLst>
            <pc:docMk/>
            <pc:sldMk cId="1189719613" sldId="269"/>
            <ac:picMk id="61" creationId="{00000000-0000-0000-0000-000000000000}"/>
          </ac:picMkLst>
        </pc:picChg>
        <pc:picChg chg="mod">
          <ac:chgData name="Melverick Ng" userId="274addc4-28b5-4410-9981-10ba02f2c76b" providerId="ADAL" clId="{05FE4E16-A122-4FC9-A6D5-170DC7E58D41}" dt="2026-07-04T12:50:17.514" v="34" actId="1076"/>
          <ac:picMkLst>
            <pc:docMk/>
            <pc:sldMk cId="1189719613" sldId="269"/>
            <ac:picMk id="63" creationId="{00000000-0000-0000-0000-000000000000}"/>
          </ac:picMkLst>
        </pc:picChg>
        <pc:picChg chg="mod">
          <ac:chgData name="Melverick Ng" userId="274addc4-28b5-4410-9981-10ba02f2c76b" providerId="ADAL" clId="{05FE4E16-A122-4FC9-A6D5-170DC7E58D41}" dt="2026-07-04T12:50:17.514" v="34" actId="1076"/>
          <ac:picMkLst>
            <pc:docMk/>
            <pc:sldMk cId="1189719613" sldId="269"/>
            <ac:picMk id="65" creationId="{00000000-0000-0000-0000-000000000000}"/>
          </ac:picMkLst>
        </pc:picChg>
        <pc:picChg chg="mod">
          <ac:chgData name="Melverick Ng" userId="274addc4-28b5-4410-9981-10ba02f2c76b" providerId="ADAL" clId="{05FE4E16-A122-4FC9-A6D5-170DC7E58D41}" dt="2026-07-04T12:50:17.514" v="34" actId="1076"/>
          <ac:picMkLst>
            <pc:docMk/>
            <pc:sldMk cId="1189719613" sldId="269"/>
            <ac:picMk id="67" creationId="{00000000-0000-0000-0000-000000000000}"/>
          </ac:picMkLst>
        </pc:picChg>
      </pc:sldChg>
      <pc:sldChg chg="addSp mod">
        <pc:chgData name="Melverick Ng" userId="274addc4-28b5-4410-9981-10ba02f2c76b" providerId="ADAL" clId="{05FE4E16-A122-4FC9-A6D5-170DC7E58D41}" dt="2026-07-04T13:11:44.666" v="162" actId="22"/>
        <pc:sldMkLst>
          <pc:docMk/>
          <pc:sldMk cId="1338789043" sldId="270"/>
        </pc:sldMkLst>
        <pc:picChg chg="add">
          <ac:chgData name="Melverick Ng" userId="274addc4-28b5-4410-9981-10ba02f2c76b" providerId="ADAL" clId="{05FE4E16-A122-4FC9-A6D5-170DC7E58D41}" dt="2026-07-04T13:11:44.666" v="162" actId="22"/>
          <ac:picMkLst>
            <pc:docMk/>
            <pc:sldMk cId="1338789043" sldId="270"/>
            <ac:picMk id="29" creationId="{DC4F1C60-0435-71D8-1C57-929ED71252E6}"/>
          </ac:picMkLst>
        </pc:picChg>
      </pc:sldChg>
      <pc:sldChg chg="addSp mod">
        <pc:chgData name="Melverick Ng" userId="274addc4-28b5-4410-9981-10ba02f2c76b" providerId="ADAL" clId="{05FE4E16-A122-4FC9-A6D5-170DC7E58D41}" dt="2026-07-04T13:11:49.003" v="163" actId="22"/>
        <pc:sldMkLst>
          <pc:docMk/>
          <pc:sldMk cId="942432629" sldId="271"/>
        </pc:sldMkLst>
        <pc:picChg chg="add">
          <ac:chgData name="Melverick Ng" userId="274addc4-28b5-4410-9981-10ba02f2c76b" providerId="ADAL" clId="{05FE4E16-A122-4FC9-A6D5-170DC7E58D41}" dt="2026-07-04T13:11:49.003" v="163" actId="22"/>
          <ac:picMkLst>
            <pc:docMk/>
            <pc:sldMk cId="942432629" sldId="271"/>
            <ac:picMk id="34" creationId="{7A3A583B-FC16-21F2-52AA-59006EF9A7AD}"/>
          </ac:picMkLst>
        </pc:picChg>
      </pc:sldChg>
      <pc:sldChg chg="addSp mod">
        <pc:chgData name="Melverick Ng" userId="274addc4-28b5-4410-9981-10ba02f2c76b" providerId="ADAL" clId="{05FE4E16-A122-4FC9-A6D5-170DC7E58D41}" dt="2026-07-04T13:11:51.708" v="164" actId="22"/>
        <pc:sldMkLst>
          <pc:docMk/>
          <pc:sldMk cId="407814777" sldId="272"/>
        </pc:sldMkLst>
        <pc:picChg chg="add">
          <ac:chgData name="Melverick Ng" userId="274addc4-28b5-4410-9981-10ba02f2c76b" providerId="ADAL" clId="{05FE4E16-A122-4FC9-A6D5-170DC7E58D41}" dt="2026-07-04T13:11:51.708" v="164" actId="22"/>
          <ac:picMkLst>
            <pc:docMk/>
            <pc:sldMk cId="407814777" sldId="272"/>
            <ac:picMk id="37" creationId="{384C4956-FF23-454B-6EBB-2CDC60E90349}"/>
          </ac:picMkLst>
        </pc:picChg>
      </pc:sldChg>
      <pc:sldChg chg="addSp modSp mod">
        <pc:chgData name="Melverick Ng" userId="274addc4-28b5-4410-9981-10ba02f2c76b" providerId="ADAL" clId="{05FE4E16-A122-4FC9-A6D5-170DC7E58D41}" dt="2026-07-04T13:12:17.563" v="167" actId="1076"/>
        <pc:sldMkLst>
          <pc:docMk/>
          <pc:sldMk cId="1650040963" sldId="273"/>
        </pc:sldMkLst>
        <pc:spChg chg="mod">
          <ac:chgData name="Melverick Ng" userId="274addc4-28b5-4410-9981-10ba02f2c76b" providerId="ADAL" clId="{05FE4E16-A122-4FC9-A6D5-170DC7E58D41}" dt="2026-07-04T13:12:17.563" v="167" actId="1076"/>
          <ac:spMkLst>
            <pc:docMk/>
            <pc:sldMk cId="1650040963" sldId="273"/>
            <ac:spMk id="35" creationId="{DE33E745-0AC5-4473-A8BE-5673EBE27D73}"/>
          </ac:spMkLst>
        </pc:spChg>
        <pc:spChg chg="mod">
          <ac:chgData name="Melverick Ng" userId="274addc4-28b5-4410-9981-10ba02f2c76b" providerId="ADAL" clId="{05FE4E16-A122-4FC9-A6D5-170DC7E58D41}" dt="2026-07-04T13:12:10.401" v="166" actId="1076"/>
          <ac:spMkLst>
            <pc:docMk/>
            <pc:sldMk cId="1650040963" sldId="273"/>
            <ac:spMk id="37" creationId="{DF3FE94F-A847-413B-A33E-D4D6C01239E1}"/>
          </ac:spMkLst>
        </pc:spChg>
        <pc:spChg chg="mod">
          <ac:chgData name="Melverick Ng" userId="274addc4-28b5-4410-9981-10ba02f2c76b" providerId="ADAL" clId="{05FE4E16-A122-4FC9-A6D5-170DC7E58D41}" dt="2026-07-04T13:12:10.401" v="166" actId="1076"/>
          <ac:spMkLst>
            <pc:docMk/>
            <pc:sldMk cId="1650040963" sldId="273"/>
            <ac:spMk id="39" creationId="{2F87593B-6AB5-43D6-B415-A956CFFB0370}"/>
          </ac:spMkLst>
        </pc:spChg>
        <pc:spChg chg="mod">
          <ac:chgData name="Melverick Ng" userId="274addc4-28b5-4410-9981-10ba02f2c76b" providerId="ADAL" clId="{05FE4E16-A122-4FC9-A6D5-170DC7E58D41}" dt="2026-07-04T13:12:10.401" v="166" actId="1076"/>
          <ac:spMkLst>
            <pc:docMk/>
            <pc:sldMk cId="1650040963" sldId="273"/>
            <ac:spMk id="41" creationId="{F6F7CFDA-55C0-42F3-BE0C-30FC52243657}"/>
          </ac:spMkLst>
        </pc:spChg>
        <pc:spChg chg="mod">
          <ac:chgData name="Melverick Ng" userId="274addc4-28b5-4410-9981-10ba02f2c76b" providerId="ADAL" clId="{05FE4E16-A122-4FC9-A6D5-170DC7E58D41}" dt="2026-07-04T13:12:10.401" v="166" actId="1076"/>
          <ac:spMkLst>
            <pc:docMk/>
            <pc:sldMk cId="1650040963" sldId="273"/>
            <ac:spMk id="43" creationId="{617DFA8E-53D8-4855-9990-6122AD7BD00F}"/>
          </ac:spMkLst>
        </pc:spChg>
        <pc:picChg chg="add">
          <ac:chgData name="Melverick Ng" userId="274addc4-28b5-4410-9981-10ba02f2c76b" providerId="ADAL" clId="{05FE4E16-A122-4FC9-A6D5-170DC7E58D41}" dt="2026-07-04T13:11:54.411" v="165" actId="22"/>
          <ac:picMkLst>
            <pc:docMk/>
            <pc:sldMk cId="1650040963" sldId="273"/>
            <ac:picMk id="33" creationId="{A1322F61-A0A3-66AC-3A41-DE3A4C5EB262}"/>
          </ac:picMkLst>
        </pc:picChg>
        <pc:picChg chg="mod">
          <ac:chgData name="Melverick Ng" userId="274addc4-28b5-4410-9981-10ba02f2c76b" providerId="ADAL" clId="{05FE4E16-A122-4FC9-A6D5-170DC7E58D41}" dt="2026-07-04T13:12:17.563" v="167" actId="1076"/>
          <ac:picMkLst>
            <pc:docMk/>
            <pc:sldMk cId="1650040963" sldId="273"/>
            <ac:picMk id="77" creationId="{00000000-0000-0000-0000-000000000000}"/>
          </ac:picMkLst>
        </pc:picChg>
        <pc:picChg chg="mod">
          <ac:chgData name="Melverick Ng" userId="274addc4-28b5-4410-9981-10ba02f2c76b" providerId="ADAL" clId="{05FE4E16-A122-4FC9-A6D5-170DC7E58D41}" dt="2026-07-04T13:12:10.401" v="166" actId="1076"/>
          <ac:picMkLst>
            <pc:docMk/>
            <pc:sldMk cId="1650040963" sldId="273"/>
            <ac:picMk id="79" creationId="{00000000-0000-0000-0000-000000000000}"/>
          </ac:picMkLst>
        </pc:picChg>
        <pc:picChg chg="mod">
          <ac:chgData name="Melverick Ng" userId="274addc4-28b5-4410-9981-10ba02f2c76b" providerId="ADAL" clId="{05FE4E16-A122-4FC9-A6D5-170DC7E58D41}" dt="2026-07-04T13:12:10.401" v="166" actId="1076"/>
          <ac:picMkLst>
            <pc:docMk/>
            <pc:sldMk cId="1650040963" sldId="273"/>
            <ac:picMk id="81" creationId="{00000000-0000-0000-0000-000000000000}"/>
          </ac:picMkLst>
        </pc:picChg>
        <pc:picChg chg="mod">
          <ac:chgData name="Melverick Ng" userId="274addc4-28b5-4410-9981-10ba02f2c76b" providerId="ADAL" clId="{05FE4E16-A122-4FC9-A6D5-170DC7E58D41}" dt="2026-07-04T13:12:10.401" v="166" actId="1076"/>
          <ac:picMkLst>
            <pc:docMk/>
            <pc:sldMk cId="1650040963" sldId="273"/>
            <ac:picMk id="83" creationId="{00000000-0000-0000-0000-000000000000}"/>
          </ac:picMkLst>
        </pc:picChg>
        <pc:picChg chg="mod">
          <ac:chgData name="Melverick Ng" userId="274addc4-28b5-4410-9981-10ba02f2c76b" providerId="ADAL" clId="{05FE4E16-A122-4FC9-A6D5-170DC7E58D41}" dt="2026-07-04T13:12:10.401" v="166" actId="1076"/>
          <ac:picMkLst>
            <pc:docMk/>
            <pc:sldMk cId="1650040963" sldId="273"/>
            <ac:picMk id="85" creationId="{00000000-0000-0000-0000-000000000000}"/>
          </ac:picMkLst>
        </pc:picChg>
      </pc:sldChg>
      <pc:sldChg chg="addSp mod">
        <pc:chgData name="Melverick Ng" userId="274addc4-28b5-4410-9981-10ba02f2c76b" providerId="ADAL" clId="{05FE4E16-A122-4FC9-A6D5-170DC7E58D41}" dt="2026-07-04T13:12:22.619" v="168" actId="22"/>
        <pc:sldMkLst>
          <pc:docMk/>
          <pc:sldMk cId="1910494742" sldId="274"/>
        </pc:sldMkLst>
        <pc:picChg chg="add">
          <ac:chgData name="Melverick Ng" userId="274addc4-28b5-4410-9981-10ba02f2c76b" providerId="ADAL" clId="{05FE4E16-A122-4FC9-A6D5-170DC7E58D41}" dt="2026-07-04T13:12:22.619" v="168" actId="22"/>
          <ac:picMkLst>
            <pc:docMk/>
            <pc:sldMk cId="1910494742" sldId="274"/>
            <ac:picMk id="29" creationId="{EBCA7F9D-8E05-44DF-334F-574A7957EA0F}"/>
          </ac:picMkLst>
        </pc:picChg>
      </pc:sldChg>
      <pc:sldChg chg="addSp mod">
        <pc:chgData name="Melverick Ng" userId="274addc4-28b5-4410-9981-10ba02f2c76b" providerId="ADAL" clId="{05FE4E16-A122-4FC9-A6D5-170DC7E58D41}" dt="2026-07-04T13:12:27.671" v="170" actId="22"/>
        <pc:sldMkLst>
          <pc:docMk/>
          <pc:sldMk cId="1651346659" sldId="275"/>
        </pc:sldMkLst>
        <pc:picChg chg="add">
          <ac:chgData name="Melverick Ng" userId="274addc4-28b5-4410-9981-10ba02f2c76b" providerId="ADAL" clId="{05FE4E16-A122-4FC9-A6D5-170DC7E58D41}" dt="2026-07-04T13:12:27.671" v="170" actId="22"/>
          <ac:picMkLst>
            <pc:docMk/>
            <pc:sldMk cId="1651346659" sldId="275"/>
            <ac:picMk id="25" creationId="{968F3120-DE0C-02D7-E494-31B9068C95DF}"/>
          </ac:picMkLst>
        </pc:picChg>
      </pc:sldChg>
      <pc:sldChg chg="addSp modSp mod">
        <pc:chgData name="Melverick Ng" userId="274addc4-28b5-4410-9981-10ba02f2c76b" providerId="ADAL" clId="{05FE4E16-A122-4FC9-A6D5-170DC7E58D41}" dt="2026-07-04T13:12:25.154" v="169" actId="22"/>
        <pc:sldMkLst>
          <pc:docMk/>
          <pc:sldMk cId="1396127104" sldId="276"/>
        </pc:sldMkLst>
        <pc:spChg chg="mod">
          <ac:chgData name="Melverick Ng" userId="274addc4-28b5-4410-9981-10ba02f2c76b" providerId="ADAL" clId="{05FE4E16-A122-4FC9-A6D5-170DC7E58D41}" dt="2026-07-04T12:50:33.570" v="35" actId="1076"/>
          <ac:spMkLst>
            <pc:docMk/>
            <pc:sldMk cId="1396127104" sldId="276"/>
            <ac:spMk id="22" creationId="{0B7A2D15-E75A-4C77-A827-DAD1D12F1DE3}"/>
          </ac:spMkLst>
        </pc:spChg>
        <pc:spChg chg="mod">
          <ac:chgData name="Melverick Ng" userId="274addc4-28b5-4410-9981-10ba02f2c76b" providerId="ADAL" clId="{05FE4E16-A122-4FC9-A6D5-170DC7E58D41}" dt="2026-07-04T12:50:33.570" v="35" actId="1076"/>
          <ac:spMkLst>
            <pc:docMk/>
            <pc:sldMk cId="1396127104" sldId="276"/>
            <ac:spMk id="24" creationId="{EF9401E6-BCFA-4CE9-A4F1-08528915AA20}"/>
          </ac:spMkLst>
        </pc:spChg>
        <pc:spChg chg="mod">
          <ac:chgData name="Melverick Ng" userId="274addc4-28b5-4410-9981-10ba02f2c76b" providerId="ADAL" clId="{05FE4E16-A122-4FC9-A6D5-170DC7E58D41}" dt="2026-07-04T12:50:33.570" v="35" actId="1076"/>
          <ac:spMkLst>
            <pc:docMk/>
            <pc:sldMk cId="1396127104" sldId="276"/>
            <ac:spMk id="26" creationId="{A3EADA89-0857-45F7-9598-DAB0EA64B5C6}"/>
          </ac:spMkLst>
        </pc:spChg>
        <pc:spChg chg="mod">
          <ac:chgData name="Melverick Ng" userId="274addc4-28b5-4410-9981-10ba02f2c76b" providerId="ADAL" clId="{05FE4E16-A122-4FC9-A6D5-170DC7E58D41}" dt="2026-07-04T12:50:33.570" v="35" actId="1076"/>
          <ac:spMkLst>
            <pc:docMk/>
            <pc:sldMk cId="1396127104" sldId="276"/>
            <ac:spMk id="28" creationId="{7F582519-ECF0-41BE-8C81-64C198D40488}"/>
          </ac:spMkLst>
        </pc:spChg>
        <pc:picChg chg="add">
          <ac:chgData name="Melverick Ng" userId="274addc4-28b5-4410-9981-10ba02f2c76b" providerId="ADAL" clId="{05FE4E16-A122-4FC9-A6D5-170DC7E58D41}" dt="2026-07-04T13:12:25.154" v="169" actId="22"/>
          <ac:picMkLst>
            <pc:docMk/>
            <pc:sldMk cId="1396127104" sldId="276"/>
            <ac:picMk id="25" creationId="{0A8EC822-E519-159D-DAB7-1BE69242BD3A}"/>
          </ac:picMkLst>
        </pc:picChg>
        <pc:picChg chg="mod">
          <ac:chgData name="Melverick Ng" userId="274addc4-28b5-4410-9981-10ba02f2c76b" providerId="ADAL" clId="{05FE4E16-A122-4FC9-A6D5-170DC7E58D41}" dt="2026-07-04T12:50:33.570" v="35" actId="1076"/>
          <ac:picMkLst>
            <pc:docMk/>
            <pc:sldMk cId="1396127104" sldId="276"/>
            <ac:picMk id="51" creationId="{00000000-0000-0000-0000-000000000000}"/>
          </ac:picMkLst>
        </pc:picChg>
        <pc:picChg chg="mod">
          <ac:chgData name="Melverick Ng" userId="274addc4-28b5-4410-9981-10ba02f2c76b" providerId="ADAL" clId="{05FE4E16-A122-4FC9-A6D5-170DC7E58D41}" dt="2026-07-04T12:50:33.570" v="35" actId="1076"/>
          <ac:picMkLst>
            <pc:docMk/>
            <pc:sldMk cId="1396127104" sldId="276"/>
            <ac:picMk id="53" creationId="{00000000-0000-0000-0000-000000000000}"/>
          </ac:picMkLst>
        </pc:picChg>
        <pc:picChg chg="mod">
          <ac:chgData name="Melverick Ng" userId="274addc4-28b5-4410-9981-10ba02f2c76b" providerId="ADAL" clId="{05FE4E16-A122-4FC9-A6D5-170DC7E58D41}" dt="2026-07-04T12:50:33.570" v="35" actId="1076"/>
          <ac:picMkLst>
            <pc:docMk/>
            <pc:sldMk cId="1396127104" sldId="276"/>
            <ac:picMk id="55" creationId="{00000000-0000-0000-0000-000000000000}"/>
          </ac:picMkLst>
        </pc:picChg>
        <pc:picChg chg="mod">
          <ac:chgData name="Melverick Ng" userId="274addc4-28b5-4410-9981-10ba02f2c76b" providerId="ADAL" clId="{05FE4E16-A122-4FC9-A6D5-170DC7E58D41}" dt="2026-07-04T12:50:33.570" v="35" actId="1076"/>
          <ac:picMkLst>
            <pc:docMk/>
            <pc:sldMk cId="1396127104" sldId="276"/>
            <ac:picMk id="57" creationId="{00000000-0000-0000-0000-000000000000}"/>
          </ac:picMkLst>
        </pc:picChg>
      </pc:sldChg>
      <pc:sldChg chg="addSp mod">
        <pc:chgData name="Melverick Ng" userId="274addc4-28b5-4410-9981-10ba02f2c76b" providerId="ADAL" clId="{05FE4E16-A122-4FC9-A6D5-170DC7E58D41}" dt="2026-07-04T13:12:33.422" v="171" actId="22"/>
        <pc:sldMkLst>
          <pc:docMk/>
          <pc:sldMk cId="1630037152" sldId="277"/>
        </pc:sldMkLst>
        <pc:picChg chg="add">
          <ac:chgData name="Melverick Ng" userId="274addc4-28b5-4410-9981-10ba02f2c76b" providerId="ADAL" clId="{05FE4E16-A122-4FC9-A6D5-170DC7E58D41}" dt="2026-07-04T13:12:33.422" v="171" actId="22"/>
          <ac:picMkLst>
            <pc:docMk/>
            <pc:sldMk cId="1630037152" sldId="277"/>
            <ac:picMk id="40" creationId="{20AC3C74-6CA1-03DB-E3A2-53C09612A73F}"/>
          </ac:picMkLst>
        </pc:picChg>
      </pc:sldChg>
      <pc:sldChg chg="addSp modSp mod">
        <pc:chgData name="Melverick Ng" userId="274addc4-28b5-4410-9981-10ba02f2c76b" providerId="ADAL" clId="{05FE4E16-A122-4FC9-A6D5-170DC7E58D41}" dt="2026-07-04T13:12:38.201" v="173" actId="22"/>
        <pc:sldMkLst>
          <pc:docMk/>
          <pc:sldMk cId="1150593772" sldId="278"/>
        </pc:sldMkLst>
        <pc:spChg chg="mod">
          <ac:chgData name="Melverick Ng" userId="274addc4-28b5-4410-9981-10ba02f2c76b" providerId="ADAL" clId="{05FE4E16-A122-4FC9-A6D5-170DC7E58D41}" dt="2026-07-04T12:52:04.467" v="47" actId="1076"/>
          <ac:spMkLst>
            <pc:docMk/>
            <pc:sldMk cId="1150593772" sldId="278"/>
            <ac:spMk id="6" creationId="{72C6BEFA-CEB3-43BA-B1D6-7CE77E97E3D5}"/>
          </ac:spMkLst>
        </pc:spChg>
        <pc:spChg chg="mod">
          <ac:chgData name="Melverick Ng" userId="274addc4-28b5-4410-9981-10ba02f2c76b" providerId="ADAL" clId="{05FE4E16-A122-4FC9-A6D5-170DC7E58D41}" dt="2026-07-04T12:52:04.467" v="47" actId="1076"/>
          <ac:spMkLst>
            <pc:docMk/>
            <pc:sldMk cId="1150593772" sldId="278"/>
            <ac:spMk id="9" creationId="{15A84FE6-F00C-46B8-B88A-16AC71C7AA2E}"/>
          </ac:spMkLst>
        </pc:spChg>
        <pc:spChg chg="mod">
          <ac:chgData name="Melverick Ng" userId="274addc4-28b5-4410-9981-10ba02f2c76b" providerId="ADAL" clId="{05FE4E16-A122-4FC9-A6D5-170DC7E58D41}" dt="2026-07-04T12:51:02.985" v="37" actId="1076"/>
          <ac:spMkLst>
            <pc:docMk/>
            <pc:sldMk cId="1150593772" sldId="278"/>
            <ac:spMk id="10" creationId="{08F9E1CF-8A67-4CFE-8AFB-A025B070E021}"/>
          </ac:spMkLst>
        </pc:spChg>
        <pc:spChg chg="mod">
          <ac:chgData name="Melverick Ng" userId="274addc4-28b5-4410-9981-10ba02f2c76b" providerId="ADAL" clId="{05FE4E16-A122-4FC9-A6D5-170DC7E58D41}" dt="2026-07-04T12:51:02.985" v="37" actId="1076"/>
          <ac:spMkLst>
            <pc:docMk/>
            <pc:sldMk cId="1150593772" sldId="278"/>
            <ac:spMk id="12" creationId="{751891D0-F094-4EA9-AFFA-7EA386EF0838}"/>
          </ac:spMkLst>
        </pc:spChg>
        <pc:spChg chg="mod">
          <ac:chgData name="Melverick Ng" userId="274addc4-28b5-4410-9981-10ba02f2c76b" providerId="ADAL" clId="{05FE4E16-A122-4FC9-A6D5-170DC7E58D41}" dt="2026-07-04T12:52:04.467" v="47" actId="1076"/>
          <ac:spMkLst>
            <pc:docMk/>
            <pc:sldMk cId="1150593772" sldId="278"/>
            <ac:spMk id="13" creationId="{EE107F3C-07B1-4E2B-AEC1-1866C7AA5DD8}"/>
          </ac:spMkLst>
        </pc:spChg>
        <pc:spChg chg="mod">
          <ac:chgData name="Melverick Ng" userId="274addc4-28b5-4410-9981-10ba02f2c76b" providerId="ADAL" clId="{05FE4E16-A122-4FC9-A6D5-170DC7E58D41}" dt="2026-07-04T12:52:04.467" v="47" actId="1076"/>
          <ac:spMkLst>
            <pc:docMk/>
            <pc:sldMk cId="1150593772" sldId="278"/>
            <ac:spMk id="15" creationId="{79A49C92-CD5C-42DB-B8C6-C88788FEEBA5}"/>
          </ac:spMkLst>
        </pc:spChg>
        <pc:spChg chg="mod">
          <ac:chgData name="Melverick Ng" userId="274addc4-28b5-4410-9981-10ba02f2c76b" providerId="ADAL" clId="{05FE4E16-A122-4FC9-A6D5-170DC7E58D41}" dt="2026-07-04T12:52:04.467" v="47" actId="1076"/>
          <ac:spMkLst>
            <pc:docMk/>
            <pc:sldMk cId="1150593772" sldId="278"/>
            <ac:spMk id="17" creationId="{BB09D1FA-0C74-49FE-AB2F-440B6A68970F}"/>
          </ac:spMkLst>
        </pc:spChg>
        <pc:spChg chg="mod">
          <ac:chgData name="Melverick Ng" userId="274addc4-28b5-4410-9981-10ba02f2c76b" providerId="ADAL" clId="{05FE4E16-A122-4FC9-A6D5-170DC7E58D41}" dt="2026-07-04T12:52:04.467" v="47" actId="1076"/>
          <ac:spMkLst>
            <pc:docMk/>
            <pc:sldMk cId="1150593772" sldId="278"/>
            <ac:spMk id="19" creationId="{735F0372-757D-4B69-90F4-48C4E0AFE886}"/>
          </ac:spMkLst>
        </pc:spChg>
        <pc:spChg chg="mod">
          <ac:chgData name="Melverick Ng" userId="274addc4-28b5-4410-9981-10ba02f2c76b" providerId="ADAL" clId="{05FE4E16-A122-4FC9-A6D5-170DC7E58D41}" dt="2026-07-04T12:52:04.467" v="47" actId="1076"/>
          <ac:spMkLst>
            <pc:docMk/>
            <pc:sldMk cId="1150593772" sldId="278"/>
            <ac:spMk id="22" creationId="{313DFC4F-B3B2-4243-8BC5-CD97A220D5A5}"/>
          </ac:spMkLst>
        </pc:spChg>
        <pc:spChg chg="mod">
          <ac:chgData name="Melverick Ng" userId="274addc4-28b5-4410-9981-10ba02f2c76b" providerId="ADAL" clId="{05FE4E16-A122-4FC9-A6D5-170DC7E58D41}" dt="2026-07-04T12:51:02.985" v="37" actId="1076"/>
          <ac:spMkLst>
            <pc:docMk/>
            <pc:sldMk cId="1150593772" sldId="278"/>
            <ac:spMk id="24" creationId="{EAFA8A7D-068D-41CC-8F50-9290FFCDA7E1}"/>
          </ac:spMkLst>
        </pc:spChg>
        <pc:spChg chg="mod">
          <ac:chgData name="Melverick Ng" userId="274addc4-28b5-4410-9981-10ba02f2c76b" providerId="ADAL" clId="{05FE4E16-A122-4FC9-A6D5-170DC7E58D41}" dt="2026-07-04T12:51:02.985" v="37" actId="1076"/>
          <ac:spMkLst>
            <pc:docMk/>
            <pc:sldMk cId="1150593772" sldId="278"/>
            <ac:spMk id="26" creationId="{63D6C968-9700-4912-B28B-8C1A22472407}"/>
          </ac:spMkLst>
        </pc:spChg>
        <pc:spChg chg="mod">
          <ac:chgData name="Melverick Ng" userId="274addc4-28b5-4410-9981-10ba02f2c76b" providerId="ADAL" clId="{05FE4E16-A122-4FC9-A6D5-170DC7E58D41}" dt="2026-07-04T12:52:04.467" v="47" actId="1076"/>
          <ac:spMkLst>
            <pc:docMk/>
            <pc:sldMk cId="1150593772" sldId="278"/>
            <ac:spMk id="28" creationId="{986AA1B1-5B9D-4A91-A6AB-EB7CD328E89B}"/>
          </ac:spMkLst>
        </pc:spChg>
        <pc:spChg chg="mod">
          <ac:chgData name="Melverick Ng" userId="274addc4-28b5-4410-9981-10ba02f2c76b" providerId="ADAL" clId="{05FE4E16-A122-4FC9-A6D5-170DC7E58D41}" dt="2026-07-04T12:52:04.467" v="47" actId="1076"/>
          <ac:spMkLst>
            <pc:docMk/>
            <pc:sldMk cId="1150593772" sldId="278"/>
            <ac:spMk id="29" creationId="{D50A3B11-414B-4471-ADA5-EA644CEB8DF6}"/>
          </ac:spMkLst>
        </pc:spChg>
        <pc:spChg chg="mod">
          <ac:chgData name="Melverick Ng" userId="274addc4-28b5-4410-9981-10ba02f2c76b" providerId="ADAL" clId="{05FE4E16-A122-4FC9-A6D5-170DC7E58D41}" dt="2026-07-04T12:51:02.985" v="37" actId="1076"/>
          <ac:spMkLst>
            <pc:docMk/>
            <pc:sldMk cId="1150593772" sldId="278"/>
            <ac:spMk id="31" creationId="{92CA42C3-D8BA-4B10-A908-7B88751B40DB}"/>
          </ac:spMkLst>
        </pc:spChg>
        <pc:spChg chg="mod">
          <ac:chgData name="Melverick Ng" userId="274addc4-28b5-4410-9981-10ba02f2c76b" providerId="ADAL" clId="{05FE4E16-A122-4FC9-A6D5-170DC7E58D41}" dt="2026-07-04T12:51:16.803" v="38" actId="1076"/>
          <ac:spMkLst>
            <pc:docMk/>
            <pc:sldMk cId="1150593772" sldId="278"/>
            <ac:spMk id="37" creationId="{20AFF39D-FBF1-440F-B0F3-47C39E0ADE6F}"/>
          </ac:spMkLst>
        </pc:spChg>
        <pc:spChg chg="mod">
          <ac:chgData name="Melverick Ng" userId="274addc4-28b5-4410-9981-10ba02f2c76b" providerId="ADAL" clId="{05FE4E16-A122-4FC9-A6D5-170DC7E58D41}" dt="2026-07-04T12:52:04.467" v="47" actId="1076"/>
          <ac:spMkLst>
            <pc:docMk/>
            <pc:sldMk cId="1150593772" sldId="278"/>
            <ac:spMk id="39" creationId="{3C31FBB5-A8CB-42EF-9378-CEC368BA9386}"/>
          </ac:spMkLst>
        </pc:spChg>
        <pc:spChg chg="mod">
          <ac:chgData name="Melverick Ng" userId="274addc4-28b5-4410-9981-10ba02f2c76b" providerId="ADAL" clId="{05FE4E16-A122-4FC9-A6D5-170DC7E58D41}" dt="2026-07-04T12:51:36.265" v="42" actId="1076"/>
          <ac:spMkLst>
            <pc:docMk/>
            <pc:sldMk cId="1150593772" sldId="278"/>
            <ac:spMk id="41" creationId="{E4F980B8-4205-4C43-9ADD-57C78BA3FB05}"/>
          </ac:spMkLst>
        </pc:spChg>
        <pc:spChg chg="mod">
          <ac:chgData name="Melverick Ng" userId="274addc4-28b5-4410-9981-10ba02f2c76b" providerId="ADAL" clId="{05FE4E16-A122-4FC9-A6D5-170DC7E58D41}" dt="2026-07-04T12:51:47.806" v="44" actId="1076"/>
          <ac:spMkLst>
            <pc:docMk/>
            <pc:sldMk cId="1150593772" sldId="278"/>
            <ac:spMk id="43" creationId="{D59EA41C-35F6-4CB8-B4DF-BBEC74432E1A}"/>
          </ac:spMkLst>
        </pc:spChg>
        <pc:picChg chg="add">
          <ac:chgData name="Melverick Ng" userId="274addc4-28b5-4410-9981-10ba02f2c76b" providerId="ADAL" clId="{05FE4E16-A122-4FC9-A6D5-170DC7E58D41}" dt="2026-07-04T13:12:38.201" v="173" actId="22"/>
          <ac:picMkLst>
            <pc:docMk/>
            <pc:sldMk cId="1150593772" sldId="278"/>
            <ac:picMk id="40" creationId="{F9A0B0AC-F251-7AE3-24B8-9963D6547A8C}"/>
          </ac:picMkLst>
        </pc:picChg>
        <pc:picChg chg="mod">
          <ac:chgData name="Melverick Ng" userId="274addc4-28b5-4410-9981-10ba02f2c76b" providerId="ADAL" clId="{05FE4E16-A122-4FC9-A6D5-170DC7E58D41}" dt="2026-07-04T12:51:19.461" v="39" actId="1076"/>
          <ac:picMkLst>
            <pc:docMk/>
            <pc:sldMk cId="1150593772" sldId="278"/>
            <ac:picMk id="81" creationId="{00000000-0000-0000-0000-000000000000}"/>
          </ac:picMkLst>
        </pc:picChg>
        <pc:picChg chg="mod">
          <ac:chgData name="Melverick Ng" userId="274addc4-28b5-4410-9981-10ba02f2c76b" providerId="ADAL" clId="{05FE4E16-A122-4FC9-A6D5-170DC7E58D41}" dt="2026-07-04T12:51:29.995" v="41" actId="1076"/>
          <ac:picMkLst>
            <pc:docMk/>
            <pc:sldMk cId="1150593772" sldId="278"/>
            <ac:picMk id="83" creationId="{00000000-0000-0000-0000-000000000000}"/>
          </ac:picMkLst>
        </pc:picChg>
        <pc:picChg chg="mod">
          <ac:chgData name="Melverick Ng" userId="274addc4-28b5-4410-9981-10ba02f2c76b" providerId="ADAL" clId="{05FE4E16-A122-4FC9-A6D5-170DC7E58D41}" dt="2026-07-04T12:51:42.443" v="43" actId="1076"/>
          <ac:picMkLst>
            <pc:docMk/>
            <pc:sldMk cId="1150593772" sldId="278"/>
            <ac:picMk id="85" creationId="{00000000-0000-0000-0000-000000000000}"/>
          </ac:picMkLst>
        </pc:picChg>
        <pc:picChg chg="mod">
          <ac:chgData name="Melverick Ng" userId="274addc4-28b5-4410-9981-10ba02f2c76b" providerId="ADAL" clId="{05FE4E16-A122-4FC9-A6D5-170DC7E58D41}" dt="2026-07-04T12:51:51.694" v="45" actId="1076"/>
          <ac:picMkLst>
            <pc:docMk/>
            <pc:sldMk cId="1150593772" sldId="278"/>
            <ac:picMk id="87" creationId="{00000000-0000-0000-0000-000000000000}"/>
          </ac:picMkLst>
        </pc:picChg>
      </pc:sldChg>
      <pc:sldChg chg="addSp mod">
        <pc:chgData name="Melverick Ng" userId="274addc4-28b5-4410-9981-10ba02f2c76b" providerId="ADAL" clId="{05FE4E16-A122-4FC9-A6D5-170DC7E58D41}" dt="2026-07-04T13:12:36.072" v="172" actId="22"/>
        <pc:sldMkLst>
          <pc:docMk/>
          <pc:sldMk cId="1296838353" sldId="279"/>
        </pc:sldMkLst>
        <pc:picChg chg="add">
          <ac:chgData name="Melverick Ng" userId="274addc4-28b5-4410-9981-10ba02f2c76b" providerId="ADAL" clId="{05FE4E16-A122-4FC9-A6D5-170DC7E58D41}" dt="2026-07-04T13:12:36.072" v="172" actId="22"/>
          <ac:picMkLst>
            <pc:docMk/>
            <pc:sldMk cId="1296838353" sldId="279"/>
            <ac:picMk id="28" creationId="{1AEF4B81-4430-BA96-98E0-C77E7A063993}"/>
          </ac:picMkLst>
        </pc:picChg>
      </pc:sldChg>
      <pc:sldChg chg="addSp modSp mod">
        <pc:chgData name="Melverick Ng" userId="274addc4-28b5-4410-9981-10ba02f2c76b" providerId="ADAL" clId="{05FE4E16-A122-4FC9-A6D5-170DC7E58D41}" dt="2026-07-04T13:12:40.783" v="174" actId="22"/>
        <pc:sldMkLst>
          <pc:docMk/>
          <pc:sldMk cId="1035625832" sldId="280"/>
        </pc:sldMkLst>
        <pc:spChg chg="mod">
          <ac:chgData name="Melverick Ng" userId="274addc4-28b5-4410-9981-10ba02f2c76b" providerId="ADAL" clId="{05FE4E16-A122-4FC9-A6D5-170DC7E58D41}" dt="2026-07-04T12:52:19.727" v="48" actId="20577"/>
          <ac:spMkLst>
            <pc:docMk/>
            <pc:sldMk cId="1035625832" sldId="280"/>
            <ac:spMk id="8" creationId="{99BAD4BA-6AA0-4785-AEF1-1C18048ECB43}"/>
          </ac:spMkLst>
        </pc:spChg>
        <pc:spChg chg="mod">
          <ac:chgData name="Melverick Ng" userId="274addc4-28b5-4410-9981-10ba02f2c76b" providerId="ADAL" clId="{05FE4E16-A122-4FC9-A6D5-170DC7E58D41}" dt="2026-07-04T12:52:22.552" v="49" actId="20577"/>
          <ac:spMkLst>
            <pc:docMk/>
            <pc:sldMk cId="1035625832" sldId="280"/>
            <ac:spMk id="12" creationId="{72C6D3A3-ED82-4282-AF58-B904BED03A56}"/>
          </ac:spMkLst>
        </pc:spChg>
        <pc:spChg chg="mod">
          <ac:chgData name="Melverick Ng" userId="274addc4-28b5-4410-9981-10ba02f2c76b" providerId="ADAL" clId="{05FE4E16-A122-4FC9-A6D5-170DC7E58D41}" dt="2026-07-04T12:52:27.342" v="50" actId="1076"/>
          <ac:spMkLst>
            <pc:docMk/>
            <pc:sldMk cId="1035625832" sldId="280"/>
            <ac:spMk id="13" creationId="{EE50440C-7ED1-49C2-BC2A-15B10DA54B70}"/>
          </ac:spMkLst>
        </pc:spChg>
        <pc:picChg chg="add">
          <ac:chgData name="Melverick Ng" userId="274addc4-28b5-4410-9981-10ba02f2c76b" providerId="ADAL" clId="{05FE4E16-A122-4FC9-A6D5-170DC7E58D41}" dt="2026-07-04T13:12:40.783" v="174" actId="22"/>
          <ac:picMkLst>
            <pc:docMk/>
            <pc:sldMk cId="1035625832" sldId="280"/>
            <ac:picMk id="25" creationId="{67FA08BF-E7F2-493A-C274-590D21E316BC}"/>
          </ac:picMkLst>
        </pc:picChg>
      </pc:sldChg>
      <pc:sldChg chg="addSp modSp mod">
        <pc:chgData name="Melverick Ng" userId="274addc4-28b5-4410-9981-10ba02f2c76b" providerId="ADAL" clId="{05FE4E16-A122-4FC9-A6D5-170DC7E58D41}" dt="2026-07-04T13:12:43.133" v="175" actId="22"/>
        <pc:sldMkLst>
          <pc:docMk/>
          <pc:sldMk cId="311802820" sldId="281"/>
        </pc:sldMkLst>
        <pc:spChg chg="mod">
          <ac:chgData name="Melverick Ng" userId="274addc4-28b5-4410-9981-10ba02f2c76b" providerId="ADAL" clId="{05FE4E16-A122-4FC9-A6D5-170DC7E58D41}" dt="2026-07-04T12:52:53.812" v="52" actId="1076"/>
          <ac:spMkLst>
            <pc:docMk/>
            <pc:sldMk cId="311802820" sldId="281"/>
            <ac:spMk id="12" creationId="{0E30581F-367D-4903-8A0E-808899E06835}"/>
          </ac:spMkLst>
        </pc:spChg>
        <pc:spChg chg="mod">
          <ac:chgData name="Melverick Ng" userId="274addc4-28b5-4410-9981-10ba02f2c76b" providerId="ADAL" clId="{05FE4E16-A122-4FC9-A6D5-170DC7E58D41}" dt="2026-07-04T12:53:04.653" v="54" actId="1076"/>
          <ac:spMkLst>
            <pc:docMk/>
            <pc:sldMk cId="311802820" sldId="281"/>
            <ac:spMk id="19" creationId="{6158A26A-28DA-46AA-8B57-F6F5365ECE51}"/>
          </ac:spMkLst>
        </pc:spChg>
        <pc:spChg chg="mod">
          <ac:chgData name="Melverick Ng" userId="274addc4-28b5-4410-9981-10ba02f2c76b" providerId="ADAL" clId="{05FE4E16-A122-4FC9-A6D5-170DC7E58D41}" dt="2026-07-04T12:52:58.198" v="53" actId="1076"/>
          <ac:spMkLst>
            <pc:docMk/>
            <pc:sldMk cId="311802820" sldId="281"/>
            <ac:spMk id="26" creationId="{616E4A39-D636-4C35-924F-5AE9BF16539D}"/>
          </ac:spMkLst>
        </pc:spChg>
        <pc:spChg chg="mod">
          <ac:chgData name="Melverick Ng" userId="274addc4-28b5-4410-9981-10ba02f2c76b" providerId="ADAL" clId="{05FE4E16-A122-4FC9-A6D5-170DC7E58D41}" dt="2026-07-04T12:52:49.112" v="51" actId="1076"/>
          <ac:spMkLst>
            <pc:docMk/>
            <pc:sldMk cId="311802820" sldId="281"/>
            <ac:spMk id="37" creationId="{E78D8FFE-107D-4CAA-8798-3A6ECE49907B}"/>
          </ac:spMkLst>
        </pc:spChg>
        <pc:spChg chg="mod">
          <ac:chgData name="Melverick Ng" userId="274addc4-28b5-4410-9981-10ba02f2c76b" providerId="ADAL" clId="{05FE4E16-A122-4FC9-A6D5-170DC7E58D41}" dt="2026-07-04T12:52:49.112" v="51" actId="1076"/>
          <ac:spMkLst>
            <pc:docMk/>
            <pc:sldMk cId="311802820" sldId="281"/>
            <ac:spMk id="39" creationId="{0FC22164-A5CF-4672-9BF7-75D0255CAE13}"/>
          </ac:spMkLst>
        </pc:spChg>
        <pc:spChg chg="mod">
          <ac:chgData name="Melverick Ng" userId="274addc4-28b5-4410-9981-10ba02f2c76b" providerId="ADAL" clId="{05FE4E16-A122-4FC9-A6D5-170DC7E58D41}" dt="2026-07-04T12:52:49.112" v="51" actId="1076"/>
          <ac:spMkLst>
            <pc:docMk/>
            <pc:sldMk cId="311802820" sldId="281"/>
            <ac:spMk id="41" creationId="{6A04F50A-4BEA-4D93-85BB-C30CCB74606E}"/>
          </ac:spMkLst>
        </pc:spChg>
        <pc:spChg chg="mod">
          <ac:chgData name="Melverick Ng" userId="274addc4-28b5-4410-9981-10ba02f2c76b" providerId="ADAL" clId="{05FE4E16-A122-4FC9-A6D5-170DC7E58D41}" dt="2026-07-04T12:52:49.112" v="51" actId="1076"/>
          <ac:spMkLst>
            <pc:docMk/>
            <pc:sldMk cId="311802820" sldId="281"/>
            <ac:spMk id="43" creationId="{3EBA1F63-71A1-4B90-BA47-DAC726B16333}"/>
          </ac:spMkLst>
        </pc:spChg>
        <pc:picChg chg="add">
          <ac:chgData name="Melverick Ng" userId="274addc4-28b5-4410-9981-10ba02f2c76b" providerId="ADAL" clId="{05FE4E16-A122-4FC9-A6D5-170DC7E58D41}" dt="2026-07-04T13:12:43.133" v="175" actId="22"/>
          <ac:picMkLst>
            <pc:docMk/>
            <pc:sldMk cId="311802820" sldId="281"/>
            <ac:picMk id="40" creationId="{13A8AE88-3D96-036F-4649-A385AD5ECD67}"/>
          </ac:picMkLst>
        </pc:picChg>
        <pc:picChg chg="mod">
          <ac:chgData name="Melverick Ng" userId="274addc4-28b5-4410-9981-10ba02f2c76b" providerId="ADAL" clId="{05FE4E16-A122-4FC9-A6D5-170DC7E58D41}" dt="2026-07-04T12:52:49.112" v="51" actId="1076"/>
          <ac:picMkLst>
            <pc:docMk/>
            <pc:sldMk cId="311802820" sldId="281"/>
            <ac:picMk id="81" creationId="{00000000-0000-0000-0000-000000000000}"/>
          </ac:picMkLst>
        </pc:picChg>
        <pc:picChg chg="mod">
          <ac:chgData name="Melverick Ng" userId="274addc4-28b5-4410-9981-10ba02f2c76b" providerId="ADAL" clId="{05FE4E16-A122-4FC9-A6D5-170DC7E58D41}" dt="2026-07-04T12:52:49.112" v="51" actId="1076"/>
          <ac:picMkLst>
            <pc:docMk/>
            <pc:sldMk cId="311802820" sldId="281"/>
            <ac:picMk id="85" creationId="{00000000-0000-0000-0000-000000000000}"/>
          </ac:picMkLst>
        </pc:picChg>
        <pc:picChg chg="mod">
          <ac:chgData name="Melverick Ng" userId="274addc4-28b5-4410-9981-10ba02f2c76b" providerId="ADAL" clId="{05FE4E16-A122-4FC9-A6D5-170DC7E58D41}" dt="2026-07-04T12:52:49.112" v="51" actId="1076"/>
          <ac:picMkLst>
            <pc:docMk/>
            <pc:sldMk cId="311802820" sldId="281"/>
            <ac:picMk id="87" creationId="{00000000-0000-0000-0000-000000000000}"/>
          </ac:picMkLst>
        </pc:picChg>
      </pc:sldChg>
      <pc:sldChg chg="addSp modSp mod">
        <pc:chgData name="Melverick Ng" userId="274addc4-28b5-4410-9981-10ba02f2c76b" providerId="ADAL" clId="{05FE4E16-A122-4FC9-A6D5-170DC7E58D41}" dt="2026-07-04T13:12:48.394" v="176" actId="22"/>
        <pc:sldMkLst>
          <pc:docMk/>
          <pc:sldMk cId="905780277" sldId="282"/>
        </pc:sldMkLst>
        <pc:spChg chg="mod">
          <ac:chgData name="Melverick Ng" userId="274addc4-28b5-4410-9981-10ba02f2c76b" providerId="ADAL" clId="{05FE4E16-A122-4FC9-A6D5-170DC7E58D41}" dt="2026-07-04T12:53:24.004" v="56" actId="1076"/>
          <ac:spMkLst>
            <pc:docMk/>
            <pc:sldMk cId="905780277" sldId="282"/>
            <ac:spMk id="12" creationId="{35725EB4-CF1E-415D-9E7D-C8DC396D3BBC}"/>
          </ac:spMkLst>
        </pc:spChg>
        <pc:spChg chg="mod">
          <ac:chgData name="Melverick Ng" userId="274addc4-28b5-4410-9981-10ba02f2c76b" providerId="ADAL" clId="{05FE4E16-A122-4FC9-A6D5-170DC7E58D41}" dt="2026-07-04T12:53:34.728" v="58" actId="1076"/>
          <ac:spMkLst>
            <pc:docMk/>
            <pc:sldMk cId="905780277" sldId="282"/>
            <ac:spMk id="19" creationId="{C447BE22-CB31-48D3-B25D-87F1F175F10F}"/>
          </ac:spMkLst>
        </pc:spChg>
        <pc:spChg chg="mod">
          <ac:chgData name="Melverick Ng" userId="274addc4-28b5-4410-9981-10ba02f2c76b" providerId="ADAL" clId="{05FE4E16-A122-4FC9-A6D5-170DC7E58D41}" dt="2026-07-04T12:53:38.141" v="59" actId="1076"/>
          <ac:spMkLst>
            <pc:docMk/>
            <pc:sldMk cId="905780277" sldId="282"/>
            <ac:spMk id="26" creationId="{34EE2D8A-24A0-4C88-859C-0D5B93675FD0}"/>
          </ac:spMkLst>
        </pc:spChg>
        <pc:spChg chg="mod">
          <ac:chgData name="Melverick Ng" userId="274addc4-28b5-4410-9981-10ba02f2c76b" providerId="ADAL" clId="{05FE4E16-A122-4FC9-A6D5-170DC7E58D41}" dt="2026-07-04T12:53:19.980" v="55" actId="1076"/>
          <ac:spMkLst>
            <pc:docMk/>
            <pc:sldMk cId="905780277" sldId="282"/>
            <ac:spMk id="37" creationId="{3A7D2725-C8F5-49ED-8F3A-50DF6B34E6E7}"/>
          </ac:spMkLst>
        </pc:spChg>
        <pc:spChg chg="mod">
          <ac:chgData name="Melverick Ng" userId="274addc4-28b5-4410-9981-10ba02f2c76b" providerId="ADAL" clId="{05FE4E16-A122-4FC9-A6D5-170DC7E58D41}" dt="2026-07-04T12:53:19.980" v="55" actId="1076"/>
          <ac:spMkLst>
            <pc:docMk/>
            <pc:sldMk cId="905780277" sldId="282"/>
            <ac:spMk id="39" creationId="{5FA1CB4C-A62F-42D5-8A41-707A7E27F1D2}"/>
          </ac:spMkLst>
        </pc:spChg>
        <pc:spChg chg="mod">
          <ac:chgData name="Melverick Ng" userId="274addc4-28b5-4410-9981-10ba02f2c76b" providerId="ADAL" clId="{05FE4E16-A122-4FC9-A6D5-170DC7E58D41}" dt="2026-07-04T12:53:19.980" v="55" actId="1076"/>
          <ac:spMkLst>
            <pc:docMk/>
            <pc:sldMk cId="905780277" sldId="282"/>
            <ac:spMk id="41" creationId="{5BFAAE52-00D4-43CC-A1E9-D1ACA61BFAA3}"/>
          </ac:spMkLst>
        </pc:spChg>
        <pc:spChg chg="mod">
          <ac:chgData name="Melverick Ng" userId="274addc4-28b5-4410-9981-10ba02f2c76b" providerId="ADAL" clId="{05FE4E16-A122-4FC9-A6D5-170DC7E58D41}" dt="2026-07-04T12:53:19.980" v="55" actId="1076"/>
          <ac:spMkLst>
            <pc:docMk/>
            <pc:sldMk cId="905780277" sldId="282"/>
            <ac:spMk id="43" creationId="{9E1D2B4F-AA20-483A-96AF-91B0CCF065E1}"/>
          </ac:spMkLst>
        </pc:spChg>
        <pc:picChg chg="add">
          <ac:chgData name="Melverick Ng" userId="274addc4-28b5-4410-9981-10ba02f2c76b" providerId="ADAL" clId="{05FE4E16-A122-4FC9-A6D5-170DC7E58D41}" dt="2026-07-04T13:12:48.394" v="176" actId="22"/>
          <ac:picMkLst>
            <pc:docMk/>
            <pc:sldMk cId="905780277" sldId="282"/>
            <ac:picMk id="40" creationId="{2200AD77-27E2-14DA-E577-C26895C5EC54}"/>
          </ac:picMkLst>
        </pc:picChg>
        <pc:picChg chg="mod">
          <ac:chgData name="Melverick Ng" userId="274addc4-28b5-4410-9981-10ba02f2c76b" providerId="ADAL" clId="{05FE4E16-A122-4FC9-A6D5-170DC7E58D41}" dt="2026-07-04T12:53:19.980" v="55" actId="1076"/>
          <ac:picMkLst>
            <pc:docMk/>
            <pc:sldMk cId="905780277" sldId="282"/>
            <ac:picMk id="81" creationId="{00000000-0000-0000-0000-000000000000}"/>
          </ac:picMkLst>
        </pc:picChg>
        <pc:picChg chg="mod">
          <ac:chgData name="Melverick Ng" userId="274addc4-28b5-4410-9981-10ba02f2c76b" providerId="ADAL" clId="{05FE4E16-A122-4FC9-A6D5-170DC7E58D41}" dt="2026-07-04T12:53:19.980" v="55" actId="1076"/>
          <ac:picMkLst>
            <pc:docMk/>
            <pc:sldMk cId="905780277" sldId="282"/>
            <ac:picMk id="83" creationId="{00000000-0000-0000-0000-000000000000}"/>
          </ac:picMkLst>
        </pc:picChg>
        <pc:picChg chg="mod">
          <ac:chgData name="Melverick Ng" userId="274addc4-28b5-4410-9981-10ba02f2c76b" providerId="ADAL" clId="{05FE4E16-A122-4FC9-A6D5-170DC7E58D41}" dt="2026-07-04T12:53:19.980" v="55" actId="1076"/>
          <ac:picMkLst>
            <pc:docMk/>
            <pc:sldMk cId="905780277" sldId="282"/>
            <ac:picMk id="87" creationId="{00000000-0000-0000-0000-000000000000}"/>
          </ac:picMkLst>
        </pc:picChg>
      </pc:sldChg>
      <pc:sldChg chg="addSp modSp mod">
        <pc:chgData name="Melverick Ng" userId="274addc4-28b5-4410-9981-10ba02f2c76b" providerId="ADAL" clId="{05FE4E16-A122-4FC9-A6D5-170DC7E58D41}" dt="2026-07-04T13:12:50.979" v="177" actId="22"/>
        <pc:sldMkLst>
          <pc:docMk/>
          <pc:sldMk cId="1230182619" sldId="283"/>
        </pc:sldMkLst>
        <pc:spChg chg="mod">
          <ac:chgData name="Melverick Ng" userId="274addc4-28b5-4410-9981-10ba02f2c76b" providerId="ADAL" clId="{05FE4E16-A122-4FC9-A6D5-170DC7E58D41}" dt="2026-07-04T12:54:16.660" v="65" actId="1076"/>
          <ac:spMkLst>
            <pc:docMk/>
            <pc:sldMk cId="1230182619" sldId="283"/>
            <ac:spMk id="8" creationId="{2DE75425-E1DF-480F-993A-484C213260AC}"/>
          </ac:spMkLst>
        </pc:spChg>
        <pc:spChg chg="mod">
          <ac:chgData name="Melverick Ng" userId="274addc4-28b5-4410-9981-10ba02f2c76b" providerId="ADAL" clId="{05FE4E16-A122-4FC9-A6D5-170DC7E58D41}" dt="2026-07-04T12:55:07.031" v="73" actId="14100"/>
          <ac:spMkLst>
            <pc:docMk/>
            <pc:sldMk cId="1230182619" sldId="283"/>
            <ac:spMk id="10" creationId="{AAF6E778-E283-4336-A6B3-B10B9DFA784F}"/>
          </ac:spMkLst>
        </pc:spChg>
        <pc:spChg chg="mod">
          <ac:chgData name="Melverick Ng" userId="274addc4-28b5-4410-9981-10ba02f2c76b" providerId="ADAL" clId="{05FE4E16-A122-4FC9-A6D5-170DC7E58D41}" dt="2026-07-04T12:55:07.031" v="73" actId="14100"/>
          <ac:spMkLst>
            <pc:docMk/>
            <pc:sldMk cId="1230182619" sldId="283"/>
            <ac:spMk id="11" creationId="{1F27F536-2437-4412-9123-348A3583BB9B}"/>
          </ac:spMkLst>
        </pc:spChg>
        <pc:spChg chg="mod">
          <ac:chgData name="Melverick Ng" userId="274addc4-28b5-4410-9981-10ba02f2c76b" providerId="ADAL" clId="{05FE4E16-A122-4FC9-A6D5-170DC7E58D41}" dt="2026-07-04T12:55:07.031" v="73" actId="14100"/>
          <ac:spMkLst>
            <pc:docMk/>
            <pc:sldMk cId="1230182619" sldId="283"/>
            <ac:spMk id="12" creationId="{7251EF9D-428B-4CAF-B3C8-240C4BFFDEE5}"/>
          </ac:spMkLst>
        </pc:spChg>
        <pc:spChg chg="mod">
          <ac:chgData name="Melverick Ng" userId="274addc4-28b5-4410-9981-10ba02f2c76b" providerId="ADAL" clId="{05FE4E16-A122-4FC9-A6D5-170DC7E58D41}" dt="2026-07-04T12:55:07.031" v="73" actId="14100"/>
          <ac:spMkLst>
            <pc:docMk/>
            <pc:sldMk cId="1230182619" sldId="283"/>
            <ac:spMk id="15" creationId="{1D3F64ED-FA5B-4A06-A841-55F4B72DDBFF}"/>
          </ac:spMkLst>
        </pc:spChg>
        <pc:spChg chg="mod">
          <ac:chgData name="Melverick Ng" userId="274addc4-28b5-4410-9981-10ba02f2c76b" providerId="ADAL" clId="{05FE4E16-A122-4FC9-A6D5-170DC7E58D41}" dt="2026-07-04T12:55:07.031" v="73" actId="14100"/>
          <ac:spMkLst>
            <pc:docMk/>
            <pc:sldMk cId="1230182619" sldId="283"/>
            <ac:spMk id="16" creationId="{0104F6BF-0567-4FE4-B4AA-C67FBDEDA47B}"/>
          </ac:spMkLst>
        </pc:spChg>
        <pc:spChg chg="mod">
          <ac:chgData name="Melverick Ng" userId="274addc4-28b5-4410-9981-10ba02f2c76b" providerId="ADAL" clId="{05FE4E16-A122-4FC9-A6D5-170DC7E58D41}" dt="2026-07-04T12:55:07.031" v="73" actId="14100"/>
          <ac:spMkLst>
            <pc:docMk/>
            <pc:sldMk cId="1230182619" sldId="283"/>
            <ac:spMk id="17" creationId="{217C46AE-3FCA-4602-8153-9601980053EC}"/>
          </ac:spMkLst>
        </pc:spChg>
        <pc:spChg chg="mod">
          <ac:chgData name="Melverick Ng" userId="274addc4-28b5-4410-9981-10ba02f2c76b" providerId="ADAL" clId="{05FE4E16-A122-4FC9-A6D5-170DC7E58D41}" dt="2026-07-04T12:55:07.031" v="73" actId="14100"/>
          <ac:spMkLst>
            <pc:docMk/>
            <pc:sldMk cId="1230182619" sldId="283"/>
            <ac:spMk id="18" creationId="{A95F5151-1CC9-4CD0-A90F-A1648DE3E8B4}"/>
          </ac:spMkLst>
        </pc:spChg>
        <pc:spChg chg="mod">
          <ac:chgData name="Melverick Ng" userId="274addc4-28b5-4410-9981-10ba02f2c76b" providerId="ADAL" clId="{05FE4E16-A122-4FC9-A6D5-170DC7E58D41}" dt="2026-07-04T12:54:28.134" v="67" actId="1076"/>
          <ac:spMkLst>
            <pc:docMk/>
            <pc:sldMk cId="1230182619" sldId="283"/>
            <ac:spMk id="19" creationId="{7CBC0422-88C1-4E80-81B0-7518316D6571}"/>
          </ac:spMkLst>
        </pc:spChg>
        <pc:spChg chg="mod">
          <ac:chgData name="Melverick Ng" userId="274addc4-28b5-4410-9981-10ba02f2c76b" providerId="ADAL" clId="{05FE4E16-A122-4FC9-A6D5-170DC7E58D41}" dt="2026-07-04T12:54:46.296" v="70" actId="1076"/>
          <ac:spMkLst>
            <pc:docMk/>
            <pc:sldMk cId="1230182619" sldId="283"/>
            <ac:spMk id="24" creationId="{EBBE2F57-43F3-4E66-BB9A-82B44A91230A}"/>
          </ac:spMkLst>
        </pc:spChg>
        <pc:spChg chg="mod">
          <ac:chgData name="Melverick Ng" userId="274addc4-28b5-4410-9981-10ba02f2c76b" providerId="ADAL" clId="{05FE4E16-A122-4FC9-A6D5-170DC7E58D41}" dt="2026-07-04T12:54:32.560" v="68" actId="1076"/>
          <ac:spMkLst>
            <pc:docMk/>
            <pc:sldMk cId="1230182619" sldId="283"/>
            <ac:spMk id="26" creationId="{40F97D18-5B68-4A7D-B173-B81E258D14D1}"/>
          </ac:spMkLst>
        </pc:spChg>
        <pc:spChg chg="mod">
          <ac:chgData name="Melverick Ng" userId="274addc4-28b5-4410-9981-10ba02f2c76b" providerId="ADAL" clId="{05FE4E16-A122-4FC9-A6D5-170DC7E58D41}" dt="2026-07-04T12:55:07.031" v="73" actId="14100"/>
          <ac:spMkLst>
            <pc:docMk/>
            <pc:sldMk cId="1230182619" sldId="283"/>
            <ac:spMk id="31" creationId="{A6B1C8C6-C80F-4E0E-8A59-AEAEFD5AFED6}"/>
          </ac:spMkLst>
        </pc:spChg>
        <pc:spChg chg="mod">
          <ac:chgData name="Melverick Ng" userId="274addc4-28b5-4410-9981-10ba02f2c76b" providerId="ADAL" clId="{05FE4E16-A122-4FC9-A6D5-170DC7E58D41}" dt="2026-07-04T12:54:08.512" v="62" actId="1076"/>
          <ac:spMkLst>
            <pc:docMk/>
            <pc:sldMk cId="1230182619" sldId="283"/>
            <ac:spMk id="37" creationId="{AC977528-F6D9-48DD-8739-33E1FD833CD9}"/>
          </ac:spMkLst>
        </pc:spChg>
        <pc:spChg chg="mod">
          <ac:chgData name="Melverick Ng" userId="274addc4-28b5-4410-9981-10ba02f2c76b" providerId="ADAL" clId="{05FE4E16-A122-4FC9-A6D5-170DC7E58D41}" dt="2026-07-04T12:55:07.031" v="73" actId="14100"/>
          <ac:spMkLst>
            <pc:docMk/>
            <pc:sldMk cId="1230182619" sldId="283"/>
            <ac:spMk id="39" creationId="{1E2A2ECA-8029-4EAE-BD52-361442C830B5}"/>
          </ac:spMkLst>
        </pc:spChg>
        <pc:spChg chg="mod">
          <ac:chgData name="Melverick Ng" userId="274addc4-28b5-4410-9981-10ba02f2c76b" providerId="ADAL" clId="{05FE4E16-A122-4FC9-A6D5-170DC7E58D41}" dt="2026-07-04T12:53:59.804" v="60" actId="1076"/>
          <ac:spMkLst>
            <pc:docMk/>
            <pc:sldMk cId="1230182619" sldId="283"/>
            <ac:spMk id="41" creationId="{12522578-38A5-496E-B3BD-EE37DE0EB83F}"/>
          </ac:spMkLst>
        </pc:spChg>
        <pc:spChg chg="mod">
          <ac:chgData name="Melverick Ng" userId="274addc4-28b5-4410-9981-10ba02f2c76b" providerId="ADAL" clId="{05FE4E16-A122-4FC9-A6D5-170DC7E58D41}" dt="2026-07-04T12:55:07.031" v="73" actId="14100"/>
          <ac:spMkLst>
            <pc:docMk/>
            <pc:sldMk cId="1230182619" sldId="283"/>
            <ac:spMk id="43" creationId="{44D9D54E-3582-4B68-87EC-2E4BC6475BEE}"/>
          </ac:spMkLst>
        </pc:spChg>
        <pc:picChg chg="add">
          <ac:chgData name="Melverick Ng" userId="274addc4-28b5-4410-9981-10ba02f2c76b" providerId="ADAL" clId="{05FE4E16-A122-4FC9-A6D5-170DC7E58D41}" dt="2026-07-04T13:12:50.979" v="177" actId="22"/>
          <ac:picMkLst>
            <pc:docMk/>
            <pc:sldMk cId="1230182619" sldId="283"/>
            <ac:picMk id="40" creationId="{3404481B-CB19-F943-7EA2-8FD614276CED}"/>
          </ac:picMkLst>
        </pc:picChg>
      </pc:sldChg>
      <pc:sldChg chg="addSp mod">
        <pc:chgData name="Melverick Ng" userId="274addc4-28b5-4410-9981-10ba02f2c76b" providerId="ADAL" clId="{05FE4E16-A122-4FC9-A6D5-170DC7E58D41}" dt="2026-07-04T13:12:53.117" v="178" actId="22"/>
        <pc:sldMkLst>
          <pc:docMk/>
          <pc:sldMk cId="2065926926" sldId="284"/>
        </pc:sldMkLst>
        <pc:picChg chg="add">
          <ac:chgData name="Melverick Ng" userId="274addc4-28b5-4410-9981-10ba02f2c76b" providerId="ADAL" clId="{05FE4E16-A122-4FC9-A6D5-170DC7E58D41}" dt="2026-07-04T13:12:53.117" v="178" actId="22"/>
          <ac:picMkLst>
            <pc:docMk/>
            <pc:sldMk cId="2065926926" sldId="284"/>
            <ac:picMk id="20" creationId="{B1270F03-B1AC-955B-B288-02F6470AA239}"/>
          </ac:picMkLst>
        </pc:picChg>
      </pc:sldChg>
      <pc:sldChg chg="addSp modSp mod">
        <pc:chgData name="Melverick Ng" userId="274addc4-28b5-4410-9981-10ba02f2c76b" providerId="ADAL" clId="{05FE4E16-A122-4FC9-A6D5-170DC7E58D41}" dt="2026-07-04T13:12:55.311" v="179" actId="22"/>
        <pc:sldMkLst>
          <pc:docMk/>
          <pc:sldMk cId="1604172763" sldId="285"/>
        </pc:sldMkLst>
        <pc:spChg chg="mod">
          <ac:chgData name="Melverick Ng" userId="274addc4-28b5-4410-9981-10ba02f2c76b" providerId="ADAL" clId="{05FE4E16-A122-4FC9-A6D5-170DC7E58D41}" dt="2026-07-04T12:55:41.048" v="75" actId="1076"/>
          <ac:spMkLst>
            <pc:docMk/>
            <pc:sldMk cId="1604172763" sldId="285"/>
            <ac:spMk id="10" creationId="{73358E6E-80D6-4491-B439-480F3CC1650B}"/>
          </ac:spMkLst>
        </pc:spChg>
        <pc:spChg chg="mod">
          <ac:chgData name="Melverick Ng" userId="274addc4-28b5-4410-9981-10ba02f2c76b" providerId="ADAL" clId="{05FE4E16-A122-4FC9-A6D5-170DC7E58D41}" dt="2026-07-04T12:56:31.467" v="83" actId="1076"/>
          <ac:spMkLst>
            <pc:docMk/>
            <pc:sldMk cId="1604172763" sldId="285"/>
            <ac:spMk id="11" creationId="{F5C45D72-1FEE-4024-A072-FF5F561F17D3}"/>
          </ac:spMkLst>
        </pc:spChg>
        <pc:spChg chg="mod">
          <ac:chgData name="Melverick Ng" userId="274addc4-28b5-4410-9981-10ba02f2c76b" providerId="ADAL" clId="{05FE4E16-A122-4FC9-A6D5-170DC7E58D41}" dt="2026-07-04T12:55:48.956" v="76" actId="1076"/>
          <ac:spMkLst>
            <pc:docMk/>
            <pc:sldMk cId="1604172763" sldId="285"/>
            <ac:spMk id="12" creationId="{F711E73C-2975-497A-88B5-33A408833C46}"/>
          </ac:spMkLst>
        </pc:spChg>
        <pc:spChg chg="mod">
          <ac:chgData name="Melverick Ng" userId="274addc4-28b5-4410-9981-10ba02f2c76b" providerId="ADAL" clId="{05FE4E16-A122-4FC9-A6D5-170DC7E58D41}" dt="2026-07-04T12:56:17.594" v="81" actId="1076"/>
          <ac:spMkLst>
            <pc:docMk/>
            <pc:sldMk cId="1604172763" sldId="285"/>
            <ac:spMk id="17" creationId="{C8CB6FF9-8530-429B-BE3C-33EEFE67F6EA}"/>
          </ac:spMkLst>
        </pc:spChg>
        <pc:spChg chg="mod">
          <ac:chgData name="Melverick Ng" userId="274addc4-28b5-4410-9981-10ba02f2c76b" providerId="ADAL" clId="{05FE4E16-A122-4FC9-A6D5-170DC7E58D41}" dt="2026-07-04T12:55:55.230" v="77" actId="1076"/>
          <ac:spMkLst>
            <pc:docMk/>
            <pc:sldMk cId="1604172763" sldId="285"/>
            <ac:spMk id="19" creationId="{59E1C09B-9267-43F0-A9CA-D46C98DB3CE6}"/>
          </ac:spMkLst>
        </pc:spChg>
        <pc:spChg chg="mod">
          <ac:chgData name="Melverick Ng" userId="274addc4-28b5-4410-9981-10ba02f2c76b" providerId="ADAL" clId="{05FE4E16-A122-4FC9-A6D5-170DC7E58D41}" dt="2026-07-04T12:56:13.049" v="80" actId="1076"/>
          <ac:spMkLst>
            <pc:docMk/>
            <pc:sldMk cId="1604172763" sldId="285"/>
            <ac:spMk id="24" creationId="{5B8328D8-488E-41E2-BF98-FB0F1EA08F76}"/>
          </ac:spMkLst>
        </pc:spChg>
        <pc:spChg chg="mod">
          <ac:chgData name="Melverick Ng" userId="274addc4-28b5-4410-9981-10ba02f2c76b" providerId="ADAL" clId="{05FE4E16-A122-4FC9-A6D5-170DC7E58D41}" dt="2026-07-04T12:56:00.985" v="78" actId="1076"/>
          <ac:spMkLst>
            <pc:docMk/>
            <pc:sldMk cId="1604172763" sldId="285"/>
            <ac:spMk id="26" creationId="{4AE1219F-A185-43C7-9A31-963FCE086637}"/>
          </ac:spMkLst>
        </pc:spChg>
        <pc:spChg chg="mod">
          <ac:chgData name="Melverick Ng" userId="274addc4-28b5-4410-9981-10ba02f2c76b" providerId="ADAL" clId="{05FE4E16-A122-4FC9-A6D5-170DC7E58D41}" dt="2026-07-04T12:56:07.267" v="79" actId="1076"/>
          <ac:spMkLst>
            <pc:docMk/>
            <pc:sldMk cId="1604172763" sldId="285"/>
            <ac:spMk id="31" creationId="{65CB8836-A932-4017-B562-7ECECE159FD7}"/>
          </ac:spMkLst>
        </pc:spChg>
        <pc:spChg chg="mod">
          <ac:chgData name="Melverick Ng" userId="274addc4-28b5-4410-9981-10ba02f2c76b" providerId="ADAL" clId="{05FE4E16-A122-4FC9-A6D5-170DC7E58D41}" dt="2026-07-04T12:56:35.236" v="84" actId="1076"/>
          <ac:spMkLst>
            <pc:docMk/>
            <pc:sldMk cId="1604172763" sldId="285"/>
            <ac:spMk id="32" creationId="{3CCB1713-A910-45DC-ADD4-6278A66D0E54}"/>
          </ac:spMkLst>
        </pc:spChg>
        <pc:spChg chg="mod">
          <ac:chgData name="Melverick Ng" userId="274addc4-28b5-4410-9981-10ba02f2c76b" providerId="ADAL" clId="{05FE4E16-A122-4FC9-A6D5-170DC7E58D41}" dt="2026-07-04T12:56:26.609" v="82" actId="1076"/>
          <ac:spMkLst>
            <pc:docMk/>
            <pc:sldMk cId="1604172763" sldId="285"/>
            <ac:spMk id="37" creationId="{0FF310B0-4B1D-42B7-943F-ED50FA56D3D9}"/>
          </ac:spMkLst>
        </pc:spChg>
        <pc:spChg chg="mod">
          <ac:chgData name="Melverick Ng" userId="274addc4-28b5-4410-9981-10ba02f2c76b" providerId="ADAL" clId="{05FE4E16-A122-4FC9-A6D5-170DC7E58D41}" dt="2026-07-04T12:56:26.609" v="82" actId="1076"/>
          <ac:spMkLst>
            <pc:docMk/>
            <pc:sldMk cId="1604172763" sldId="285"/>
            <ac:spMk id="39" creationId="{F47C8564-A0EC-4F66-81A3-02A3232037F7}"/>
          </ac:spMkLst>
        </pc:spChg>
        <pc:spChg chg="mod">
          <ac:chgData name="Melverick Ng" userId="274addc4-28b5-4410-9981-10ba02f2c76b" providerId="ADAL" clId="{05FE4E16-A122-4FC9-A6D5-170DC7E58D41}" dt="2026-07-04T12:56:26.609" v="82" actId="1076"/>
          <ac:spMkLst>
            <pc:docMk/>
            <pc:sldMk cId="1604172763" sldId="285"/>
            <ac:spMk id="41" creationId="{F25B0AED-BCC7-4C13-ACCC-A41777D0D7F7}"/>
          </ac:spMkLst>
        </pc:spChg>
        <pc:spChg chg="mod">
          <ac:chgData name="Melverick Ng" userId="274addc4-28b5-4410-9981-10ba02f2c76b" providerId="ADAL" clId="{05FE4E16-A122-4FC9-A6D5-170DC7E58D41}" dt="2026-07-04T12:56:26.609" v="82" actId="1076"/>
          <ac:spMkLst>
            <pc:docMk/>
            <pc:sldMk cId="1604172763" sldId="285"/>
            <ac:spMk id="43" creationId="{78E432C0-114D-4FD3-8E30-DA8FA03AD385}"/>
          </ac:spMkLst>
        </pc:spChg>
        <pc:picChg chg="add">
          <ac:chgData name="Melverick Ng" userId="274addc4-28b5-4410-9981-10ba02f2c76b" providerId="ADAL" clId="{05FE4E16-A122-4FC9-A6D5-170DC7E58D41}" dt="2026-07-04T13:12:55.311" v="179" actId="22"/>
          <ac:picMkLst>
            <pc:docMk/>
            <pc:sldMk cId="1604172763" sldId="285"/>
            <ac:picMk id="40" creationId="{BEB4707A-AD88-91B5-61C0-79D0771F305B}"/>
          </ac:picMkLst>
        </pc:picChg>
        <pc:picChg chg="mod">
          <ac:chgData name="Melverick Ng" userId="274addc4-28b5-4410-9981-10ba02f2c76b" providerId="ADAL" clId="{05FE4E16-A122-4FC9-A6D5-170DC7E58D41}" dt="2026-07-04T12:56:26.609" v="82" actId="1076"/>
          <ac:picMkLst>
            <pc:docMk/>
            <pc:sldMk cId="1604172763" sldId="285"/>
            <ac:picMk id="81" creationId="{00000000-0000-0000-0000-000000000000}"/>
          </ac:picMkLst>
        </pc:picChg>
        <pc:picChg chg="mod">
          <ac:chgData name="Melverick Ng" userId="274addc4-28b5-4410-9981-10ba02f2c76b" providerId="ADAL" clId="{05FE4E16-A122-4FC9-A6D5-170DC7E58D41}" dt="2026-07-04T12:56:26.609" v="82" actId="1076"/>
          <ac:picMkLst>
            <pc:docMk/>
            <pc:sldMk cId="1604172763" sldId="285"/>
            <ac:picMk id="83" creationId="{00000000-0000-0000-0000-000000000000}"/>
          </ac:picMkLst>
        </pc:picChg>
        <pc:picChg chg="mod">
          <ac:chgData name="Melverick Ng" userId="274addc4-28b5-4410-9981-10ba02f2c76b" providerId="ADAL" clId="{05FE4E16-A122-4FC9-A6D5-170DC7E58D41}" dt="2026-07-04T12:56:26.609" v="82" actId="1076"/>
          <ac:picMkLst>
            <pc:docMk/>
            <pc:sldMk cId="1604172763" sldId="285"/>
            <ac:picMk id="85" creationId="{00000000-0000-0000-0000-000000000000}"/>
          </ac:picMkLst>
        </pc:picChg>
        <pc:picChg chg="mod">
          <ac:chgData name="Melverick Ng" userId="274addc4-28b5-4410-9981-10ba02f2c76b" providerId="ADAL" clId="{05FE4E16-A122-4FC9-A6D5-170DC7E58D41}" dt="2026-07-04T12:56:26.609" v="82" actId="1076"/>
          <ac:picMkLst>
            <pc:docMk/>
            <pc:sldMk cId="1604172763" sldId="285"/>
            <ac:picMk id="87" creationId="{00000000-0000-0000-0000-000000000000}"/>
          </ac:picMkLst>
        </pc:picChg>
      </pc:sldChg>
      <pc:sldChg chg="addSp modSp mod">
        <pc:chgData name="Melverick Ng" userId="274addc4-28b5-4410-9981-10ba02f2c76b" providerId="ADAL" clId="{05FE4E16-A122-4FC9-A6D5-170DC7E58D41}" dt="2026-07-04T13:13:09.576" v="182" actId="20577"/>
        <pc:sldMkLst>
          <pc:docMk/>
          <pc:sldMk cId="388092519" sldId="286"/>
        </pc:sldMkLst>
        <pc:spChg chg="mod">
          <ac:chgData name="Melverick Ng" userId="274addc4-28b5-4410-9981-10ba02f2c76b" providerId="ADAL" clId="{05FE4E16-A122-4FC9-A6D5-170DC7E58D41}" dt="2026-07-04T13:13:09.576" v="182" actId="20577"/>
          <ac:spMkLst>
            <pc:docMk/>
            <pc:sldMk cId="388092519" sldId="286"/>
            <ac:spMk id="8" creationId="{8835D358-200C-455D-896C-76E48D30097A}"/>
          </ac:spMkLst>
        </pc:spChg>
        <pc:spChg chg="mod">
          <ac:chgData name="Melverick Ng" userId="274addc4-28b5-4410-9981-10ba02f2c76b" providerId="ADAL" clId="{05FE4E16-A122-4FC9-A6D5-170DC7E58D41}" dt="2026-07-04T13:13:06.473" v="181" actId="255"/>
          <ac:spMkLst>
            <pc:docMk/>
            <pc:sldMk cId="388092519" sldId="286"/>
            <ac:spMk id="12" creationId="{26036E8A-5708-4A8D-903A-961804833A8E}"/>
          </ac:spMkLst>
        </pc:spChg>
        <pc:picChg chg="add">
          <ac:chgData name="Melverick Ng" userId="274addc4-28b5-4410-9981-10ba02f2c76b" providerId="ADAL" clId="{05FE4E16-A122-4FC9-A6D5-170DC7E58D41}" dt="2026-07-04T13:12:57.529" v="180" actId="22"/>
          <ac:picMkLst>
            <pc:docMk/>
            <pc:sldMk cId="388092519" sldId="286"/>
            <ac:picMk id="20" creationId="{8C2F0D85-9C36-11B3-ADE0-D3E2A9421330}"/>
          </ac:picMkLst>
        </pc:picChg>
      </pc:sldChg>
      <pc:sldChg chg="addSp modSp mod">
        <pc:chgData name="Melverick Ng" userId="274addc4-28b5-4410-9981-10ba02f2c76b" providerId="ADAL" clId="{05FE4E16-A122-4FC9-A6D5-170DC7E58D41}" dt="2026-07-04T13:13:23.896" v="186" actId="1076"/>
        <pc:sldMkLst>
          <pc:docMk/>
          <pc:sldMk cId="380841915" sldId="287"/>
        </pc:sldMkLst>
        <pc:spChg chg="mod">
          <ac:chgData name="Melverick Ng" userId="274addc4-28b5-4410-9981-10ba02f2c76b" providerId="ADAL" clId="{05FE4E16-A122-4FC9-A6D5-170DC7E58D41}" dt="2026-07-04T13:13:18.131" v="184" actId="1076"/>
          <ac:spMkLst>
            <pc:docMk/>
            <pc:sldMk cId="380841915" sldId="287"/>
            <ac:spMk id="9" creationId="{16A23FDD-B5BF-4DAF-B6A7-DB9943A24BBB}"/>
          </ac:spMkLst>
        </pc:spChg>
        <pc:spChg chg="mod">
          <ac:chgData name="Melverick Ng" userId="274addc4-28b5-4410-9981-10ba02f2c76b" providerId="ADAL" clId="{05FE4E16-A122-4FC9-A6D5-170DC7E58D41}" dt="2026-07-04T13:13:20.783" v="185" actId="1076"/>
          <ac:spMkLst>
            <pc:docMk/>
            <pc:sldMk cId="380841915" sldId="287"/>
            <ac:spMk id="13" creationId="{0473BB1D-E7A4-4D5A-A5E8-A0CDE03F262B}"/>
          </ac:spMkLst>
        </pc:spChg>
        <pc:spChg chg="mod">
          <ac:chgData name="Melverick Ng" userId="274addc4-28b5-4410-9981-10ba02f2c76b" providerId="ADAL" clId="{05FE4E16-A122-4FC9-A6D5-170DC7E58D41}" dt="2026-07-04T13:13:23.896" v="186" actId="1076"/>
          <ac:spMkLst>
            <pc:docMk/>
            <pc:sldMk cId="380841915" sldId="287"/>
            <ac:spMk id="17" creationId="{128E44F0-56E0-4802-87E0-B713EB2D79F4}"/>
          </ac:spMkLst>
        </pc:spChg>
        <pc:spChg chg="mod">
          <ac:chgData name="Melverick Ng" userId="274addc4-28b5-4410-9981-10ba02f2c76b" providerId="ADAL" clId="{05FE4E16-A122-4FC9-A6D5-170DC7E58D41}" dt="2026-07-04T12:57:08.259" v="85" actId="1076"/>
          <ac:spMkLst>
            <pc:docMk/>
            <pc:sldMk cId="380841915" sldId="287"/>
            <ac:spMk id="26" creationId="{8055AA38-082E-4258-96DF-1383E0B513D7}"/>
          </ac:spMkLst>
        </pc:spChg>
        <pc:spChg chg="mod">
          <ac:chgData name="Melverick Ng" userId="274addc4-28b5-4410-9981-10ba02f2c76b" providerId="ADAL" clId="{05FE4E16-A122-4FC9-A6D5-170DC7E58D41}" dt="2026-07-04T12:57:08.259" v="85" actId="1076"/>
          <ac:spMkLst>
            <pc:docMk/>
            <pc:sldMk cId="380841915" sldId="287"/>
            <ac:spMk id="28" creationId="{C998EFA4-660D-4DB0-8FDA-04B9E3979969}"/>
          </ac:spMkLst>
        </pc:spChg>
        <pc:spChg chg="mod">
          <ac:chgData name="Melverick Ng" userId="274addc4-28b5-4410-9981-10ba02f2c76b" providerId="ADAL" clId="{05FE4E16-A122-4FC9-A6D5-170DC7E58D41}" dt="2026-07-04T12:57:08.259" v="85" actId="1076"/>
          <ac:spMkLst>
            <pc:docMk/>
            <pc:sldMk cId="380841915" sldId="287"/>
            <ac:spMk id="30" creationId="{B1A0594F-AC97-476B-B719-0FE781FF4533}"/>
          </ac:spMkLst>
        </pc:spChg>
        <pc:spChg chg="mod">
          <ac:chgData name="Melverick Ng" userId="274addc4-28b5-4410-9981-10ba02f2c76b" providerId="ADAL" clId="{05FE4E16-A122-4FC9-A6D5-170DC7E58D41}" dt="2026-07-04T12:57:08.259" v="85" actId="1076"/>
          <ac:spMkLst>
            <pc:docMk/>
            <pc:sldMk cId="380841915" sldId="287"/>
            <ac:spMk id="32" creationId="{3B28E72D-358B-4E45-86C7-0A35FAE82F02}"/>
          </ac:spMkLst>
        </pc:spChg>
        <pc:picChg chg="add">
          <ac:chgData name="Melverick Ng" userId="274addc4-28b5-4410-9981-10ba02f2c76b" providerId="ADAL" clId="{05FE4E16-A122-4FC9-A6D5-170DC7E58D41}" dt="2026-07-04T13:13:13.224" v="183" actId="22"/>
          <ac:picMkLst>
            <pc:docMk/>
            <pc:sldMk cId="380841915" sldId="287"/>
            <ac:picMk id="29" creationId="{00C1B1EE-FDEE-DE56-43FA-08BFF88CDFDD}"/>
          </ac:picMkLst>
        </pc:picChg>
        <pc:picChg chg="mod">
          <ac:chgData name="Melverick Ng" userId="274addc4-28b5-4410-9981-10ba02f2c76b" providerId="ADAL" clId="{05FE4E16-A122-4FC9-A6D5-170DC7E58D41}" dt="2026-07-04T12:57:08.259" v="85" actId="1076"/>
          <ac:picMkLst>
            <pc:docMk/>
            <pc:sldMk cId="380841915" sldId="287"/>
            <ac:picMk id="59" creationId="{00000000-0000-0000-0000-000000000000}"/>
          </ac:picMkLst>
        </pc:picChg>
        <pc:picChg chg="mod">
          <ac:chgData name="Melverick Ng" userId="274addc4-28b5-4410-9981-10ba02f2c76b" providerId="ADAL" clId="{05FE4E16-A122-4FC9-A6D5-170DC7E58D41}" dt="2026-07-04T12:57:08.259" v="85" actId="1076"/>
          <ac:picMkLst>
            <pc:docMk/>
            <pc:sldMk cId="380841915" sldId="287"/>
            <ac:picMk id="61" creationId="{00000000-0000-0000-0000-000000000000}"/>
          </ac:picMkLst>
        </pc:picChg>
        <pc:picChg chg="mod">
          <ac:chgData name="Melverick Ng" userId="274addc4-28b5-4410-9981-10ba02f2c76b" providerId="ADAL" clId="{05FE4E16-A122-4FC9-A6D5-170DC7E58D41}" dt="2026-07-04T12:57:08.259" v="85" actId="1076"/>
          <ac:picMkLst>
            <pc:docMk/>
            <pc:sldMk cId="380841915" sldId="287"/>
            <ac:picMk id="63" creationId="{00000000-0000-0000-0000-000000000000}"/>
          </ac:picMkLst>
        </pc:picChg>
        <pc:picChg chg="mod">
          <ac:chgData name="Melverick Ng" userId="274addc4-28b5-4410-9981-10ba02f2c76b" providerId="ADAL" clId="{05FE4E16-A122-4FC9-A6D5-170DC7E58D41}" dt="2026-07-04T12:57:08.259" v="85" actId="1076"/>
          <ac:picMkLst>
            <pc:docMk/>
            <pc:sldMk cId="380841915" sldId="287"/>
            <ac:picMk id="65" creationId="{00000000-0000-0000-0000-000000000000}"/>
          </ac:picMkLst>
        </pc:picChg>
      </pc:sldChg>
      <pc:sldChg chg="modSp mod">
        <pc:chgData name="Melverick Ng" userId="274addc4-28b5-4410-9981-10ba02f2c76b" providerId="ADAL" clId="{05FE4E16-A122-4FC9-A6D5-170DC7E58D41}" dt="2026-07-04T12:57:39.393" v="91" actId="14100"/>
        <pc:sldMkLst>
          <pc:docMk/>
          <pc:sldMk cId="1606979515" sldId="288"/>
        </pc:sldMkLst>
        <pc:spChg chg="mod">
          <ac:chgData name="Melverick Ng" userId="274addc4-28b5-4410-9981-10ba02f2c76b" providerId="ADAL" clId="{05FE4E16-A122-4FC9-A6D5-170DC7E58D41}" dt="2026-07-04T12:57:31.641" v="88" actId="14100"/>
          <ac:spMkLst>
            <pc:docMk/>
            <pc:sldMk cId="1606979515" sldId="288"/>
            <ac:spMk id="6" creationId="{477B6B8C-7430-4089-B4E7-375BE796593C}"/>
          </ac:spMkLst>
        </pc:spChg>
        <pc:spChg chg="mod">
          <ac:chgData name="Melverick Ng" userId="274addc4-28b5-4410-9981-10ba02f2c76b" providerId="ADAL" clId="{05FE4E16-A122-4FC9-A6D5-170DC7E58D41}" dt="2026-07-04T12:57:25.559" v="87" actId="1076"/>
          <ac:spMkLst>
            <pc:docMk/>
            <pc:sldMk cId="1606979515" sldId="288"/>
            <ac:spMk id="7" creationId="{66B4A7B9-172F-4B43-9849-68037E194B32}"/>
          </ac:spMkLst>
        </pc:spChg>
        <pc:spChg chg="mod">
          <ac:chgData name="Melverick Ng" userId="274addc4-28b5-4410-9981-10ba02f2c76b" providerId="ADAL" clId="{05FE4E16-A122-4FC9-A6D5-170DC7E58D41}" dt="2026-07-04T12:57:25.559" v="87" actId="1076"/>
          <ac:spMkLst>
            <pc:docMk/>
            <pc:sldMk cId="1606979515" sldId="288"/>
            <ac:spMk id="8" creationId="{6234F3E0-134B-4F94-88F6-E17FF884A3A1}"/>
          </ac:spMkLst>
        </pc:spChg>
        <pc:spChg chg="mod">
          <ac:chgData name="Melverick Ng" userId="274addc4-28b5-4410-9981-10ba02f2c76b" providerId="ADAL" clId="{05FE4E16-A122-4FC9-A6D5-170DC7E58D41}" dt="2026-07-04T12:57:34.123" v="89" actId="14100"/>
          <ac:spMkLst>
            <pc:docMk/>
            <pc:sldMk cId="1606979515" sldId="288"/>
            <ac:spMk id="9" creationId="{393D2EA1-3E66-4043-B9B1-D25FB25A7A25}"/>
          </ac:spMkLst>
        </pc:spChg>
        <pc:spChg chg="mod">
          <ac:chgData name="Melverick Ng" userId="274addc4-28b5-4410-9981-10ba02f2c76b" providerId="ADAL" clId="{05FE4E16-A122-4FC9-A6D5-170DC7E58D41}" dt="2026-07-04T12:57:25.559" v="87" actId="1076"/>
          <ac:spMkLst>
            <pc:docMk/>
            <pc:sldMk cId="1606979515" sldId="288"/>
            <ac:spMk id="10" creationId="{C56BA461-48AE-4A22-9975-C328C36CD726}"/>
          </ac:spMkLst>
        </pc:spChg>
        <pc:spChg chg="mod">
          <ac:chgData name="Melverick Ng" userId="274addc4-28b5-4410-9981-10ba02f2c76b" providerId="ADAL" clId="{05FE4E16-A122-4FC9-A6D5-170DC7E58D41}" dt="2026-07-04T12:57:36.525" v="90" actId="14100"/>
          <ac:spMkLst>
            <pc:docMk/>
            <pc:sldMk cId="1606979515" sldId="288"/>
            <ac:spMk id="12" creationId="{505AC3F9-94D1-4D75-A418-E9467A3ABBF2}"/>
          </ac:spMkLst>
        </pc:spChg>
        <pc:spChg chg="mod">
          <ac:chgData name="Melverick Ng" userId="274addc4-28b5-4410-9981-10ba02f2c76b" providerId="ADAL" clId="{05FE4E16-A122-4FC9-A6D5-170DC7E58D41}" dt="2026-07-04T12:57:25.559" v="87" actId="1076"/>
          <ac:spMkLst>
            <pc:docMk/>
            <pc:sldMk cId="1606979515" sldId="288"/>
            <ac:spMk id="13" creationId="{8A414D78-4997-4ECD-96A8-E9C64A5EC5F7}"/>
          </ac:spMkLst>
        </pc:spChg>
        <pc:spChg chg="mod">
          <ac:chgData name="Melverick Ng" userId="274addc4-28b5-4410-9981-10ba02f2c76b" providerId="ADAL" clId="{05FE4E16-A122-4FC9-A6D5-170DC7E58D41}" dt="2026-07-04T12:57:39.393" v="91" actId="14100"/>
          <ac:spMkLst>
            <pc:docMk/>
            <pc:sldMk cId="1606979515" sldId="288"/>
            <ac:spMk id="15" creationId="{3B0FBB37-15AC-4599-AFD8-9ED1F4F5BA76}"/>
          </ac:spMkLst>
        </pc:spChg>
        <pc:spChg chg="mod">
          <ac:chgData name="Melverick Ng" userId="274addc4-28b5-4410-9981-10ba02f2c76b" providerId="ADAL" clId="{05FE4E16-A122-4FC9-A6D5-170DC7E58D41}" dt="2026-07-04T12:57:25.559" v="87" actId="1076"/>
          <ac:spMkLst>
            <pc:docMk/>
            <pc:sldMk cId="1606979515" sldId="288"/>
            <ac:spMk id="17" creationId="{330292E7-E9BD-4889-BEB3-600784A618D5}"/>
          </ac:spMkLst>
        </pc:spChg>
        <pc:spChg chg="mod">
          <ac:chgData name="Melverick Ng" userId="274addc4-28b5-4410-9981-10ba02f2c76b" providerId="ADAL" clId="{05FE4E16-A122-4FC9-A6D5-170DC7E58D41}" dt="2026-07-04T12:57:25.559" v="87" actId="1076"/>
          <ac:spMkLst>
            <pc:docMk/>
            <pc:sldMk cId="1606979515" sldId="288"/>
            <ac:spMk id="22" creationId="{3D6BB5C7-71FD-4566-A55D-33C8C09F7084}"/>
          </ac:spMkLst>
        </pc:spChg>
        <pc:spChg chg="mod">
          <ac:chgData name="Melverick Ng" userId="274addc4-28b5-4410-9981-10ba02f2c76b" providerId="ADAL" clId="{05FE4E16-A122-4FC9-A6D5-170DC7E58D41}" dt="2026-07-04T12:57:19.567" v="86" actId="1076"/>
          <ac:spMkLst>
            <pc:docMk/>
            <pc:sldMk cId="1606979515" sldId="288"/>
            <ac:spMk id="24" creationId="{87FD26E6-31A3-4CE8-AD5B-49EFF3BEE284}"/>
          </ac:spMkLst>
        </pc:spChg>
        <pc:spChg chg="mod">
          <ac:chgData name="Melverick Ng" userId="274addc4-28b5-4410-9981-10ba02f2c76b" providerId="ADAL" clId="{05FE4E16-A122-4FC9-A6D5-170DC7E58D41}" dt="2026-07-04T12:57:19.567" v="86" actId="1076"/>
          <ac:spMkLst>
            <pc:docMk/>
            <pc:sldMk cId="1606979515" sldId="288"/>
            <ac:spMk id="26" creationId="{6920464E-54B5-4245-8C27-F7BB5DF91B2C}"/>
          </ac:spMkLst>
        </pc:spChg>
        <pc:spChg chg="mod">
          <ac:chgData name="Melverick Ng" userId="274addc4-28b5-4410-9981-10ba02f2c76b" providerId="ADAL" clId="{05FE4E16-A122-4FC9-A6D5-170DC7E58D41}" dt="2026-07-04T12:57:25.559" v="87" actId="1076"/>
          <ac:spMkLst>
            <pc:docMk/>
            <pc:sldMk cId="1606979515" sldId="288"/>
            <ac:spMk id="28" creationId="{A48448E2-DCC1-4AE0-85AD-BA40D841E002}"/>
          </ac:spMkLst>
        </pc:spChg>
        <pc:picChg chg="mod">
          <ac:chgData name="Melverick Ng" userId="274addc4-28b5-4410-9981-10ba02f2c76b" providerId="ADAL" clId="{05FE4E16-A122-4FC9-A6D5-170DC7E58D41}" dt="2026-07-04T12:57:19.567" v="86" actId="1076"/>
          <ac:picMkLst>
            <pc:docMk/>
            <pc:sldMk cId="1606979515" sldId="288"/>
            <ac:picMk id="51" creationId="{00000000-0000-0000-0000-000000000000}"/>
          </ac:picMkLst>
        </pc:picChg>
        <pc:picChg chg="mod">
          <ac:chgData name="Melverick Ng" userId="274addc4-28b5-4410-9981-10ba02f2c76b" providerId="ADAL" clId="{05FE4E16-A122-4FC9-A6D5-170DC7E58D41}" dt="2026-07-04T12:57:19.567" v="86" actId="1076"/>
          <ac:picMkLst>
            <pc:docMk/>
            <pc:sldMk cId="1606979515" sldId="288"/>
            <ac:picMk id="53" creationId="{00000000-0000-0000-0000-000000000000}"/>
          </ac:picMkLst>
        </pc:picChg>
        <pc:picChg chg="mod">
          <ac:chgData name="Melverick Ng" userId="274addc4-28b5-4410-9981-10ba02f2c76b" providerId="ADAL" clId="{05FE4E16-A122-4FC9-A6D5-170DC7E58D41}" dt="2026-07-04T12:57:19.567" v="86" actId="1076"/>
          <ac:picMkLst>
            <pc:docMk/>
            <pc:sldMk cId="1606979515" sldId="288"/>
            <ac:picMk id="55" creationId="{00000000-0000-0000-0000-000000000000}"/>
          </ac:picMkLst>
        </pc:picChg>
        <pc:picChg chg="mod">
          <ac:chgData name="Melverick Ng" userId="274addc4-28b5-4410-9981-10ba02f2c76b" providerId="ADAL" clId="{05FE4E16-A122-4FC9-A6D5-170DC7E58D41}" dt="2026-07-04T12:57:19.567" v="86" actId="1076"/>
          <ac:picMkLst>
            <pc:docMk/>
            <pc:sldMk cId="1606979515" sldId="288"/>
            <ac:picMk id="57" creationId="{00000000-0000-0000-0000-000000000000}"/>
          </ac:picMkLst>
        </pc:picChg>
      </pc:sldChg>
      <pc:sldChg chg="addSp modSp mod">
        <pc:chgData name="Melverick Ng" userId="274addc4-28b5-4410-9981-10ba02f2c76b" providerId="ADAL" clId="{05FE4E16-A122-4FC9-A6D5-170DC7E58D41}" dt="2026-07-04T13:13:29.944" v="187" actId="22"/>
        <pc:sldMkLst>
          <pc:docMk/>
          <pc:sldMk cId="1285435147" sldId="289"/>
        </pc:sldMkLst>
        <pc:spChg chg="mod">
          <ac:chgData name="Melverick Ng" userId="274addc4-28b5-4410-9981-10ba02f2c76b" providerId="ADAL" clId="{05FE4E16-A122-4FC9-A6D5-170DC7E58D41}" dt="2026-07-04T12:58:33.895" v="98" actId="1076"/>
          <ac:spMkLst>
            <pc:docMk/>
            <pc:sldMk cId="1285435147" sldId="289"/>
            <ac:spMk id="6" creationId="{F63DBFA5-B29E-4195-9F27-35E02F524293}"/>
          </ac:spMkLst>
        </pc:spChg>
        <pc:spChg chg="mod">
          <ac:chgData name="Melverick Ng" userId="274addc4-28b5-4410-9981-10ba02f2c76b" providerId="ADAL" clId="{05FE4E16-A122-4FC9-A6D5-170DC7E58D41}" dt="2026-07-04T12:58:16.071" v="93" actId="1076"/>
          <ac:spMkLst>
            <pc:docMk/>
            <pc:sldMk cId="1285435147" sldId="289"/>
            <ac:spMk id="7" creationId="{E2ABD008-5CBC-47A3-9BCB-DFB75E317604}"/>
          </ac:spMkLst>
        </pc:spChg>
        <pc:spChg chg="mod">
          <ac:chgData name="Melverick Ng" userId="274addc4-28b5-4410-9981-10ba02f2c76b" providerId="ADAL" clId="{05FE4E16-A122-4FC9-A6D5-170DC7E58D41}" dt="2026-07-04T12:58:33.895" v="98" actId="1076"/>
          <ac:spMkLst>
            <pc:docMk/>
            <pc:sldMk cId="1285435147" sldId="289"/>
            <ac:spMk id="9" creationId="{7BF8C85F-F276-4CED-A823-17690F88D9D2}"/>
          </ac:spMkLst>
        </pc:spChg>
        <pc:spChg chg="mod">
          <ac:chgData name="Melverick Ng" userId="274addc4-28b5-4410-9981-10ba02f2c76b" providerId="ADAL" clId="{05FE4E16-A122-4FC9-A6D5-170DC7E58D41}" dt="2026-07-04T12:58:33.895" v="98" actId="1076"/>
          <ac:spMkLst>
            <pc:docMk/>
            <pc:sldMk cId="1285435147" sldId="289"/>
            <ac:spMk id="10" creationId="{730895A5-75D8-43D1-A52D-B9F67E99BD95}"/>
          </ac:spMkLst>
        </pc:spChg>
        <pc:spChg chg="mod">
          <ac:chgData name="Melverick Ng" userId="274addc4-28b5-4410-9981-10ba02f2c76b" providerId="ADAL" clId="{05FE4E16-A122-4FC9-A6D5-170DC7E58D41}" dt="2026-07-04T12:58:33.895" v="98" actId="1076"/>
          <ac:spMkLst>
            <pc:docMk/>
            <pc:sldMk cId="1285435147" sldId="289"/>
            <ac:spMk id="11" creationId="{92288282-0121-4AC0-8197-BDA279C31229}"/>
          </ac:spMkLst>
        </pc:spChg>
        <pc:spChg chg="mod">
          <ac:chgData name="Melverick Ng" userId="274addc4-28b5-4410-9981-10ba02f2c76b" providerId="ADAL" clId="{05FE4E16-A122-4FC9-A6D5-170DC7E58D41}" dt="2026-07-04T12:58:25.081" v="96" actId="14100"/>
          <ac:spMkLst>
            <pc:docMk/>
            <pc:sldMk cId="1285435147" sldId="289"/>
            <ac:spMk id="12" creationId="{AF8F8A28-628B-4248-A9CC-80F9CD0A1A4A}"/>
          </ac:spMkLst>
        </pc:spChg>
        <pc:spChg chg="mod">
          <ac:chgData name="Melverick Ng" userId="274addc4-28b5-4410-9981-10ba02f2c76b" providerId="ADAL" clId="{05FE4E16-A122-4FC9-A6D5-170DC7E58D41}" dt="2026-07-04T12:58:33.895" v="98" actId="1076"/>
          <ac:spMkLst>
            <pc:docMk/>
            <pc:sldMk cId="1285435147" sldId="289"/>
            <ac:spMk id="13" creationId="{56BB492B-48D4-4433-ADCB-3DC2FD3498C0}"/>
          </ac:spMkLst>
        </pc:spChg>
        <pc:spChg chg="mod">
          <ac:chgData name="Melverick Ng" userId="274addc4-28b5-4410-9981-10ba02f2c76b" providerId="ADAL" clId="{05FE4E16-A122-4FC9-A6D5-170DC7E58D41}" dt="2026-07-04T12:58:33.895" v="98" actId="1076"/>
          <ac:spMkLst>
            <pc:docMk/>
            <pc:sldMk cId="1285435147" sldId="289"/>
            <ac:spMk id="14" creationId="{A2A189B2-6B07-4F8D-A7E5-9597B8B5C161}"/>
          </ac:spMkLst>
        </pc:spChg>
        <pc:spChg chg="mod">
          <ac:chgData name="Melverick Ng" userId="274addc4-28b5-4410-9981-10ba02f2c76b" providerId="ADAL" clId="{05FE4E16-A122-4FC9-A6D5-170DC7E58D41}" dt="2026-07-04T12:58:33.895" v="98" actId="1076"/>
          <ac:spMkLst>
            <pc:docMk/>
            <pc:sldMk cId="1285435147" sldId="289"/>
            <ac:spMk id="15" creationId="{B9C694DB-9910-4550-8749-04562A2C7BCF}"/>
          </ac:spMkLst>
        </pc:spChg>
        <pc:spChg chg="mod">
          <ac:chgData name="Melverick Ng" userId="274addc4-28b5-4410-9981-10ba02f2c76b" providerId="ADAL" clId="{05FE4E16-A122-4FC9-A6D5-170DC7E58D41}" dt="2026-07-04T12:58:33.895" v="98" actId="1076"/>
          <ac:spMkLst>
            <pc:docMk/>
            <pc:sldMk cId="1285435147" sldId="289"/>
            <ac:spMk id="16" creationId="{8FD0BE20-7E85-4AB4-AB9B-8D04BDB13874}"/>
          </ac:spMkLst>
        </pc:spChg>
        <pc:spChg chg="mod">
          <ac:chgData name="Melverick Ng" userId="274addc4-28b5-4410-9981-10ba02f2c76b" providerId="ADAL" clId="{05FE4E16-A122-4FC9-A6D5-170DC7E58D41}" dt="2026-07-04T12:58:33.895" v="98" actId="1076"/>
          <ac:spMkLst>
            <pc:docMk/>
            <pc:sldMk cId="1285435147" sldId="289"/>
            <ac:spMk id="17" creationId="{98DCAD30-BFD0-48C6-B3CB-AADDEC85D2D3}"/>
          </ac:spMkLst>
        </pc:spChg>
        <pc:spChg chg="mod">
          <ac:chgData name="Melverick Ng" userId="274addc4-28b5-4410-9981-10ba02f2c76b" providerId="ADAL" clId="{05FE4E16-A122-4FC9-A6D5-170DC7E58D41}" dt="2026-07-04T12:58:33.895" v="98" actId="1076"/>
          <ac:spMkLst>
            <pc:docMk/>
            <pc:sldMk cId="1285435147" sldId="289"/>
            <ac:spMk id="22" creationId="{042E303F-1718-4AD9-953C-334CC4660A41}"/>
          </ac:spMkLst>
        </pc:spChg>
        <pc:spChg chg="mod">
          <ac:chgData name="Melverick Ng" userId="274addc4-28b5-4410-9981-10ba02f2c76b" providerId="ADAL" clId="{05FE4E16-A122-4FC9-A6D5-170DC7E58D41}" dt="2026-07-04T12:57:53.839" v="92" actId="1076"/>
          <ac:spMkLst>
            <pc:docMk/>
            <pc:sldMk cId="1285435147" sldId="289"/>
            <ac:spMk id="24" creationId="{0322C1A6-2685-458C-94FF-3AEA1F8C57BE}"/>
          </ac:spMkLst>
        </pc:spChg>
        <pc:spChg chg="mod">
          <ac:chgData name="Melverick Ng" userId="274addc4-28b5-4410-9981-10ba02f2c76b" providerId="ADAL" clId="{05FE4E16-A122-4FC9-A6D5-170DC7E58D41}" dt="2026-07-04T12:57:53.839" v="92" actId="1076"/>
          <ac:spMkLst>
            <pc:docMk/>
            <pc:sldMk cId="1285435147" sldId="289"/>
            <ac:spMk id="26" creationId="{641639C6-5689-45EC-A105-D09AEA64BC43}"/>
          </ac:spMkLst>
        </pc:spChg>
        <pc:spChg chg="mod">
          <ac:chgData name="Melverick Ng" userId="274addc4-28b5-4410-9981-10ba02f2c76b" providerId="ADAL" clId="{05FE4E16-A122-4FC9-A6D5-170DC7E58D41}" dt="2026-07-04T12:57:53.839" v="92" actId="1076"/>
          <ac:spMkLst>
            <pc:docMk/>
            <pc:sldMk cId="1285435147" sldId="289"/>
            <ac:spMk id="28" creationId="{55CE3CE0-D8E2-4B08-9CC4-2DE9C9CDE842}"/>
          </ac:spMkLst>
        </pc:spChg>
        <pc:picChg chg="add">
          <ac:chgData name="Melverick Ng" userId="274addc4-28b5-4410-9981-10ba02f2c76b" providerId="ADAL" clId="{05FE4E16-A122-4FC9-A6D5-170DC7E58D41}" dt="2026-07-04T13:13:29.944" v="187" actId="22"/>
          <ac:picMkLst>
            <pc:docMk/>
            <pc:sldMk cId="1285435147" sldId="289"/>
            <ac:picMk id="25" creationId="{1398B85C-95C0-D784-6259-4CF64018B05F}"/>
          </ac:picMkLst>
        </pc:picChg>
        <pc:picChg chg="mod">
          <ac:chgData name="Melverick Ng" userId="274addc4-28b5-4410-9981-10ba02f2c76b" providerId="ADAL" clId="{05FE4E16-A122-4FC9-A6D5-170DC7E58D41}" dt="2026-07-04T12:57:53.839" v="92" actId="1076"/>
          <ac:picMkLst>
            <pc:docMk/>
            <pc:sldMk cId="1285435147" sldId="289"/>
            <ac:picMk id="51" creationId="{00000000-0000-0000-0000-000000000000}"/>
          </ac:picMkLst>
        </pc:picChg>
        <pc:picChg chg="mod">
          <ac:chgData name="Melverick Ng" userId="274addc4-28b5-4410-9981-10ba02f2c76b" providerId="ADAL" clId="{05FE4E16-A122-4FC9-A6D5-170DC7E58D41}" dt="2026-07-04T12:57:53.839" v="92" actId="1076"/>
          <ac:picMkLst>
            <pc:docMk/>
            <pc:sldMk cId="1285435147" sldId="289"/>
            <ac:picMk id="55" creationId="{00000000-0000-0000-0000-000000000000}"/>
          </ac:picMkLst>
        </pc:picChg>
      </pc:sldChg>
      <pc:sldChg chg="addSp modSp mod">
        <pc:chgData name="Melverick Ng" userId="274addc4-28b5-4410-9981-10ba02f2c76b" providerId="ADAL" clId="{05FE4E16-A122-4FC9-A6D5-170DC7E58D41}" dt="2026-07-04T13:13:32.061" v="188" actId="22"/>
        <pc:sldMkLst>
          <pc:docMk/>
          <pc:sldMk cId="15783463" sldId="290"/>
        </pc:sldMkLst>
        <pc:spChg chg="mod">
          <ac:chgData name="Melverick Ng" userId="274addc4-28b5-4410-9981-10ba02f2c76b" providerId="ADAL" clId="{05FE4E16-A122-4FC9-A6D5-170DC7E58D41}" dt="2026-07-04T12:59:02.972" v="100" actId="1076"/>
          <ac:spMkLst>
            <pc:docMk/>
            <pc:sldMk cId="15783463" sldId="290"/>
            <ac:spMk id="8" creationId="{2636EEBF-CEC6-4541-AA15-AE608E333B50}"/>
          </ac:spMkLst>
        </pc:spChg>
        <pc:spChg chg="mod">
          <ac:chgData name="Melverick Ng" userId="274addc4-28b5-4410-9981-10ba02f2c76b" providerId="ADAL" clId="{05FE4E16-A122-4FC9-A6D5-170DC7E58D41}" dt="2026-07-04T12:59:02.972" v="100" actId="1076"/>
          <ac:spMkLst>
            <pc:docMk/>
            <pc:sldMk cId="15783463" sldId="290"/>
            <ac:spMk id="12" creationId="{3D9BFAF5-E9DE-4888-9CF8-6FB4BC5A9D93}"/>
          </ac:spMkLst>
        </pc:spChg>
        <pc:spChg chg="mod">
          <ac:chgData name="Melverick Ng" userId="274addc4-28b5-4410-9981-10ba02f2c76b" providerId="ADAL" clId="{05FE4E16-A122-4FC9-A6D5-170DC7E58D41}" dt="2026-07-04T12:59:02.972" v="100" actId="1076"/>
          <ac:spMkLst>
            <pc:docMk/>
            <pc:sldMk cId="15783463" sldId="290"/>
            <ac:spMk id="16" creationId="{B8E358FF-7EBB-4CCE-BF33-ECB49B75E465}"/>
          </ac:spMkLst>
        </pc:spChg>
        <pc:spChg chg="mod">
          <ac:chgData name="Melverick Ng" userId="274addc4-28b5-4410-9981-10ba02f2c76b" providerId="ADAL" clId="{05FE4E16-A122-4FC9-A6D5-170DC7E58D41}" dt="2026-07-04T12:59:02.972" v="100" actId="1076"/>
          <ac:spMkLst>
            <pc:docMk/>
            <pc:sldMk cId="15783463" sldId="290"/>
            <ac:spMk id="20" creationId="{54E9BA02-CEBA-4D17-9278-2B73F45F8BA1}"/>
          </ac:spMkLst>
        </pc:spChg>
        <pc:spChg chg="mod">
          <ac:chgData name="Melverick Ng" userId="274addc4-28b5-4410-9981-10ba02f2c76b" providerId="ADAL" clId="{05FE4E16-A122-4FC9-A6D5-170DC7E58D41}" dt="2026-07-04T12:58:45.212" v="99" actId="1076"/>
          <ac:spMkLst>
            <pc:docMk/>
            <pc:sldMk cId="15783463" sldId="290"/>
            <ac:spMk id="26" creationId="{2B495AC9-3776-4F34-AB25-E4D070DF7642}"/>
          </ac:spMkLst>
        </pc:spChg>
        <pc:spChg chg="mod">
          <ac:chgData name="Melverick Ng" userId="274addc4-28b5-4410-9981-10ba02f2c76b" providerId="ADAL" clId="{05FE4E16-A122-4FC9-A6D5-170DC7E58D41}" dt="2026-07-04T12:58:45.212" v="99" actId="1076"/>
          <ac:spMkLst>
            <pc:docMk/>
            <pc:sldMk cId="15783463" sldId="290"/>
            <ac:spMk id="28" creationId="{1387FAB4-C3FA-4E7C-B4ED-F59A5B7387C0}"/>
          </ac:spMkLst>
        </pc:spChg>
        <pc:spChg chg="mod">
          <ac:chgData name="Melverick Ng" userId="274addc4-28b5-4410-9981-10ba02f2c76b" providerId="ADAL" clId="{05FE4E16-A122-4FC9-A6D5-170DC7E58D41}" dt="2026-07-04T12:58:45.212" v="99" actId="1076"/>
          <ac:spMkLst>
            <pc:docMk/>
            <pc:sldMk cId="15783463" sldId="290"/>
            <ac:spMk id="30" creationId="{C8D389B6-8B03-436F-A1B7-E3009D479D7C}"/>
          </ac:spMkLst>
        </pc:spChg>
        <pc:spChg chg="mod">
          <ac:chgData name="Melverick Ng" userId="274addc4-28b5-4410-9981-10ba02f2c76b" providerId="ADAL" clId="{05FE4E16-A122-4FC9-A6D5-170DC7E58D41}" dt="2026-07-04T12:58:45.212" v="99" actId="1076"/>
          <ac:spMkLst>
            <pc:docMk/>
            <pc:sldMk cId="15783463" sldId="290"/>
            <ac:spMk id="32" creationId="{E9FB5C3E-3E70-4B22-9042-2E3E13B59DB6}"/>
          </ac:spMkLst>
        </pc:spChg>
        <pc:picChg chg="add">
          <ac:chgData name="Melverick Ng" userId="274addc4-28b5-4410-9981-10ba02f2c76b" providerId="ADAL" clId="{05FE4E16-A122-4FC9-A6D5-170DC7E58D41}" dt="2026-07-04T13:13:32.061" v="188" actId="22"/>
          <ac:picMkLst>
            <pc:docMk/>
            <pc:sldMk cId="15783463" sldId="290"/>
            <ac:picMk id="29" creationId="{3E4CD945-4B72-4B3B-F756-57F52ADAAD67}"/>
          </ac:picMkLst>
        </pc:picChg>
        <pc:picChg chg="mod">
          <ac:chgData name="Melverick Ng" userId="274addc4-28b5-4410-9981-10ba02f2c76b" providerId="ADAL" clId="{05FE4E16-A122-4FC9-A6D5-170DC7E58D41}" dt="2026-07-04T12:58:45.212" v="99" actId="1076"/>
          <ac:picMkLst>
            <pc:docMk/>
            <pc:sldMk cId="15783463" sldId="290"/>
            <ac:picMk id="61" creationId="{00000000-0000-0000-0000-000000000000}"/>
          </ac:picMkLst>
        </pc:picChg>
        <pc:picChg chg="mod">
          <ac:chgData name="Melverick Ng" userId="274addc4-28b5-4410-9981-10ba02f2c76b" providerId="ADAL" clId="{05FE4E16-A122-4FC9-A6D5-170DC7E58D41}" dt="2026-07-04T12:58:45.212" v="99" actId="1076"/>
          <ac:picMkLst>
            <pc:docMk/>
            <pc:sldMk cId="15783463" sldId="290"/>
            <ac:picMk id="63" creationId="{00000000-0000-0000-0000-000000000000}"/>
          </ac:picMkLst>
        </pc:picChg>
      </pc:sldChg>
      <pc:sldChg chg="addSp modSp mod">
        <pc:chgData name="Melverick Ng" userId="274addc4-28b5-4410-9981-10ba02f2c76b" providerId="ADAL" clId="{05FE4E16-A122-4FC9-A6D5-170DC7E58D41}" dt="2026-07-04T13:13:34.386" v="189" actId="22"/>
        <pc:sldMkLst>
          <pc:docMk/>
          <pc:sldMk cId="502962082" sldId="291"/>
        </pc:sldMkLst>
        <pc:spChg chg="mod">
          <ac:chgData name="Melverick Ng" userId="274addc4-28b5-4410-9981-10ba02f2c76b" providerId="ADAL" clId="{05FE4E16-A122-4FC9-A6D5-170DC7E58D41}" dt="2026-07-04T12:59:14.110" v="102" actId="1076"/>
          <ac:spMkLst>
            <pc:docMk/>
            <pc:sldMk cId="502962082" sldId="291"/>
            <ac:spMk id="9" creationId="{5D9242C6-FF17-4CE2-A8C5-1829DE94EB58}"/>
          </ac:spMkLst>
        </pc:spChg>
        <pc:spChg chg="mod">
          <ac:chgData name="Melverick Ng" userId="274addc4-28b5-4410-9981-10ba02f2c76b" providerId="ADAL" clId="{05FE4E16-A122-4FC9-A6D5-170DC7E58D41}" dt="2026-07-04T12:59:19.754" v="104" actId="1076"/>
          <ac:spMkLst>
            <pc:docMk/>
            <pc:sldMk cId="502962082" sldId="291"/>
            <ac:spMk id="13" creationId="{B726C1F4-2B69-4E94-AAE3-7D865318D525}"/>
          </ac:spMkLst>
        </pc:spChg>
        <pc:spChg chg="mod">
          <ac:chgData name="Melverick Ng" userId="274addc4-28b5-4410-9981-10ba02f2c76b" providerId="ADAL" clId="{05FE4E16-A122-4FC9-A6D5-170DC7E58D41}" dt="2026-07-04T12:59:24.883" v="106" actId="1076"/>
          <ac:spMkLst>
            <pc:docMk/>
            <pc:sldMk cId="502962082" sldId="291"/>
            <ac:spMk id="17" creationId="{AD1CC1C5-68D1-4D12-AA0D-6CDC0C752178}"/>
          </ac:spMkLst>
        </pc:spChg>
        <pc:spChg chg="mod">
          <ac:chgData name="Melverick Ng" userId="274addc4-28b5-4410-9981-10ba02f2c76b" providerId="ADAL" clId="{05FE4E16-A122-4FC9-A6D5-170DC7E58D41}" dt="2026-07-04T12:59:29.544" v="108" actId="1076"/>
          <ac:spMkLst>
            <pc:docMk/>
            <pc:sldMk cId="502962082" sldId="291"/>
            <ac:spMk id="25" creationId="{03AACCE3-50FB-4451-B9E7-36AB62CCEC7D}"/>
          </ac:spMkLst>
        </pc:spChg>
        <pc:picChg chg="add">
          <ac:chgData name="Melverick Ng" userId="274addc4-28b5-4410-9981-10ba02f2c76b" providerId="ADAL" clId="{05FE4E16-A122-4FC9-A6D5-170DC7E58D41}" dt="2026-07-04T13:13:34.386" v="189" actId="22"/>
          <ac:picMkLst>
            <pc:docMk/>
            <pc:sldMk cId="502962082" sldId="291"/>
            <ac:picMk id="33" creationId="{C622E499-BB39-A7F5-CECC-93E904E42093}"/>
          </ac:picMkLst>
        </pc:picChg>
      </pc:sldChg>
      <pc:sldChg chg="addSp mod">
        <pc:chgData name="Melverick Ng" userId="274addc4-28b5-4410-9981-10ba02f2c76b" providerId="ADAL" clId="{05FE4E16-A122-4FC9-A6D5-170DC7E58D41}" dt="2026-07-04T13:13:36.347" v="190" actId="22"/>
        <pc:sldMkLst>
          <pc:docMk/>
          <pc:sldMk cId="1808870380" sldId="292"/>
        </pc:sldMkLst>
        <pc:picChg chg="add">
          <ac:chgData name="Melverick Ng" userId="274addc4-28b5-4410-9981-10ba02f2c76b" providerId="ADAL" clId="{05FE4E16-A122-4FC9-A6D5-170DC7E58D41}" dt="2026-07-04T13:13:36.347" v="190" actId="22"/>
          <ac:picMkLst>
            <pc:docMk/>
            <pc:sldMk cId="1808870380" sldId="292"/>
            <ac:picMk id="24" creationId="{1E009AC6-896C-67E3-2A21-B51701784428}"/>
          </ac:picMkLst>
        </pc:picChg>
      </pc:sldChg>
      <pc:sldChg chg="addSp mod">
        <pc:chgData name="Melverick Ng" userId="274addc4-28b5-4410-9981-10ba02f2c76b" providerId="ADAL" clId="{05FE4E16-A122-4FC9-A6D5-170DC7E58D41}" dt="2026-07-04T13:13:38.441" v="191" actId="22"/>
        <pc:sldMkLst>
          <pc:docMk/>
          <pc:sldMk cId="1957297668" sldId="293"/>
        </pc:sldMkLst>
        <pc:picChg chg="add">
          <ac:chgData name="Melverick Ng" userId="274addc4-28b5-4410-9981-10ba02f2c76b" providerId="ADAL" clId="{05FE4E16-A122-4FC9-A6D5-170DC7E58D41}" dt="2026-07-04T13:13:38.441" v="191" actId="22"/>
          <ac:picMkLst>
            <pc:docMk/>
            <pc:sldMk cId="1957297668" sldId="293"/>
            <ac:picMk id="33" creationId="{2FF754BE-D9D1-75F4-01C6-BC5ECFC67478}"/>
          </ac:picMkLst>
        </pc:picChg>
      </pc:sldChg>
      <pc:sldChg chg="addSp mod">
        <pc:chgData name="Melverick Ng" userId="274addc4-28b5-4410-9981-10ba02f2c76b" providerId="ADAL" clId="{05FE4E16-A122-4FC9-A6D5-170DC7E58D41}" dt="2026-07-04T13:13:41.861" v="192" actId="22"/>
        <pc:sldMkLst>
          <pc:docMk/>
          <pc:sldMk cId="854411866" sldId="294"/>
        </pc:sldMkLst>
        <pc:picChg chg="add">
          <ac:chgData name="Melverick Ng" userId="274addc4-28b5-4410-9981-10ba02f2c76b" providerId="ADAL" clId="{05FE4E16-A122-4FC9-A6D5-170DC7E58D41}" dt="2026-07-04T13:13:41.861" v="192" actId="22"/>
          <ac:picMkLst>
            <pc:docMk/>
            <pc:sldMk cId="854411866" sldId="294"/>
            <ac:picMk id="29" creationId="{E76FB66E-29D5-5D16-1CE6-A1E06A92F689}"/>
          </ac:picMkLst>
        </pc:picChg>
      </pc:sldChg>
      <pc:sldChg chg="addSp mod">
        <pc:chgData name="Melverick Ng" userId="274addc4-28b5-4410-9981-10ba02f2c76b" providerId="ADAL" clId="{05FE4E16-A122-4FC9-A6D5-170DC7E58D41}" dt="2026-07-04T13:13:43.899" v="193" actId="22"/>
        <pc:sldMkLst>
          <pc:docMk/>
          <pc:sldMk cId="1799826265" sldId="295"/>
        </pc:sldMkLst>
        <pc:picChg chg="add">
          <ac:chgData name="Melverick Ng" userId="274addc4-28b5-4410-9981-10ba02f2c76b" providerId="ADAL" clId="{05FE4E16-A122-4FC9-A6D5-170DC7E58D41}" dt="2026-07-04T13:13:43.899" v="193" actId="22"/>
          <ac:picMkLst>
            <pc:docMk/>
            <pc:sldMk cId="1799826265" sldId="295"/>
            <ac:picMk id="25" creationId="{7098D8BF-5748-FC81-70CC-73352BE8BBCC}"/>
          </ac:picMkLst>
        </pc:picChg>
      </pc:sldChg>
      <pc:sldChg chg="addSp modSp mod">
        <pc:chgData name="Melverick Ng" userId="274addc4-28b5-4410-9981-10ba02f2c76b" providerId="ADAL" clId="{05FE4E16-A122-4FC9-A6D5-170DC7E58D41}" dt="2026-07-04T13:14:06.725" v="200" actId="22"/>
        <pc:sldMkLst>
          <pc:docMk/>
          <pc:sldMk cId="1275737898" sldId="296"/>
        </pc:sldMkLst>
        <pc:spChg chg="mod">
          <ac:chgData name="Melverick Ng" userId="274addc4-28b5-4410-9981-10ba02f2c76b" providerId="ADAL" clId="{05FE4E16-A122-4FC9-A6D5-170DC7E58D41}" dt="2026-07-04T12:59:51.923" v="109" actId="1076"/>
          <ac:spMkLst>
            <pc:docMk/>
            <pc:sldMk cId="1275737898" sldId="296"/>
            <ac:spMk id="9" creationId="{6C2F226B-495F-4553-8717-7F98898C9E45}"/>
          </ac:spMkLst>
        </pc:spChg>
        <pc:spChg chg="mod">
          <ac:chgData name="Melverick Ng" userId="274addc4-28b5-4410-9981-10ba02f2c76b" providerId="ADAL" clId="{05FE4E16-A122-4FC9-A6D5-170DC7E58D41}" dt="2026-07-04T12:59:56.794" v="110" actId="1076"/>
          <ac:spMkLst>
            <pc:docMk/>
            <pc:sldMk cId="1275737898" sldId="296"/>
            <ac:spMk id="13" creationId="{BC30F47C-C6F6-43BF-B79C-60110114464E}"/>
          </ac:spMkLst>
        </pc:spChg>
        <pc:spChg chg="mod">
          <ac:chgData name="Melverick Ng" userId="274addc4-28b5-4410-9981-10ba02f2c76b" providerId="ADAL" clId="{05FE4E16-A122-4FC9-A6D5-170DC7E58D41}" dt="2026-07-04T12:59:59.682" v="111" actId="1076"/>
          <ac:spMkLst>
            <pc:docMk/>
            <pc:sldMk cId="1275737898" sldId="296"/>
            <ac:spMk id="17" creationId="{1A5B1B80-AA88-4A09-830A-42652C2657FA}"/>
          </ac:spMkLst>
        </pc:spChg>
        <pc:picChg chg="add">
          <ac:chgData name="Melverick Ng" userId="274addc4-28b5-4410-9981-10ba02f2c76b" providerId="ADAL" clId="{05FE4E16-A122-4FC9-A6D5-170DC7E58D41}" dt="2026-07-04T13:14:06.725" v="200" actId="22"/>
          <ac:picMkLst>
            <pc:docMk/>
            <pc:sldMk cId="1275737898" sldId="296"/>
            <ac:picMk id="29" creationId="{30E88756-2136-946C-2F4F-17FA185809CE}"/>
          </ac:picMkLst>
        </pc:picChg>
      </pc:sldChg>
      <pc:sldChg chg="addSp modSp mod">
        <pc:chgData name="Melverick Ng" userId="274addc4-28b5-4410-9981-10ba02f2c76b" providerId="ADAL" clId="{05FE4E16-A122-4FC9-A6D5-170DC7E58D41}" dt="2026-07-04T13:13:56.628" v="197" actId="14100"/>
        <pc:sldMkLst>
          <pc:docMk/>
          <pc:sldMk cId="1214635741" sldId="297"/>
        </pc:sldMkLst>
        <pc:spChg chg="mod">
          <ac:chgData name="Melverick Ng" userId="274addc4-28b5-4410-9981-10ba02f2c76b" providerId="ADAL" clId="{05FE4E16-A122-4FC9-A6D5-170DC7E58D41}" dt="2026-07-04T13:13:56.628" v="197" actId="14100"/>
          <ac:spMkLst>
            <pc:docMk/>
            <pc:sldMk cId="1214635741" sldId="297"/>
            <ac:spMk id="4" creationId="{7F14C98D-22A2-462A-81E6-966169010A37}"/>
          </ac:spMkLst>
        </pc:spChg>
        <pc:picChg chg="add">
          <ac:chgData name="Melverick Ng" userId="274addc4-28b5-4410-9981-10ba02f2c76b" providerId="ADAL" clId="{05FE4E16-A122-4FC9-A6D5-170DC7E58D41}" dt="2026-07-04T13:13:48.913" v="195" actId="22"/>
          <ac:picMkLst>
            <pc:docMk/>
            <pc:sldMk cId="1214635741" sldId="297"/>
            <ac:picMk id="12" creationId="{D82BFB58-1FEE-841E-81EF-C2DD93D86CDC}"/>
          </ac:picMkLst>
        </pc:picChg>
      </pc:sldChg>
      <pc:sldChg chg="addSp mod">
        <pc:chgData name="Melverick Ng" userId="274addc4-28b5-4410-9981-10ba02f2c76b" providerId="ADAL" clId="{05FE4E16-A122-4FC9-A6D5-170DC7E58D41}" dt="2026-07-04T13:13:46.578" v="194" actId="22"/>
        <pc:sldMkLst>
          <pc:docMk/>
          <pc:sldMk cId="1640591306" sldId="298"/>
        </pc:sldMkLst>
        <pc:picChg chg="add">
          <ac:chgData name="Melverick Ng" userId="274addc4-28b5-4410-9981-10ba02f2c76b" providerId="ADAL" clId="{05FE4E16-A122-4FC9-A6D5-170DC7E58D41}" dt="2026-07-04T13:13:46.578" v="194" actId="22"/>
          <ac:picMkLst>
            <pc:docMk/>
            <pc:sldMk cId="1640591306" sldId="298"/>
            <ac:picMk id="33" creationId="{5EF1DA5F-7D5C-B031-85FA-1787EE32DAAA}"/>
          </ac:picMkLst>
        </pc:picChg>
      </pc:sldChg>
      <pc:sldChg chg="addSp modSp mod">
        <pc:chgData name="Melverick Ng" userId="274addc4-28b5-4410-9981-10ba02f2c76b" providerId="ADAL" clId="{05FE4E16-A122-4FC9-A6D5-170DC7E58D41}" dt="2026-07-04T13:14:01.265" v="199" actId="22"/>
        <pc:sldMkLst>
          <pc:docMk/>
          <pc:sldMk cId="1603546091" sldId="299"/>
        </pc:sldMkLst>
        <pc:spChg chg="mod">
          <ac:chgData name="Melverick Ng" userId="274addc4-28b5-4410-9981-10ba02f2c76b" providerId="ADAL" clId="{05FE4E16-A122-4FC9-A6D5-170DC7E58D41}" dt="2026-07-04T13:00:20.959" v="114" actId="14100"/>
          <ac:spMkLst>
            <pc:docMk/>
            <pc:sldMk cId="1603546091" sldId="299"/>
            <ac:spMk id="6" creationId="{36ED9509-DB20-478A-AC4C-DD433499684A}"/>
          </ac:spMkLst>
        </pc:spChg>
        <pc:spChg chg="mod">
          <ac:chgData name="Melverick Ng" userId="274addc4-28b5-4410-9981-10ba02f2c76b" providerId="ADAL" clId="{05FE4E16-A122-4FC9-A6D5-170DC7E58D41}" dt="2026-07-04T13:00:48.142" v="118" actId="1076"/>
          <ac:spMkLst>
            <pc:docMk/>
            <pc:sldMk cId="1603546091" sldId="299"/>
            <ac:spMk id="12" creationId="{25E52B7A-E7BC-4ECF-9AD4-844D17175D74}"/>
          </ac:spMkLst>
        </pc:spChg>
        <pc:spChg chg="mod">
          <ac:chgData name="Melverick Ng" userId="274addc4-28b5-4410-9981-10ba02f2c76b" providerId="ADAL" clId="{05FE4E16-A122-4FC9-A6D5-170DC7E58D41}" dt="2026-07-04T13:00:17.513" v="113" actId="14100"/>
          <ac:spMkLst>
            <pc:docMk/>
            <pc:sldMk cId="1603546091" sldId="299"/>
            <ac:spMk id="13" creationId="{19D8F363-B4C4-42EC-9039-9BEEDA94F5D4}"/>
          </ac:spMkLst>
        </pc:spChg>
        <pc:spChg chg="mod">
          <ac:chgData name="Melverick Ng" userId="274addc4-28b5-4410-9981-10ba02f2c76b" providerId="ADAL" clId="{05FE4E16-A122-4FC9-A6D5-170DC7E58D41}" dt="2026-07-04T13:00:53.465" v="119" actId="1076"/>
          <ac:spMkLst>
            <pc:docMk/>
            <pc:sldMk cId="1603546091" sldId="299"/>
            <ac:spMk id="19" creationId="{F4D80450-CA3A-4BE2-AF6A-BD9CDAA40B86}"/>
          </ac:spMkLst>
        </pc:spChg>
        <pc:spChg chg="mod">
          <ac:chgData name="Melverick Ng" userId="274addc4-28b5-4410-9981-10ba02f2c76b" providerId="ADAL" clId="{05FE4E16-A122-4FC9-A6D5-170DC7E58D41}" dt="2026-07-04T13:00:25.188" v="115" actId="14100"/>
          <ac:spMkLst>
            <pc:docMk/>
            <pc:sldMk cId="1603546091" sldId="299"/>
            <ac:spMk id="20" creationId="{95465A0F-2572-4F3E-8593-C1244644A25E}"/>
          </ac:spMkLst>
        </pc:spChg>
        <pc:spChg chg="mod">
          <ac:chgData name="Melverick Ng" userId="274addc4-28b5-4410-9981-10ba02f2c76b" providerId="ADAL" clId="{05FE4E16-A122-4FC9-A6D5-170DC7E58D41}" dt="2026-07-04T13:00:58.935" v="120" actId="1076"/>
          <ac:spMkLst>
            <pc:docMk/>
            <pc:sldMk cId="1603546091" sldId="299"/>
            <ac:spMk id="26" creationId="{CE10B5FA-FFB5-425A-B915-50823907DC83}"/>
          </ac:spMkLst>
        </pc:spChg>
        <pc:spChg chg="mod">
          <ac:chgData name="Melverick Ng" userId="274addc4-28b5-4410-9981-10ba02f2c76b" providerId="ADAL" clId="{05FE4E16-A122-4FC9-A6D5-170DC7E58D41}" dt="2026-07-04T13:00:28.887" v="116" actId="14100"/>
          <ac:spMkLst>
            <pc:docMk/>
            <pc:sldMk cId="1603546091" sldId="299"/>
            <ac:spMk id="27" creationId="{9FEA6976-C6C3-4F22-B985-BF495AB79DA3}"/>
          </ac:spMkLst>
        </pc:spChg>
        <pc:spChg chg="mod">
          <ac:chgData name="Melverick Ng" userId="274addc4-28b5-4410-9981-10ba02f2c76b" providerId="ADAL" clId="{05FE4E16-A122-4FC9-A6D5-170DC7E58D41}" dt="2026-07-04T13:00:39.142" v="117" actId="1076"/>
          <ac:spMkLst>
            <pc:docMk/>
            <pc:sldMk cId="1603546091" sldId="299"/>
            <ac:spMk id="37" creationId="{F66903DB-D6C9-48EB-96A8-11917A2FF29A}"/>
          </ac:spMkLst>
        </pc:spChg>
        <pc:spChg chg="mod">
          <ac:chgData name="Melverick Ng" userId="274addc4-28b5-4410-9981-10ba02f2c76b" providerId="ADAL" clId="{05FE4E16-A122-4FC9-A6D5-170DC7E58D41}" dt="2026-07-04T13:00:39.142" v="117" actId="1076"/>
          <ac:spMkLst>
            <pc:docMk/>
            <pc:sldMk cId="1603546091" sldId="299"/>
            <ac:spMk id="39" creationId="{6C47D30B-12DC-4262-AA96-AF362B4DDEB3}"/>
          </ac:spMkLst>
        </pc:spChg>
        <pc:spChg chg="mod">
          <ac:chgData name="Melverick Ng" userId="274addc4-28b5-4410-9981-10ba02f2c76b" providerId="ADAL" clId="{05FE4E16-A122-4FC9-A6D5-170DC7E58D41}" dt="2026-07-04T13:00:39.142" v="117" actId="1076"/>
          <ac:spMkLst>
            <pc:docMk/>
            <pc:sldMk cId="1603546091" sldId="299"/>
            <ac:spMk id="41" creationId="{44227033-A68D-4436-97DC-0755775A8B38}"/>
          </ac:spMkLst>
        </pc:spChg>
        <pc:spChg chg="mod">
          <ac:chgData name="Melverick Ng" userId="274addc4-28b5-4410-9981-10ba02f2c76b" providerId="ADAL" clId="{05FE4E16-A122-4FC9-A6D5-170DC7E58D41}" dt="2026-07-04T13:00:39.142" v="117" actId="1076"/>
          <ac:spMkLst>
            <pc:docMk/>
            <pc:sldMk cId="1603546091" sldId="299"/>
            <ac:spMk id="43" creationId="{194D4754-99B9-45E1-9A3E-AA281E21EA56}"/>
          </ac:spMkLst>
        </pc:spChg>
        <pc:picChg chg="add">
          <ac:chgData name="Melverick Ng" userId="274addc4-28b5-4410-9981-10ba02f2c76b" providerId="ADAL" clId="{05FE4E16-A122-4FC9-A6D5-170DC7E58D41}" dt="2026-07-04T13:14:01.265" v="199" actId="22"/>
          <ac:picMkLst>
            <pc:docMk/>
            <pc:sldMk cId="1603546091" sldId="299"/>
            <ac:picMk id="40" creationId="{B3AB0C37-2615-19B3-9BD6-96DAFAC9BCDE}"/>
          </ac:picMkLst>
        </pc:picChg>
        <pc:picChg chg="mod">
          <ac:chgData name="Melverick Ng" userId="274addc4-28b5-4410-9981-10ba02f2c76b" providerId="ADAL" clId="{05FE4E16-A122-4FC9-A6D5-170DC7E58D41}" dt="2026-07-04T13:00:39.142" v="117" actId="1076"/>
          <ac:picMkLst>
            <pc:docMk/>
            <pc:sldMk cId="1603546091" sldId="299"/>
            <ac:picMk id="83" creationId="{00000000-0000-0000-0000-000000000000}"/>
          </ac:picMkLst>
        </pc:picChg>
        <pc:picChg chg="mod">
          <ac:chgData name="Melverick Ng" userId="274addc4-28b5-4410-9981-10ba02f2c76b" providerId="ADAL" clId="{05FE4E16-A122-4FC9-A6D5-170DC7E58D41}" dt="2026-07-04T13:00:39.142" v="117" actId="1076"/>
          <ac:picMkLst>
            <pc:docMk/>
            <pc:sldMk cId="1603546091" sldId="299"/>
            <ac:picMk id="85" creationId="{00000000-0000-0000-0000-000000000000}"/>
          </ac:picMkLst>
        </pc:picChg>
        <pc:picChg chg="mod">
          <ac:chgData name="Melverick Ng" userId="274addc4-28b5-4410-9981-10ba02f2c76b" providerId="ADAL" clId="{05FE4E16-A122-4FC9-A6D5-170DC7E58D41}" dt="2026-07-04T13:00:39.142" v="117" actId="1076"/>
          <ac:picMkLst>
            <pc:docMk/>
            <pc:sldMk cId="1603546091" sldId="299"/>
            <ac:picMk id="87" creationId="{00000000-0000-0000-0000-000000000000}"/>
          </ac:picMkLst>
        </pc:picChg>
      </pc:sldChg>
      <pc:sldChg chg="addSp modSp mod">
        <pc:chgData name="Melverick Ng" userId="274addc4-28b5-4410-9981-10ba02f2c76b" providerId="ADAL" clId="{05FE4E16-A122-4FC9-A6D5-170DC7E58D41}" dt="2026-07-04T13:13:59.480" v="198" actId="22"/>
        <pc:sldMkLst>
          <pc:docMk/>
          <pc:sldMk cId="1464652753" sldId="300"/>
        </pc:sldMkLst>
        <pc:spChg chg="mod">
          <ac:chgData name="Melverick Ng" userId="274addc4-28b5-4410-9981-10ba02f2c76b" providerId="ADAL" clId="{05FE4E16-A122-4FC9-A6D5-170DC7E58D41}" dt="2026-07-04T13:01:33.364" v="125" actId="1076"/>
          <ac:spMkLst>
            <pc:docMk/>
            <pc:sldMk cId="1464652753" sldId="300"/>
            <ac:spMk id="6" creationId="{1B433C77-0227-4272-BDDE-E88A692B566F}"/>
          </ac:spMkLst>
        </pc:spChg>
        <pc:spChg chg="mod">
          <ac:chgData name="Melverick Ng" userId="274addc4-28b5-4410-9981-10ba02f2c76b" providerId="ADAL" clId="{05FE4E16-A122-4FC9-A6D5-170DC7E58D41}" dt="2026-07-04T13:01:38.222" v="126" actId="1076"/>
          <ac:spMkLst>
            <pc:docMk/>
            <pc:sldMk cId="1464652753" sldId="300"/>
            <ac:spMk id="8" creationId="{23128D34-B9C7-41CF-B14A-635E7248452B}"/>
          </ac:spMkLst>
        </pc:spChg>
        <pc:spChg chg="mod">
          <ac:chgData name="Melverick Ng" userId="274addc4-28b5-4410-9981-10ba02f2c76b" providerId="ADAL" clId="{05FE4E16-A122-4FC9-A6D5-170DC7E58D41}" dt="2026-07-04T13:01:41.778" v="127" actId="1076"/>
          <ac:spMkLst>
            <pc:docMk/>
            <pc:sldMk cId="1464652753" sldId="300"/>
            <ac:spMk id="12" creationId="{260AF4E9-0CF0-4BEC-8152-5639C693E2F4}"/>
          </ac:spMkLst>
        </pc:spChg>
        <pc:spChg chg="mod">
          <ac:chgData name="Melverick Ng" userId="274addc4-28b5-4410-9981-10ba02f2c76b" providerId="ADAL" clId="{05FE4E16-A122-4FC9-A6D5-170DC7E58D41}" dt="2026-07-04T13:01:46.024" v="128" actId="1076"/>
          <ac:spMkLst>
            <pc:docMk/>
            <pc:sldMk cId="1464652753" sldId="300"/>
            <ac:spMk id="16" creationId="{88E490D8-769A-408F-AE87-B539B135DD20}"/>
          </ac:spMkLst>
        </pc:spChg>
        <pc:spChg chg="mod">
          <ac:chgData name="Melverick Ng" userId="274addc4-28b5-4410-9981-10ba02f2c76b" providerId="ADAL" clId="{05FE4E16-A122-4FC9-A6D5-170DC7E58D41}" dt="2026-07-04T13:01:10.307" v="121" actId="1076"/>
          <ac:spMkLst>
            <pc:docMk/>
            <pc:sldMk cId="1464652753" sldId="300"/>
            <ac:spMk id="22" creationId="{47B02012-B358-4A7A-8D33-0965A27A1B57}"/>
          </ac:spMkLst>
        </pc:spChg>
        <pc:spChg chg="mod">
          <ac:chgData name="Melverick Ng" userId="274addc4-28b5-4410-9981-10ba02f2c76b" providerId="ADAL" clId="{05FE4E16-A122-4FC9-A6D5-170DC7E58D41}" dt="2026-07-04T13:01:19.455" v="123" actId="1076"/>
          <ac:spMkLst>
            <pc:docMk/>
            <pc:sldMk cId="1464652753" sldId="300"/>
            <ac:spMk id="24" creationId="{E4F41DE5-45A9-40AE-A126-7D6924D3FE19}"/>
          </ac:spMkLst>
        </pc:spChg>
        <pc:spChg chg="mod">
          <ac:chgData name="Melverick Ng" userId="274addc4-28b5-4410-9981-10ba02f2c76b" providerId="ADAL" clId="{05FE4E16-A122-4FC9-A6D5-170DC7E58D41}" dt="2026-07-04T13:01:10.307" v="121" actId="1076"/>
          <ac:spMkLst>
            <pc:docMk/>
            <pc:sldMk cId="1464652753" sldId="300"/>
            <ac:spMk id="26" creationId="{FE620C47-CDA5-4D8B-A729-7F5E5B6AB684}"/>
          </ac:spMkLst>
        </pc:spChg>
        <pc:picChg chg="add">
          <ac:chgData name="Melverick Ng" userId="274addc4-28b5-4410-9981-10ba02f2c76b" providerId="ADAL" clId="{05FE4E16-A122-4FC9-A6D5-170DC7E58D41}" dt="2026-07-04T13:13:59.480" v="198" actId="22"/>
          <ac:picMkLst>
            <pc:docMk/>
            <pc:sldMk cId="1464652753" sldId="300"/>
            <ac:picMk id="25" creationId="{ED6F38FA-0F77-769F-C415-EE7A6AFA9809}"/>
          </ac:picMkLst>
        </pc:picChg>
        <pc:picChg chg="mod">
          <ac:chgData name="Melverick Ng" userId="274addc4-28b5-4410-9981-10ba02f2c76b" providerId="ADAL" clId="{05FE4E16-A122-4FC9-A6D5-170DC7E58D41}" dt="2026-07-04T13:01:10.307" v="121" actId="1076"/>
          <ac:picMkLst>
            <pc:docMk/>
            <pc:sldMk cId="1464652753" sldId="300"/>
            <ac:picMk id="49" creationId="{00000000-0000-0000-0000-000000000000}"/>
          </ac:picMkLst>
        </pc:picChg>
        <pc:picChg chg="mod">
          <ac:chgData name="Melverick Ng" userId="274addc4-28b5-4410-9981-10ba02f2c76b" providerId="ADAL" clId="{05FE4E16-A122-4FC9-A6D5-170DC7E58D41}" dt="2026-07-04T13:01:10.307" v="121" actId="1076"/>
          <ac:picMkLst>
            <pc:docMk/>
            <pc:sldMk cId="1464652753" sldId="300"/>
            <ac:picMk id="51" creationId="{00000000-0000-0000-0000-000000000000}"/>
          </ac:picMkLst>
        </pc:picChg>
        <pc:picChg chg="mod">
          <ac:chgData name="Melverick Ng" userId="274addc4-28b5-4410-9981-10ba02f2c76b" providerId="ADAL" clId="{05FE4E16-A122-4FC9-A6D5-170DC7E58D41}" dt="2026-07-04T13:01:10.307" v="121" actId="1076"/>
          <ac:picMkLst>
            <pc:docMk/>
            <pc:sldMk cId="1464652753" sldId="300"/>
            <ac:picMk id="53"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 Day 2: Company Second Brain</a:t>
            </a:r>
          </a:p>
          <a:p>
            <a:endParaRPr dirty="0"/>
          </a:p>
          <a:p>
            <a:r>
              <a:rPr dirty="0"/>
              <a:t>Teaching intent: Open the day by making the core shift clear: Day 1 was about individual AI fluency; Day 2 is about the knowledge foundation that lets teams use AI reliably.</a:t>
            </a:r>
          </a:p>
          <a:p>
            <a:endParaRPr dirty="0"/>
          </a:p>
          <a:p>
            <a:r>
              <a:rPr dirty="0"/>
              <a:t>How to explain the slide: Point to the visual as a movement from scattered knowledge into a governed knowledge layer. Emphasize that the right side is not "a chatbot"; it is a governed system with sources, access rules, evidence, and review.</a:t>
            </a:r>
          </a:p>
          <a:p>
            <a:endParaRPr dirty="0"/>
          </a:p>
          <a:p>
            <a:r>
              <a:rPr dirty="0"/>
              <a:t>Ask the room: "Where does your team currently go when it needs the official answer?" Let two or three answers surface. Do not solve them yet; use them as motivation for the day.</a:t>
            </a:r>
          </a:p>
          <a:p>
            <a:endParaRPr dirty="0"/>
          </a:p>
          <a:p>
            <a:r>
              <a:rPr dirty="0"/>
              <a:t>Transition: "If we want AI answers that leaders can trust, we first need to decide what knowledge AI is allowed to trust."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What you will build today</a:t>
            </a:r>
          </a:p>
          <a:p>
            <a:endParaRPr/>
          </a:p>
          <a:p>
            <a:r>
              <a:t>Teaching intent: Give learners a clear product for the day. This slide prevents Day 2 from feeling abstract.</a:t>
            </a:r>
          </a:p>
          <a:p>
            <a:endParaRPr/>
          </a:p>
          <a:p>
            <a:r>
              <a:t>How to explain the slide: Walk through the five artifacts as a chain. Source inventory answers "what can AI use?" Taxonomy answers "how do we organize it?" Access matrix answers "who can use it?" Evaluation set answers "how do we know it works?" Blueprint review answers "is it complete enough to act on?"</a:t>
            </a:r>
          </a:p>
          <a:p>
            <a:endParaRPr/>
          </a:p>
          <a:p>
            <a:r>
              <a:t>Facilitation cue: Tell teams they do not need enterprise perfection today. They need a first version that another team could review and improve.</a:t>
            </a:r>
          </a:p>
          <a:p>
            <a:endParaRPr/>
          </a:p>
          <a:p>
            <a:r>
              <a:t>Transition: "Before we design the artifacts, we need to feel the pain they solve."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Knowledge quality controls AI quality</a:t>
            </a:r>
          </a:p>
          <a:p>
            <a:endParaRPr/>
          </a:p>
          <a:p>
            <a:r>
              <a:t>Teaching intent: Establish the main causal claim of the day: AI cannot compensate for weak, stale, ownerless company knowledge.</a:t>
            </a:r>
          </a:p>
          <a:p>
            <a:endParaRPr/>
          </a:p>
          <a:p>
            <a:r>
              <a:t>How to explain the slide: Use the image to contrast scattered internal knowledge with governed context. The issue is not that employees are careless; the issue is that the organization has not made trusted answers easy to find.</a:t>
            </a:r>
          </a:p>
          <a:p>
            <a:endParaRPr/>
          </a:p>
          <a:p>
            <a:r>
              <a:t>Ask the room: "What is a question your team answers repeatedly because there is no obvious source of truth?" Capture examples verbally.</a:t>
            </a:r>
          </a:p>
          <a:p>
            <a:endParaRPr/>
          </a:p>
          <a:p>
            <a:r>
              <a:t>Trainer emphasis: Avoid technical terms here. Keep the discussion about work friction, rework, inconsistent decisions, and trust.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Repeated questions reveal knowledge debt</a:t>
            </a:r>
          </a:p>
          <a:p>
            <a:endParaRPr/>
          </a:p>
          <a:p>
            <a:r>
              <a:t>Teaching intent: Make knowledge debt concrete. Repeated questions are evidence that the organization is paying the same knowledge cost again and again.</a:t>
            </a:r>
          </a:p>
          <a:p>
            <a:endParaRPr/>
          </a:p>
          <a:p>
            <a:r>
              <a:t>How to explain the slide: Walk left to right. Someone asks again, gets a slightly different answer, loses trust in the source, then the cycle repeats. This is why a second brain needs ownership, freshness, and review, not just search.</a:t>
            </a:r>
          </a:p>
          <a:p>
            <a:endParaRPr/>
          </a:p>
          <a:p>
            <a:r>
              <a:t>Ask the room: "Which repeated question would save the most time if the answer were trusted and cited?"</a:t>
            </a:r>
          </a:p>
          <a:p>
            <a:endParaRPr/>
          </a:p>
          <a:p>
            <a:r>
              <a:t>Transition: "A second brain is the operating model that breaks this loop."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Visual explanation cue: Use the illustration as a mini operating model. Point left to right: approved sources enter the system; governance rules sit in the center; the result is not just an answer, but an answer that can be cited, reviewed, and improved.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What it is not</a:t>
            </a:r>
          </a:p>
          <a:p>
            <a:endParaRPr/>
          </a:p>
          <a:p>
            <a:r>
              <a:t>Teaching intent: Prevent learners from reducing the concept to file upload, search, or chatbot novelty.</a:t>
            </a:r>
          </a:p>
          <a:p>
            <a:endParaRPr/>
          </a:p>
          <a:p>
            <a:r>
              <a:t>How to explain the slide: Compare each card with the target behavior. Search is useful but still leaves the person to decide what is true. A document dump creates scale without trust. A novelty chatbot may answer fluently without governance.</a:t>
            </a:r>
          </a:p>
          <a:p>
            <a:endParaRPr/>
          </a:p>
          <a:p>
            <a:r>
              <a:t>Ask the room: "Which of these traps is easiest for an organization to fall into?"</a:t>
            </a:r>
          </a:p>
          <a:p>
            <a:endParaRPr/>
          </a:p>
          <a:p>
            <a:r>
              <a:t>Transition: "The difference is the operating model behind the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A second brain turns sources into reviewable answers</a:t>
            </a:r>
          </a:p>
          <a:p>
            <a:endParaRPr/>
          </a:p>
          <a:p>
            <a:r>
              <a:t>Teaching intent: Show the complete flow from trusted sources to improvement.</a:t>
            </a:r>
          </a:p>
          <a:p>
            <a:endParaRPr/>
          </a:p>
          <a:p>
            <a:r>
              <a:t>How to explain the slide: Use the sequence as the day map. Sources enter. Structure makes them usable. Retrieval selects evidence. The answer cites evidence. Feedback updates the system. Every artifact today strengthens one part of this flow.</a:t>
            </a:r>
          </a:p>
          <a:p>
            <a:endParaRPr/>
          </a:p>
          <a:p>
            <a:r>
              <a:t>Trainer cue: Keep repeating that the answer is only the visible output. The invisible controls make it reliable.</a:t>
            </a:r>
          </a:p>
          <a:p>
            <a:endParaRPr/>
          </a:p>
          <a:p>
            <a:r>
              <a:t>Transition: "We can now break the operating model into six building blocks."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The six building blocks</a:t>
            </a:r>
          </a:p>
          <a:p>
            <a:endParaRPr/>
          </a:p>
          <a:p>
            <a:r>
              <a:t>Teaching intent: Anchor the architecture before introducing tools or templates.</a:t>
            </a:r>
          </a:p>
          <a:p>
            <a:endParaRPr/>
          </a:p>
          <a:p>
            <a:r>
              <a:t>How to explain the slide: Move layer by layer. Sources give raw material. Taxonomy organizes it. Metadata governs it. Retrieval finds it. Citations make it reviewable. Feedback keeps it alive.</a:t>
            </a:r>
          </a:p>
          <a:p>
            <a:endParaRPr/>
          </a:p>
          <a:p>
            <a:r>
              <a:t>Ask the room: "Which layer is weakest in your organization today?" Use this to prime later activities.</a:t>
            </a:r>
          </a:p>
          <a:p>
            <a:endParaRPr/>
          </a:p>
          <a:p>
            <a:r>
              <a:t>Transition: "To make this real, let us look at a current reference implementation pattern."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GBrain is a working reference pattern</a:t>
            </a:r>
          </a:p>
          <a:p>
            <a:endParaRPr/>
          </a:p>
          <a:p>
            <a:r>
              <a:t>Teaching intent: Introduce GBrain as a concrete implementation pattern without making the course dependent on one tool.</a:t>
            </a:r>
          </a:p>
          <a:p>
            <a:endParaRPr/>
          </a:p>
          <a:p>
            <a:r>
              <a:t>How to explain the slide: Say that GBrain is useful because it combines several ideas learners are designing today: synthesis with citations, gap analysis, typed knowledge graph, agent access through CLI/MCP, and scoped team/company usage.</a:t>
            </a:r>
          </a:p>
          <a:p>
            <a:endParaRPr/>
          </a:p>
          <a:p>
            <a:r>
              <a:t>Important framing: Do not present GBrain as a magic answer or mandatory platform. Present it as a reference architecture learners can study and possibly pilot.</a:t>
            </a:r>
          </a:p>
          <a:p>
            <a:endParaRPr/>
          </a:p>
          <a:p>
            <a:r>
              <a:t>Trainer note: Mention that the repo was reviewed as a current example of a second-brain implementation, especially its README claims around "search gives raw pages, GBrain gives the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Map GBrain to the Day 2 blueprint</a:t>
            </a:r>
          </a:p>
          <a:p>
            <a:endParaRPr/>
          </a:p>
          <a:p>
            <a:r>
              <a:t>Teaching intent: Convert tool interest into design questions.</a:t>
            </a:r>
          </a:p>
          <a:p>
            <a:endParaRPr/>
          </a:p>
          <a:p>
            <a:r>
              <a:t>How to explain the slide: Walk across the five columns. GBrain does not remove the need to decide sources, schema, access, evaluation, and operations. It makes those decisions more explicit because a real system needs them before it scales.</a:t>
            </a:r>
          </a:p>
          <a:p>
            <a:endParaRPr/>
          </a:p>
          <a:p>
            <a:r>
              <a:t>Ask the room: "If we piloted a tool like this, which decision would block us first: source trust, access, evaluation, or operations?"</a:t>
            </a:r>
          </a:p>
          <a:p>
            <a:endParaRPr/>
          </a:p>
          <a:p>
            <a:r>
              <a:t>Transition: "That is why we pilot deliberately rather than importing everything at once."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Pilot before company-wide rollout</a:t>
            </a:r>
          </a:p>
          <a:p>
            <a:endParaRPr/>
          </a:p>
          <a:p>
            <a:r>
              <a:t>Teaching intent: Give a practical adoption path for GBrain or any similar second-brain tool.</a:t>
            </a:r>
          </a:p>
          <a:p>
            <a:endParaRPr/>
          </a:p>
          <a:p>
            <a:r>
              <a:t>How to explain the slide: The safest path is narrow. Pick one scope, ingest only approved sources, connect one agent or workflow, test citations and gaps, then decide whether to build, extend, or pause.</a:t>
            </a:r>
          </a:p>
          <a:p>
            <a:endParaRPr/>
          </a:p>
          <a:p>
            <a:r>
              <a:t>Trainer emphasis: A pilot is not a demo. A demo shows that software runs. A pilot tests whether governance, access, source quality, and evaluation work in a real business context.</a:t>
            </a:r>
          </a:p>
          <a:p>
            <a:endParaRPr/>
          </a:p>
          <a:p>
            <a:r>
              <a:t>Transition: "Now we return to the first design decision: which sources deserve to enter the brain?"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Every useful source needs ownership and freshness</a:t>
            </a:r>
          </a:p>
          <a:p>
            <a:endParaRPr/>
          </a:p>
          <a:p>
            <a:r>
              <a:t>Teaching intent: Teach that trusted sources have accountability around them.</a:t>
            </a:r>
          </a:p>
          <a:p>
            <a:endParaRPr/>
          </a:p>
          <a:p>
            <a:r>
              <a:t>How to explain the slide: A source is not trusted just because it exists. It becomes trusted when someone owns it, its status is known, its review cycle is clear, and sensitivity is understood.</a:t>
            </a:r>
          </a:p>
          <a:p>
            <a:endParaRPr/>
          </a:p>
          <a:p>
            <a:r>
              <a:t>Ask the room: "Which source in your area is important but nobody clearly owns?"</a:t>
            </a:r>
          </a:p>
          <a:p>
            <a:endParaRPr/>
          </a:p>
          <a:p>
            <a:r>
              <a:t>Transition: "Let us identify a small set of trusted sources for one real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Identify trusted sources</a:t>
            </a:r>
          </a:p>
          <a:p>
            <a:endParaRPr/>
          </a:p>
          <a:p>
            <a:r>
              <a:t>Teaching intent: Start the first team activity with a narrow, finishable scope.</a:t>
            </a:r>
          </a:p>
          <a:p>
            <a:endParaRPr/>
          </a:p>
          <a:p>
            <a:r>
              <a:t>Activity setup: Ask each team to choose one department or workflow. They should list sources people already rely on, then mark whether each source is approved, current, owned, and safe for the intended users.</a:t>
            </a:r>
          </a:p>
          <a:p>
            <a:endParaRPr/>
          </a:p>
          <a:p>
            <a:r>
              <a:t>Facilitation cue: If teams list too many sources, narrow them to the five that would matter most for answering repeated questions.</a:t>
            </a:r>
          </a:p>
          <a:p>
            <a:endParaRPr/>
          </a:p>
          <a:p>
            <a:r>
              <a:t>Debrief prompt: "Which source looked trusted at first, but became questionable once you asked who owns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Source inventory fields</a:t>
            </a:r>
          </a:p>
          <a:p>
            <a:endParaRPr/>
          </a:p>
          <a:p>
            <a:r>
              <a:t>Teaching intent: Explain the workbook fields without projecting a tiny table.</a:t>
            </a:r>
          </a:p>
          <a:p>
            <a:endParaRPr/>
          </a:p>
          <a:p>
            <a:r>
              <a:t>How to explain the slide: Each field exists because it changes system behavior. Source identifies the knowledge asset. Owner tells who can approve changes. Freshness tells whether it can still be trusted. Access defines who can use it. Use case prevents broad, vague ingestion.</a:t>
            </a:r>
          </a:p>
          <a:p>
            <a:endParaRPr/>
          </a:p>
          <a:p>
            <a:r>
              <a:t>Trainer cue: Direct learners to the workbook for the actual table. The slide is a field guide, not the worksheet itself.</a:t>
            </a:r>
          </a:p>
          <a:p>
            <a:endParaRPr/>
          </a:p>
          <a:p>
            <a:r>
              <a:t>Transition: "Once sources are listed, the gaps become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What sources are missing?</a:t>
            </a:r>
          </a:p>
          <a:p>
            <a:endParaRPr/>
          </a:p>
          <a:p>
            <a:r>
              <a:t>Teaching intent: Turn the inventory into a risk discussion.</a:t>
            </a:r>
          </a:p>
          <a:p>
            <a:endParaRPr/>
          </a:p>
          <a:p>
            <a:r>
              <a:t>How to explain the slide: Walk through the four common gaps. No owner means no accountability. Stale version means the official source is not the real source. Sensitive content means retrieval must respect permissions. Conflicting rules mean the system needs escalation or source cleanup.</a:t>
            </a:r>
          </a:p>
          <a:p>
            <a:endParaRPr/>
          </a:p>
          <a:p>
            <a:r>
              <a:t>Ask the room: "Which gap would create the highest risk if AI used the source tomorrow?"</a:t>
            </a:r>
          </a:p>
          <a:p>
            <a:endParaRPr/>
          </a:p>
          <a:p>
            <a:r>
              <a:t>Transition: "Next we make the sources findable through taxonomy."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Taxonomy makes knowledge findable</a:t>
            </a:r>
          </a:p>
          <a:p>
            <a:endParaRPr/>
          </a:p>
          <a:p>
            <a:r>
              <a:t>Teaching intent: Explain taxonomy as a practical retrieval aid, not an enterprise architecture exercise.</a:t>
            </a:r>
          </a:p>
          <a:p>
            <a:endParaRPr/>
          </a:p>
          <a:p>
            <a:r>
              <a:t>How to explain the slide: A taxonomy gives the system and users a predictable way to place and find knowledge. Use the four example branches to show that categories should reflect how work is actually done.</a:t>
            </a:r>
          </a:p>
          <a:p>
            <a:endParaRPr/>
          </a:p>
          <a:p>
            <a:r>
              <a:t>Trainer warning: Stop teams from creating too many categories. A smaller taxonomy that people use beats a sophisticated taxonomy nobody maintains.</a:t>
            </a:r>
          </a:p>
          <a:p>
            <a:endParaRPr/>
          </a:p>
          <a:p>
            <a:r>
              <a:t>Transition: "Metadata is the governance layer that sits on top of the taxonomy."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Metadata makes knowledge governable</a:t>
            </a:r>
          </a:p>
          <a:p>
            <a:endParaRPr/>
          </a:p>
          <a:p>
            <a:r>
              <a:t>Teaching intent: Show that metadata controls trust, access, and maintenance.</a:t>
            </a:r>
          </a:p>
          <a:p>
            <a:endParaRPr/>
          </a:p>
          <a:p>
            <a:r>
              <a:t>How to explain the slide: Metadata answers operational questions. Who owns it? When was it reviewed? Is it current? Is it sensitive? Which questions should retrieve it? When should it expire or be archived?</a:t>
            </a:r>
          </a:p>
          <a:p>
            <a:endParaRPr/>
          </a:p>
          <a:p>
            <a:r>
              <a:t>Ask the room: "Which metadata field would prevent the most mistakes in your team?"</a:t>
            </a:r>
          </a:p>
          <a:p>
            <a:endParaRPr/>
          </a:p>
          <a:p>
            <a:r>
              <a:t>Transition: "Here is what this looks like in a simple HR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A simple HR taxonomy is enough to start</a:t>
            </a:r>
          </a:p>
          <a:p>
            <a:endParaRPr/>
          </a:p>
          <a:p>
            <a:r>
              <a:t>Teaching intent: Give a realistic example that feels achievable.</a:t>
            </a:r>
          </a:p>
          <a:p>
            <a:endParaRPr/>
          </a:p>
          <a:p>
            <a:r>
              <a:t>How to explain the slide: The HR taxonomy uses categories people already understand: leave, benefits, onboarding, performance. This is enough to start because it helps sources land in predictable places.</a:t>
            </a:r>
          </a:p>
          <a:p>
            <a:endParaRPr/>
          </a:p>
          <a:p>
            <a:r>
              <a:t>Trainer emphasis: The first version should be useful, not final. The taxonomy can evolve after teams see retrieval behavior.</a:t>
            </a:r>
          </a:p>
          <a:p>
            <a:endParaRPr/>
          </a:p>
          <a:p>
            <a:r>
              <a:t>Transition: "Now each team drafts its own taxonomy."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Draft your taxonomy</a:t>
            </a:r>
          </a:p>
          <a:p>
            <a:endParaRPr/>
          </a:p>
          <a:p>
            <a:r>
              <a:t>Teaching intent: Move learners from concept to artifact.</a:t>
            </a:r>
          </a:p>
          <a:p>
            <a:endParaRPr/>
          </a:p>
          <a:p>
            <a:r>
              <a:t>Activity setup: Teams should name top-level categories, add two source examples per category, choose only metadata fields that affect retrieval or governance, then test one question against the draft.</a:t>
            </a:r>
          </a:p>
          <a:p>
            <a:endParaRPr/>
          </a:p>
          <a:p>
            <a:r>
              <a:t>Facilitation cue: If a team chooses abstract categories like "General" or "Miscellaneous", ask what question would retrieve from that category and whether another team would understand it.</a:t>
            </a:r>
          </a:p>
          <a:p>
            <a:endParaRPr/>
          </a:p>
          <a:p>
            <a:r>
              <a:t>Transition: "Before we continue, we quality-check the taxonomy."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Check the taxonomy before it grows</a:t>
            </a:r>
          </a:p>
          <a:p>
            <a:endParaRPr/>
          </a:p>
          <a:p>
            <a:r>
              <a:t>Teaching intent: Prevent category sprawl and vague labels.</a:t>
            </a:r>
          </a:p>
          <a:p>
            <a:endParaRPr/>
          </a:p>
          <a:p>
            <a:r>
              <a:t>How to explain the slide: A taxonomy is good when another team can place a new file without guessing, labels do not overlap, and the structure is maintainable.</a:t>
            </a:r>
          </a:p>
          <a:p>
            <a:endParaRPr/>
          </a:p>
          <a:p>
            <a:r>
              <a:t>Quick exercise: Ask teams to swap one source with a neighboring team and ask where it would fit.</a:t>
            </a:r>
          </a:p>
          <a:p>
            <a:endParaRPr/>
          </a:p>
          <a:p>
            <a:r>
              <a:t>Transition: "Now we apply the same discipline to metadata."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21: Metadata must support real decisions</a:t>
            </a:r>
          </a:p>
          <a:p>
            <a:endParaRPr/>
          </a:p>
          <a:p>
            <a:r>
              <a:t>Teaching intent: Keep metadata practical and tied to system behavior.</a:t>
            </a:r>
          </a:p>
          <a:p>
            <a:endParaRPr/>
          </a:p>
          <a:p>
            <a:r>
              <a:t>How to explain the slide: Every metadata field should help the system find, trust, restrict, or review knowledge. If a field does not change a decision, it may not belong in the first version.</a:t>
            </a:r>
          </a:p>
          <a:p>
            <a:endParaRPr/>
          </a:p>
          <a:p>
            <a:r>
              <a:t>Ask the room: "Which metadata field sounds useful but would rarely change behavior?"</a:t>
            </a:r>
          </a:p>
          <a:p>
            <a:endParaRPr/>
          </a:p>
          <a:p>
            <a:r>
              <a:t>Transition: "Findability is only half the design. Access is the next control."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Visual explanation cue: Teach the visual as a routing model. A request should pass through a permission gate before retrieval is used. Depending on role, source category, sensitivity, and confidence, the system may answer, ask for clarification, escalate to an owner, or refuse.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23: Unsafe answers need a path, not a guess</a:t>
            </a:r>
          </a:p>
          <a:p>
            <a:endParaRPr/>
          </a:p>
          <a:p>
            <a:r>
              <a:t>Teaching intent: Teach answer behavior under uncertainty or risk.</a:t>
            </a:r>
          </a:p>
          <a:p>
            <a:endParaRPr/>
          </a:p>
          <a:p>
            <a:r>
              <a:t>How to explain the slide: The system has four possible behaviors: answer, ask, escalate, or refuse. The wrong move is to guess confidently when evidence, permission, or policy is unclear.</a:t>
            </a:r>
          </a:p>
          <a:p>
            <a:endParaRPr/>
          </a:p>
          <a:p>
            <a:r>
              <a:t>Ask the room: "Which of these four behaviors is least common in your current AI use?"</a:t>
            </a:r>
          </a:p>
          <a:p>
            <a:endParaRPr/>
          </a:p>
          <a:p>
            <a:r>
              <a:t>Transition: "We capture those decisions in the access and escalation matrix."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24: Access and escalation matrix</a:t>
            </a:r>
          </a:p>
          <a:p>
            <a:endParaRPr/>
          </a:p>
          <a:p>
            <a:r>
              <a:t>Teaching intent: Introduce the matrix as the operating rule set for who can use what.</a:t>
            </a:r>
          </a:p>
          <a:p>
            <a:endParaRPr/>
          </a:p>
          <a:p>
            <a:r>
              <a:t>How to explain the slide: Role identifies the requester. Source identifies the knowledge category. Access defines the allowed action. Trigger defines when the system escalates. Owner defines who decides.</a:t>
            </a:r>
          </a:p>
          <a:p>
            <a:endParaRPr/>
          </a:p>
          <a:p>
            <a:r>
              <a:t>Trainer cue: Do not show a crowded table. Ask learners to complete one or two representative rows in the workbook first.</a:t>
            </a:r>
          </a:p>
          <a:p>
            <a:endParaRPr/>
          </a:p>
          <a:p>
            <a:r>
              <a:t>Transition: "Now we test the matrix with scenarios."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25: Who should see this?</a:t>
            </a:r>
          </a:p>
          <a:p>
            <a:endParaRPr/>
          </a:p>
          <a:p>
            <a:r>
              <a:t>Teaching intent: Use scenarios to test whether the access rules are specific enough.</a:t>
            </a:r>
          </a:p>
          <a:p>
            <a:endParaRPr/>
          </a:p>
          <a:p>
            <a:r>
              <a:t>How to facilitate: Present each scenario and ask teams to classify it as answer, restrict, escalate, or refuse. Then ask what source and owner would justify that decision.</a:t>
            </a:r>
          </a:p>
          <a:p>
            <a:endParaRPr/>
          </a:p>
          <a:p>
            <a:r>
              <a:t>Debrief cue: If teams disagree, that is useful. Disagreement reveals unclear policy or ownership.</a:t>
            </a:r>
          </a:p>
          <a:p>
            <a:endParaRPr/>
          </a:p>
          <a:p>
            <a:r>
              <a:t>Transition: "Once sources, structure, and access are clear, retrieval can become useful."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26: RAG means the model answers with retrieved evidence</a:t>
            </a:r>
          </a:p>
          <a:p>
            <a:endParaRPr/>
          </a:p>
          <a:p>
            <a:r>
              <a:t>Teaching intent: Explain RAG in plain business language.</a:t>
            </a:r>
          </a:p>
          <a:p>
            <a:endParaRPr/>
          </a:p>
          <a:p>
            <a:r>
              <a:t>How to explain the slide: The model does not rely only on what it already knows. It receives a question, retrieves relevant company evidence, grounds the answer in that evidence, and cites what it used.</a:t>
            </a:r>
          </a:p>
          <a:p>
            <a:endParaRPr/>
          </a:p>
          <a:p>
            <a:r>
              <a:t>Trainer warning: Avoid going deep into embeddings or vector databases unless the audience asks. Keep the point on evidence-based answers.</a:t>
            </a:r>
          </a:p>
          <a:p>
            <a:endParaRPr/>
          </a:p>
          <a:p>
            <a:r>
              <a:t>Transition: "Retrieval quality depends heavily on how sources are structured."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27: Structure improves retrieval quality</a:t>
            </a:r>
          </a:p>
          <a:p>
            <a:endParaRPr/>
          </a:p>
          <a:p>
            <a:r>
              <a:t>Teaching intent: Show why document quality affects answer quality.</a:t>
            </a:r>
          </a:p>
          <a:p>
            <a:endParaRPr/>
          </a:p>
          <a:p>
            <a:r>
              <a:t>How to explain the slide: Headings make sections meaningful. Chunks keep evidence coherent. Metadata filters by owner, status, and access. Versioning helps the system prefer current approved sources.</a:t>
            </a:r>
          </a:p>
          <a:p>
            <a:endParaRPr/>
          </a:p>
          <a:p>
            <a:r>
              <a:t>Ask the room: "Which of your current documents would be hardest for AI to retrieve from cleanly?"</a:t>
            </a:r>
          </a:p>
          <a:p>
            <a:endParaRPr/>
          </a:p>
          <a:p>
            <a:r>
              <a:t>Transition: "After retrieval, the system still needs to choose the best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28: Reranking selects better evidence</a:t>
            </a:r>
          </a:p>
          <a:p>
            <a:endParaRPr/>
          </a:p>
          <a:p>
            <a:r>
              <a:t>Teaching intent: Explain why search results need selection, not just collection.</a:t>
            </a:r>
          </a:p>
          <a:p>
            <a:endParaRPr/>
          </a:p>
          <a:p>
            <a:r>
              <a:t>How to explain the slide: Many hits are possible. The system filters for access and status, ranks relevance, then uses the best evidence. This is how a second brain avoids answering from a weak but semantically similar source.</a:t>
            </a:r>
          </a:p>
          <a:p>
            <a:endParaRPr/>
          </a:p>
          <a:p>
            <a:r>
              <a:t>Trainer analogy: Compare it to web search. The first match is not always the best source for a business decision.</a:t>
            </a:r>
          </a:p>
          <a:p>
            <a:endParaRPr/>
          </a:p>
          <a:p>
            <a:r>
              <a:t>Transition: "The answer must then expose its evidence through citations."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Citations make answers inspectable</a:t>
            </a:r>
          </a:p>
          <a:p>
            <a:endParaRPr/>
          </a:p>
          <a:p>
            <a:r>
              <a:t>Teaching intent: Position citations as a review mechanism.</a:t>
            </a:r>
          </a:p>
          <a:p>
            <a:endParaRPr/>
          </a:p>
          <a:p>
            <a:r>
              <a:t>How to explain the slide: A weak answer sounds helpful but cannot be inspected. An inspectable answer points back to the approved source and gives reviewers a way to verify or correct it.</a:t>
            </a:r>
          </a:p>
          <a:p>
            <a:endParaRPr/>
          </a:p>
          <a:p>
            <a:r>
              <a:t>Ask the room: "When would you refuse to trust an AI answer without a citation?"</a:t>
            </a:r>
          </a:p>
          <a:p>
            <a:endParaRPr/>
          </a:p>
          <a:p>
            <a:r>
              <a:t>Transition: "Citations help, but the system also needs rules for uncertainty."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30: Uncertainty needs rules</a:t>
            </a:r>
          </a:p>
          <a:p>
            <a:endParaRPr/>
          </a:p>
          <a:p>
            <a:r>
              <a:t>Teaching intent: Normalize uncertainty-aware AI behavior.</a:t>
            </a:r>
          </a:p>
          <a:p>
            <a:endParaRPr/>
          </a:p>
          <a:p>
            <a:r>
              <a:t>How to explain the slide: The second brain should not always answer. If evidence is enough, answer with a citation. If detail is missing, ask. If sources conflict, escalate. If restricted, refuse.</a:t>
            </a:r>
          </a:p>
          <a:p>
            <a:endParaRPr/>
          </a:p>
          <a:p>
            <a:r>
              <a:t>Trainer emphasis: A system that can say "I do not know" is more trustworthy than one that always responds fluently.</a:t>
            </a:r>
          </a:p>
          <a:p>
            <a:endParaRPr/>
          </a:p>
          <a:p>
            <a:r>
              <a:t>Transition: "Now we compare weak and better answer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Good answers are bounded and cited</a:t>
            </a:r>
          </a:p>
          <a:p>
            <a:endParaRPr/>
          </a:p>
          <a:p>
            <a:r>
              <a:t>Teaching intent: Show the difference between a fluent guess and a usable governed answer.</a:t>
            </a:r>
          </a:p>
          <a:p>
            <a:endParaRPr/>
          </a:p>
          <a:p>
            <a:r>
              <a:t>How to explain the slide: The weak answer gives a direct response but hides its source and conditions. The better answer names the basis, adds boundaries, and sends edge cases to a human.</a:t>
            </a:r>
          </a:p>
          <a:p>
            <a:endParaRPr/>
          </a:p>
          <a:p>
            <a:r>
              <a:t>Trainer cue: Tell learners this is not about making answers longer. It is about making answers reviewable.</a:t>
            </a:r>
          </a:p>
          <a:p>
            <a:endParaRPr/>
          </a:p>
          <a:p>
            <a:r>
              <a:t>Transition: "Teams now define their own citation and confidence rules."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32: Define citation and confidence rules</a:t>
            </a:r>
          </a:p>
          <a:p>
            <a:endParaRPr/>
          </a:p>
          <a:p>
            <a:r>
              <a:t>Teaching intent: Turn answer-quality expectations into explicit rules.</a:t>
            </a:r>
          </a:p>
          <a:p>
            <a:endParaRPr/>
          </a:p>
          <a:p>
            <a:r>
              <a:t>Activity setup: Teams choose one use case, define the source that must be cited, decide what evidence is enough, and write stop rules for escalation or refusal.</a:t>
            </a:r>
          </a:p>
          <a:p>
            <a:endParaRPr/>
          </a:p>
          <a:p>
            <a:r>
              <a:t>Facilitation cue: Push teams to make rules specific. "Cite policy" is weaker than "cite the current approved HR leave policy and include review date."</a:t>
            </a:r>
          </a:p>
          <a:p>
            <a:endParaRPr/>
          </a:p>
          <a:p>
            <a:r>
              <a:t>Transition: "We use evaluation questions to test whether those rules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33: Evaluation questions test the system</a:t>
            </a:r>
          </a:p>
          <a:p>
            <a:endParaRPr/>
          </a:p>
          <a:p>
            <a:r>
              <a:t>Teaching intent: Introduce evaluation as practical governance.</a:t>
            </a:r>
          </a:p>
          <a:p>
            <a:endParaRPr/>
          </a:p>
          <a:p>
            <a:r>
              <a:t>How to explain the slide: Evaluation questions are not exams for learners. They are tests for the second-brain system. They check normal questions, edge cases, restricted requests, and stale-source risks.</a:t>
            </a:r>
          </a:p>
          <a:p>
            <a:endParaRPr/>
          </a:p>
          <a:p>
            <a:r>
              <a:t>Ask the room: "Which type of question would most likely expose a bad answer in your area?"</a:t>
            </a:r>
          </a:p>
          <a:p>
            <a:endParaRPr/>
          </a:p>
          <a:p>
            <a:r>
              <a:t>Transition: "A useful evaluation question includes a failure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34: A good evaluation question has a failure signal</a:t>
            </a:r>
          </a:p>
          <a:p>
            <a:endParaRPr/>
          </a:p>
          <a:p>
            <a:r>
              <a:t>Teaching intent: Teach what makes a test question actionable.</a:t>
            </a:r>
          </a:p>
          <a:p>
            <a:endParaRPr/>
          </a:p>
          <a:p>
            <a:r>
              <a:t>How to explain the slide: A good test names the question, expected source, expected answer, and failure signal. The failure signal tells reviewers what would be concerning: wrong source, no citation, outdated answer, or unsafe disclosure.</a:t>
            </a:r>
          </a:p>
          <a:p>
            <a:endParaRPr/>
          </a:p>
          <a:p>
            <a:r>
              <a:t>Trainer cue: Keep examples short. The workbook will hold detailed rows.</a:t>
            </a:r>
          </a:p>
          <a:p>
            <a:endParaRPr/>
          </a:p>
          <a:p>
            <a:r>
              <a:t>Transition: "Now teams write a small evaluation 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35: Write evaluation questions</a:t>
            </a:r>
          </a:p>
          <a:p>
            <a:endParaRPr/>
          </a:p>
          <a:p>
            <a:r>
              <a:t>Teaching intent: Create the evaluation-question artifact.</a:t>
            </a:r>
          </a:p>
          <a:p>
            <a:endParaRPr/>
          </a:p>
          <a:p>
            <a:r>
              <a:t>Activity setup: Ask teams to write three normal questions, two edge-case questions, one restricted question, and one stale-source question. Each should identify the expected source and the failure signal.</a:t>
            </a:r>
          </a:p>
          <a:p>
            <a:endParaRPr/>
          </a:p>
          <a:p>
            <a:r>
              <a:t>Facilitation cue: If teams write vague questions, ask them what a correct answer must include.</a:t>
            </a:r>
          </a:p>
          <a:p>
            <a:endParaRPr/>
          </a:p>
          <a:p>
            <a:r>
              <a:t>Transition: "With artifacts drafted, we can name the failure modes to watch for."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36: Second brains fail in predictable ways</a:t>
            </a:r>
          </a:p>
          <a:p>
            <a:endParaRPr/>
          </a:p>
          <a:p>
            <a:r>
              <a:t>Teaching intent: Shift from feature excitement to operational realism.</a:t>
            </a:r>
          </a:p>
          <a:p>
            <a:endParaRPr/>
          </a:p>
          <a:p>
            <a:r>
              <a:t>How to explain the slide: Most failures are not because the model is bad. They happen because sources are stale, access is wrong, metadata is weak, ownership is missing, or feedback is not captured.</a:t>
            </a:r>
          </a:p>
          <a:p>
            <a:endParaRPr/>
          </a:p>
          <a:p>
            <a:r>
              <a:t>Ask the room: "Which failure mode is most likely in your current organization?"</a:t>
            </a:r>
          </a:p>
          <a:p>
            <a:endParaRPr/>
          </a:p>
          <a:p>
            <a:r>
              <a:t>Transition: "The feedback loop is how the system gets better instead of repeating mistakes."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37: Feedback keeps knowledge alive</a:t>
            </a:r>
          </a:p>
          <a:p>
            <a:endParaRPr/>
          </a:p>
          <a:p>
            <a:r>
              <a:t>Teaching intent: Show that a second brain is operated continuously.</a:t>
            </a:r>
          </a:p>
          <a:p>
            <a:endParaRPr/>
          </a:p>
          <a:p>
            <a:r>
              <a:t>How to explain the slide: Feedback should not end with correcting one answer. The correction should update the source, trigger owner review, and retest the evaluation question. That is how the brain stays current.</a:t>
            </a:r>
          </a:p>
          <a:p>
            <a:endParaRPr/>
          </a:p>
          <a:p>
            <a:r>
              <a:t>Trainer emphasis: Launch is not the finish line. Maintenance is part of the product.</a:t>
            </a:r>
          </a:p>
          <a:p>
            <a:endParaRPr/>
          </a:p>
          <a:p>
            <a:r>
              <a:t>Transition: "Now we review whether the blueprint has all the pieces."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38: Blueprint review checklist</a:t>
            </a:r>
          </a:p>
          <a:p>
            <a:endParaRPr/>
          </a:p>
          <a:p>
            <a:r>
              <a:t>Teaching intent: Bring the day’s artifacts into one completeness check.</a:t>
            </a:r>
          </a:p>
          <a:p>
            <a:endParaRPr/>
          </a:p>
          <a:p>
            <a:r>
              <a:t>How to explain the slide: Sources must be trusted and owned. Taxonomy must be findable and maintainable. Access must be explicit. Evaluation must test answer quality. Feedback must update sources and tests.</a:t>
            </a:r>
          </a:p>
          <a:p>
            <a:endParaRPr/>
          </a:p>
          <a:p>
            <a:r>
              <a:t>Ask teams: "Which checklist item is least complete in your draft?"</a:t>
            </a:r>
          </a:p>
          <a:p>
            <a:endParaRPr/>
          </a:p>
          <a:p>
            <a:r>
              <a:t>Transition: "Teams now consolidate the blueprint."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39: Complete the second-brain blueprint</a:t>
            </a:r>
          </a:p>
          <a:p>
            <a:endParaRPr/>
          </a:p>
          <a:p>
            <a:r>
              <a:t>Teaching intent: Give teams focused time to consolidate their work.</a:t>
            </a:r>
          </a:p>
          <a:p>
            <a:endParaRPr/>
          </a:p>
          <a:p>
            <a:r>
              <a:t>Activity setup: Teams connect their source inventory, taxonomy, access matrix, and evaluation questions into one blueprint. They should mark gaps, assign decisions, and prepare for peer review.</a:t>
            </a:r>
          </a:p>
          <a:p>
            <a:endParaRPr/>
          </a:p>
          <a:p>
            <a:r>
              <a:t>Facilitation cue: Walk the room and look for missing owners, vague access rules, or evaluation questions without expected sources.</a:t>
            </a:r>
          </a:p>
          <a:p>
            <a:endParaRPr/>
          </a:p>
          <a:p>
            <a:r>
              <a:t>Transition: "Peer review tests whether someone else can understand and use the blueprint."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40: Can another team use it?</a:t>
            </a:r>
          </a:p>
          <a:p>
            <a:endParaRPr/>
          </a:p>
          <a:p>
            <a:r>
              <a:t>Teaching intent: Make clarity and usability the quality standard.</a:t>
            </a:r>
          </a:p>
          <a:p>
            <a:endParaRPr/>
          </a:p>
          <a:p>
            <a:r>
              <a:t>How to facilitate: Teams exchange blueprints. Reviewers check whether the scope is clear, sources are owned, governance rules are explicit, and the system can be tested.</a:t>
            </a:r>
          </a:p>
          <a:p>
            <a:endParaRPr/>
          </a:p>
          <a:p>
            <a:r>
              <a:t>Debrief cue: Ask reviewers to give one strength and one decision that needs clarification.</a:t>
            </a:r>
          </a:p>
          <a:p>
            <a:endParaRPr/>
          </a:p>
          <a:p>
            <a:r>
              <a:t>Transition: "Some gaps are team design issues. Others are management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41: What must management decide?</a:t>
            </a:r>
          </a:p>
          <a:p>
            <a:endParaRPr/>
          </a:p>
          <a:p>
            <a:r>
              <a:t>Teaching intent: Separate learner design work from leadership decisions.</a:t>
            </a:r>
          </a:p>
          <a:p>
            <a:endParaRPr/>
          </a:p>
          <a:p>
            <a:r>
              <a:t>How to explain the slide: Ownership, access, tool selection, and review cadence often require management commitment. These should not be hidden as technical details.</a:t>
            </a:r>
          </a:p>
          <a:p>
            <a:endParaRPr/>
          </a:p>
          <a:p>
            <a:r>
              <a:t>Ask the room: "Which decision would need leadership approval before this could become real?"</a:t>
            </a:r>
          </a:p>
          <a:p>
            <a:endParaRPr/>
          </a:p>
          <a:p>
            <a:r>
              <a:t>Transition: "This is why context should be treated as infrastructure."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42: Context is infrastructure</a:t>
            </a:r>
          </a:p>
          <a:p>
            <a:endParaRPr/>
          </a:p>
          <a:p>
            <a:r>
              <a:t>Teaching intent: Provide the executive synthesis of Day 2.</a:t>
            </a:r>
          </a:p>
          <a:p>
            <a:endParaRPr/>
          </a:p>
          <a:p>
            <a:r>
              <a:t>How to explain the slide: Reliable AI depends on governed knowledge, not only better prompts or better models. If the organization wants agents, automation, and AI-assisted decisions, the knowledge layer must be treated as infrastructure.</a:t>
            </a:r>
          </a:p>
          <a:p>
            <a:endParaRPr/>
          </a:p>
          <a:p>
            <a:r>
              <a:t>Trainer emphasis: This slide is useful for managers. It gives them the business case for source ownership, metadata, access, and evaluation.</a:t>
            </a:r>
          </a:p>
          <a:p>
            <a:endParaRPr/>
          </a:p>
          <a:p>
            <a:r>
              <a:t>Transition: "Before closing, confirm the artifacts created today."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43: Day 2 artifact checklist</a:t>
            </a:r>
          </a:p>
          <a:p>
            <a:endParaRPr/>
          </a:p>
          <a:p>
            <a:r>
              <a:t>Teaching intent: Confirm tangible outputs and prevent silent gaps.</a:t>
            </a:r>
          </a:p>
          <a:p>
            <a:endParaRPr/>
          </a:p>
          <a:p>
            <a:r>
              <a:t>How to explain the slide: Walk through each artifact. Ask teams to mark completed, needs owner review, or carry forward to Day 6. Make clear that incomplete fields are not failures; they are lab inputs and management decisions.</a:t>
            </a:r>
          </a:p>
          <a:p>
            <a:endParaRPr/>
          </a:p>
          <a:p>
            <a:r>
              <a:t>Facilitation cue: Give teams a few minutes to mark open items while the slide is visible.</a:t>
            </a:r>
          </a:p>
          <a:p>
            <a:endParaRPr/>
          </a:p>
          <a:p>
            <a:r>
              <a:t>Transition: "These artifacts become the context foundation for supervised agent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44: Governed context enables supervised agents</a:t>
            </a:r>
          </a:p>
          <a:p>
            <a:endParaRPr/>
          </a:p>
          <a:p>
            <a:r>
              <a:t>Teaching intent: Bridge Day 2 into Day 3.</a:t>
            </a:r>
          </a:p>
          <a:p>
            <a:endParaRPr/>
          </a:p>
          <a:p>
            <a:r>
              <a:t>How to explain the slide: Agents need more than goals. They need trusted context, clear workflows, boundaries, and human review. The second brain supplies the context layer, but Agent Boss design supplies supervision and accountability.</a:t>
            </a:r>
          </a:p>
          <a:p>
            <a:endParaRPr/>
          </a:p>
          <a:p>
            <a:r>
              <a:t>Ask the room: "Which workflow would be easier to supervise if the knowledge foundation were already trusted?"</a:t>
            </a:r>
          </a:p>
          <a:p>
            <a:endParaRPr/>
          </a:p>
          <a:p>
            <a:r>
              <a:t>Transition: "That is the workflow we want you to bring into Day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45: Bring one workflow for Agent Boss design</a:t>
            </a:r>
          </a:p>
          <a:p>
            <a:endParaRPr/>
          </a:p>
          <a:p>
            <a:r>
              <a:t>Teaching intent: Close with a clear preparation task for the next day.</a:t>
            </a:r>
          </a:p>
          <a:p>
            <a:endParaRPr/>
          </a:p>
          <a:p>
            <a:r>
              <a:t>How to explain the slide: Learners should bring one real workflow with inputs, outputs, risks, and an owner. It should be suitable for AI assistance but still require human supervision.</a:t>
            </a:r>
          </a:p>
          <a:p>
            <a:endParaRPr/>
          </a:p>
          <a:p>
            <a:r>
              <a:t>Trainer cue: Encourage practical workflows, not abstract transformation themes. Good examples include policy Q&amp;A, report drafting, intake triage, customer response preparation, or internal knowledge lookup.</a:t>
            </a:r>
          </a:p>
          <a:p>
            <a:endParaRPr/>
          </a:p>
          <a:p>
            <a:r>
              <a:t>Close: "Tomorrow we move from trusted context to supervised agent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2.sv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2.sv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svg"/><Relationship Id="rId7"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1.svg"/><Relationship Id="rId7" Type="http://schemas.openxmlformats.org/officeDocument/2006/relationships/image" Target="../media/image12.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9.sv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7.sv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2.svg"/><Relationship Id="rId7" Type="http://schemas.openxmlformats.org/officeDocument/2006/relationships/image" Target="../media/image5.sv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2.sv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2.sv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5.svg"/><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4.svg"/><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12.svg"/></Relationships>
</file>

<file path=ppt/slides/_rels/slide2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2.svg"/><Relationship Id="rId4" Type="http://schemas.openxmlformats.org/officeDocument/2006/relationships/image" Target="../media/image8.svg"/></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4.sv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4.svg"/></Relationships>
</file>

<file path=ppt/slides/_rels/slide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10.svg"/></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4.svg"/></Relationships>
</file>

<file path=ppt/slides/_rels/slide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svg"/><Relationship Id="rId4" Type="http://schemas.openxmlformats.org/officeDocument/2006/relationships/image" Target="../media/image8.svg"/></Relationships>
</file>

<file path=ppt/slides/_rels/slide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svg"/></Relationships>
</file>

<file path=ppt/slides/_rels/slide3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svg"/><Relationship Id="rId7" Type="http://schemas.openxmlformats.org/officeDocument/2006/relationships/image" Target="../media/image7.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5.svg"/></Relationships>
</file>

<file path=ppt/slides/_rels/slide3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12.svg"/><Relationship Id="rId4" Type="http://schemas.openxmlformats.org/officeDocument/2006/relationships/image" Target="../media/image10.svg"/></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8.svg"/></Relationships>
</file>

<file path=ppt/slides/_rels/slide4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svg"/><Relationship Id="rId4" Type="http://schemas.openxmlformats.org/officeDocument/2006/relationships/image" Target="../media/image4.sv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5.svg"/></Relationships>
</file>

<file path=ppt/slides/_rels/slide4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svg"/><Relationship Id="rId4" Type="http://schemas.openxmlformats.org/officeDocument/2006/relationships/image" Target="../media/image9.svg"/></Relationships>
</file>

<file path=ppt/slides/_rels/slide4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svg"/><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DA6F382-8039-40FD-B93B-59523EEC9DF5}"/>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KNOWLEDGE FOUNDATION</a:t>
            </a:r>
          </a:p>
        </p:txBody>
      </p:sp>
      <p:sp>
        <p:nvSpPr>
          <p:cNvPr id="2" name="Rectangle 1">
            <a:extLst>
              <a:ext uri="{FF2B5EF4-FFF2-40B4-BE49-F238E27FC236}">
                <a16:creationId xmlns:a16="http://schemas.microsoft.com/office/drawing/2014/main" id="{48EDB6B3-C7C6-4AA8-AAEC-59F4F86ABC83}"/>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3" name="Rectangle 2">
            <a:extLst>
              <a:ext uri="{FF2B5EF4-FFF2-40B4-BE49-F238E27FC236}">
                <a16:creationId xmlns:a16="http://schemas.microsoft.com/office/drawing/2014/main" id="{84323A6D-B869-43B9-9695-EDBFABB19F7D}"/>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01</a:t>
            </a:r>
          </a:p>
        </p:txBody>
      </p:sp>
      <p:sp>
        <p:nvSpPr>
          <p:cNvPr id="4" name="Rectangle: Rounded Corners 3">
            <a:extLst>
              <a:ext uri="{FF2B5EF4-FFF2-40B4-BE49-F238E27FC236}">
                <a16:creationId xmlns:a16="http://schemas.microsoft.com/office/drawing/2014/main" id="{4E02C99B-CDD1-4C3B-A694-CB48BEE02A9E}"/>
              </a:ext>
            </a:extLst>
          </p:cNvPr>
          <p:cNvSpPr>
            <a:spLocks noGrp="1"/>
          </p:cNvSpPr>
          <p:nvPr/>
        </p:nvSpPr>
        <p:spPr>
          <a:xfrm>
            <a:off x="4810125" y="1628775"/>
            <a:ext cx="6572250" cy="3733800"/>
          </a:xfrm>
          <a:prstGeom prst="roundRect">
            <a:avLst>
              <a:gd name="adj" fmla="val 4082"/>
            </a:avLst>
          </a:prstGeom>
          <a:solidFill>
            <a:srgbClr val="071827"/>
          </a:solidFill>
          <a:ln w="11430">
            <a:solidFill>
              <a:srgbClr val="143653"/>
            </a:solidFill>
            <a:prstDash val="solid"/>
          </a:ln>
        </p:spPr>
        <p:txBody>
          <a:bodyPr/>
          <a:lstStyle/>
          <a:p>
            <a:endParaRPr/>
          </a:p>
        </p:txBody>
      </p:sp>
      <p:pic>
        <p:nvPicPr>
          <p:cNvPr id="26" name="Picture 22"/>
          <p:cNvPicPr>
            <a:picLocks noChangeAspect="1"/>
          </p:cNvPicPr>
          <p:nvPr/>
        </p:nvPicPr>
        <p:blipFill>
          <a:blip r:embed="rId3"/>
          <a:stretch/>
        </p:blipFill>
        <p:spPr>
          <a:xfrm>
            <a:off x="4943475" y="1695450"/>
            <a:ext cx="6572250" cy="3698856"/>
          </a:xfrm>
          <a:prstGeom prst="roundRect">
            <a:avLst/>
          </a:prstGeom>
        </p:spPr>
      </p:pic>
      <p:sp>
        <p:nvSpPr>
          <p:cNvPr id="6" name="Rectangle 5">
            <a:extLst>
              <a:ext uri="{FF2B5EF4-FFF2-40B4-BE49-F238E27FC236}">
                <a16:creationId xmlns:a16="http://schemas.microsoft.com/office/drawing/2014/main" id="{2EA8F60C-1E9E-49B9-B19A-7FA07C42BFD6}"/>
              </a:ext>
            </a:extLst>
          </p:cNvPr>
          <p:cNvSpPr>
            <a:spLocks noGrp="1"/>
          </p:cNvSpPr>
          <p:nvPr/>
        </p:nvSpPr>
        <p:spPr>
          <a:xfrm>
            <a:off x="676274" y="738378"/>
            <a:ext cx="6309741" cy="1066800"/>
          </a:xfrm>
          <a:prstGeom prst="rect">
            <a:avLst/>
          </a:prstGeom>
          <a:noFill/>
          <a:ln w="0">
            <a:noFill/>
            <a:prstDash val="solid"/>
          </a:ln>
        </p:spPr>
        <p:txBody>
          <a:bodyPr/>
          <a:lstStyle/>
          <a:p>
            <a:pPr algn="l">
              <a:buNone/>
              <a:defRPr sz="4050" b="1">
                <a:solidFill>
                  <a:srgbClr val="F8FAFC"/>
                </a:solidFill>
              </a:defRPr>
            </a:pPr>
            <a:r>
              <a:rPr sz="4050" b="1">
                <a:solidFill>
                  <a:srgbClr val="F8FAFC"/>
                </a:solidFill>
              </a:rPr>
              <a:t>Company </a:t>
            </a:r>
            <a:r>
              <a:rPr sz="4400" b="1">
                <a:solidFill>
                  <a:srgbClr val="F8FAFC"/>
                </a:solidFill>
              </a:rPr>
              <a:t>Second</a:t>
            </a:r>
            <a:r>
              <a:rPr sz="4050" b="1">
                <a:solidFill>
                  <a:srgbClr val="F8FAFC"/>
                </a:solidFill>
              </a:rPr>
              <a:t> Brain</a:t>
            </a:r>
          </a:p>
        </p:txBody>
      </p:sp>
      <p:sp>
        <p:nvSpPr>
          <p:cNvPr id="7" name="Rectangle 6">
            <a:extLst>
              <a:ext uri="{FF2B5EF4-FFF2-40B4-BE49-F238E27FC236}">
                <a16:creationId xmlns:a16="http://schemas.microsoft.com/office/drawing/2014/main" id="{E5D1A59E-8307-4C63-898C-5B0A59F74E31}"/>
              </a:ext>
            </a:extLst>
          </p:cNvPr>
          <p:cNvSpPr>
            <a:spLocks noGrp="1"/>
          </p:cNvSpPr>
          <p:nvPr/>
        </p:nvSpPr>
        <p:spPr>
          <a:xfrm>
            <a:off x="676275" y="2628900"/>
            <a:ext cx="3905250" cy="1248156"/>
          </a:xfrm>
          <a:prstGeom prst="rect">
            <a:avLst/>
          </a:prstGeom>
          <a:noFill/>
          <a:ln w="0">
            <a:noFill/>
            <a:prstDash val="solid"/>
          </a:ln>
        </p:spPr>
        <p:txBody>
          <a:bodyPr/>
          <a:lstStyle/>
          <a:p>
            <a:pPr algn="l">
              <a:buNone/>
              <a:defRPr sz="2100" b="0">
                <a:solidFill>
                  <a:srgbClr val="A8B6C7"/>
                </a:solidFill>
              </a:defRPr>
            </a:pPr>
            <a:r>
              <a:rPr sz="2400" b="0">
                <a:solidFill>
                  <a:srgbClr val="A8B6C7"/>
                </a:solidFill>
              </a:rPr>
              <a:t>Design the governed knowledge layer that makes AI answers reliable, cited, and reviewable.</a:t>
            </a:r>
          </a:p>
        </p:txBody>
      </p:sp>
      <p:sp>
        <p:nvSpPr>
          <p:cNvPr id="8" name="Rectangle: Rounded Corners 7">
            <a:extLst>
              <a:ext uri="{FF2B5EF4-FFF2-40B4-BE49-F238E27FC236}">
                <a16:creationId xmlns:a16="http://schemas.microsoft.com/office/drawing/2014/main" id="{5E3FE8E3-04F2-42DB-A851-670A36944BDC}"/>
              </a:ext>
            </a:extLst>
          </p:cNvPr>
          <p:cNvSpPr>
            <a:spLocks noGrp="1"/>
          </p:cNvSpPr>
          <p:nvPr/>
        </p:nvSpPr>
        <p:spPr>
          <a:xfrm>
            <a:off x="876300" y="4457700"/>
            <a:ext cx="1581150" cy="419100"/>
          </a:xfrm>
          <a:prstGeom prst="roundRect">
            <a:avLst>
              <a:gd name="adj" fmla="val 50000"/>
            </a:avLst>
          </a:prstGeom>
          <a:solidFill>
            <a:srgbClr val="102A43"/>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792150B1-22AF-4B9A-8D4E-7BF5279A5EDD}"/>
              </a:ext>
            </a:extLst>
          </p:cNvPr>
          <p:cNvSpPr>
            <a:spLocks noGrp="1"/>
          </p:cNvSpPr>
          <p:nvPr/>
        </p:nvSpPr>
        <p:spPr>
          <a:xfrm>
            <a:off x="1009650" y="4533900"/>
            <a:ext cx="1314450" cy="285750"/>
          </a:xfrm>
          <a:prstGeom prst="rect">
            <a:avLst/>
          </a:prstGeom>
          <a:noFill/>
          <a:ln w="0">
            <a:noFill/>
            <a:prstDash val="solid"/>
          </a:ln>
        </p:spPr>
        <p:txBody>
          <a:bodyPr/>
          <a:lstStyle/>
          <a:p>
            <a:pPr algn="ctr">
              <a:buNone/>
              <a:defRPr sz="1500" b="1">
                <a:solidFill>
                  <a:srgbClr val="F8FAFC"/>
                </a:solidFill>
              </a:defRPr>
            </a:pPr>
            <a:r>
              <a:rPr sz="1500" b="1">
                <a:solidFill>
                  <a:srgbClr val="F8FAFC"/>
                </a:solidFill>
              </a:rPr>
              <a:t>Sources</a:t>
            </a:r>
          </a:p>
        </p:txBody>
      </p:sp>
      <p:sp>
        <p:nvSpPr>
          <p:cNvPr id="10" name="Rectangle: Rounded Corners 9">
            <a:extLst>
              <a:ext uri="{FF2B5EF4-FFF2-40B4-BE49-F238E27FC236}">
                <a16:creationId xmlns:a16="http://schemas.microsoft.com/office/drawing/2014/main" id="{F3E01BB1-F636-4B6C-932D-91E1E9725A4B}"/>
              </a:ext>
            </a:extLst>
          </p:cNvPr>
          <p:cNvSpPr>
            <a:spLocks noGrp="1"/>
          </p:cNvSpPr>
          <p:nvPr/>
        </p:nvSpPr>
        <p:spPr>
          <a:xfrm>
            <a:off x="2628900" y="4457700"/>
            <a:ext cx="1581150" cy="419100"/>
          </a:xfrm>
          <a:prstGeom prst="roundRect">
            <a:avLst>
              <a:gd name="adj" fmla="val 50000"/>
            </a:avLst>
          </a:prstGeom>
          <a:solidFill>
            <a:srgbClr val="102A43"/>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21544AE1-CFD8-4D4B-B2A8-E4F9AC53F737}"/>
              </a:ext>
            </a:extLst>
          </p:cNvPr>
          <p:cNvSpPr>
            <a:spLocks noGrp="1"/>
          </p:cNvSpPr>
          <p:nvPr/>
        </p:nvSpPr>
        <p:spPr>
          <a:xfrm>
            <a:off x="2762250" y="4533900"/>
            <a:ext cx="1314450" cy="285750"/>
          </a:xfrm>
          <a:prstGeom prst="rect">
            <a:avLst/>
          </a:prstGeom>
          <a:noFill/>
          <a:ln w="0">
            <a:noFill/>
            <a:prstDash val="solid"/>
          </a:ln>
        </p:spPr>
        <p:txBody>
          <a:bodyPr/>
          <a:lstStyle/>
          <a:p>
            <a:pPr algn="ctr">
              <a:buNone/>
              <a:defRPr sz="1500" b="1">
                <a:solidFill>
                  <a:srgbClr val="F8FAFC"/>
                </a:solidFill>
              </a:defRPr>
            </a:pPr>
            <a:r>
              <a:rPr sz="1500" b="1">
                <a:solidFill>
                  <a:srgbClr val="F8FAFC"/>
                </a:solidFill>
              </a:rPr>
              <a:t>Taxonomy</a:t>
            </a:r>
          </a:p>
        </p:txBody>
      </p:sp>
      <p:sp>
        <p:nvSpPr>
          <p:cNvPr id="12" name="Rectangle: Rounded Corners 11">
            <a:extLst>
              <a:ext uri="{FF2B5EF4-FFF2-40B4-BE49-F238E27FC236}">
                <a16:creationId xmlns:a16="http://schemas.microsoft.com/office/drawing/2014/main" id="{925D8CA8-9993-4373-86B6-212D39436E5F}"/>
              </a:ext>
            </a:extLst>
          </p:cNvPr>
          <p:cNvSpPr>
            <a:spLocks noGrp="1"/>
          </p:cNvSpPr>
          <p:nvPr/>
        </p:nvSpPr>
        <p:spPr>
          <a:xfrm>
            <a:off x="876300" y="4991100"/>
            <a:ext cx="1581150" cy="419100"/>
          </a:xfrm>
          <a:prstGeom prst="roundRect">
            <a:avLst>
              <a:gd name="adj" fmla="val 50000"/>
            </a:avLst>
          </a:prstGeom>
          <a:solidFill>
            <a:srgbClr val="102A43"/>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D4EED00E-BD18-4660-BA3F-40DD2A2BC5CE}"/>
              </a:ext>
            </a:extLst>
          </p:cNvPr>
          <p:cNvSpPr>
            <a:spLocks noGrp="1"/>
          </p:cNvSpPr>
          <p:nvPr/>
        </p:nvSpPr>
        <p:spPr>
          <a:xfrm>
            <a:off x="1009650" y="5067300"/>
            <a:ext cx="1314450" cy="285750"/>
          </a:xfrm>
          <a:prstGeom prst="rect">
            <a:avLst/>
          </a:prstGeom>
          <a:noFill/>
          <a:ln w="0">
            <a:noFill/>
            <a:prstDash val="solid"/>
          </a:ln>
        </p:spPr>
        <p:txBody>
          <a:bodyPr/>
          <a:lstStyle/>
          <a:p>
            <a:pPr algn="ctr">
              <a:buNone/>
              <a:defRPr sz="1500" b="1">
                <a:solidFill>
                  <a:srgbClr val="F8FAFC"/>
                </a:solidFill>
              </a:defRPr>
            </a:pPr>
            <a:r>
              <a:rPr sz="1500" b="1">
                <a:solidFill>
                  <a:srgbClr val="F8FAFC"/>
                </a:solidFill>
              </a:rPr>
              <a:t>Access</a:t>
            </a:r>
          </a:p>
        </p:txBody>
      </p:sp>
      <p:sp>
        <p:nvSpPr>
          <p:cNvPr id="14" name="Rectangle: Rounded Corners 13">
            <a:extLst>
              <a:ext uri="{FF2B5EF4-FFF2-40B4-BE49-F238E27FC236}">
                <a16:creationId xmlns:a16="http://schemas.microsoft.com/office/drawing/2014/main" id="{6FDF7D66-D941-44FD-AB69-E528547FBC85}"/>
              </a:ext>
            </a:extLst>
          </p:cNvPr>
          <p:cNvSpPr>
            <a:spLocks noGrp="1"/>
          </p:cNvSpPr>
          <p:nvPr/>
        </p:nvSpPr>
        <p:spPr>
          <a:xfrm>
            <a:off x="2628900" y="4991100"/>
            <a:ext cx="1581150" cy="419100"/>
          </a:xfrm>
          <a:prstGeom prst="roundRect">
            <a:avLst>
              <a:gd name="adj" fmla="val 50000"/>
            </a:avLst>
          </a:prstGeom>
          <a:solidFill>
            <a:srgbClr val="102A43"/>
          </a:solidFill>
          <a:ln w="11430">
            <a:solidFill>
              <a:srgbClr val="22C55E"/>
            </a:solidFill>
            <a:prstDash val="solid"/>
          </a:ln>
        </p:spPr>
        <p:txBody>
          <a:bodyPr/>
          <a:lstStyle/>
          <a:p>
            <a:endParaRPr/>
          </a:p>
        </p:txBody>
      </p:sp>
      <p:sp>
        <p:nvSpPr>
          <p:cNvPr id="15" name="Rectangle 14">
            <a:extLst>
              <a:ext uri="{FF2B5EF4-FFF2-40B4-BE49-F238E27FC236}">
                <a16:creationId xmlns:a16="http://schemas.microsoft.com/office/drawing/2014/main" id="{79347D2B-EF48-4F0E-9BA5-66425445188C}"/>
              </a:ext>
            </a:extLst>
          </p:cNvPr>
          <p:cNvSpPr>
            <a:spLocks noGrp="1"/>
          </p:cNvSpPr>
          <p:nvPr/>
        </p:nvSpPr>
        <p:spPr>
          <a:xfrm>
            <a:off x="2762250" y="5067300"/>
            <a:ext cx="1314450" cy="285750"/>
          </a:xfrm>
          <a:prstGeom prst="rect">
            <a:avLst/>
          </a:prstGeom>
          <a:noFill/>
          <a:ln w="0">
            <a:noFill/>
            <a:prstDash val="solid"/>
          </a:ln>
        </p:spPr>
        <p:txBody>
          <a:bodyPr/>
          <a:lstStyle/>
          <a:p>
            <a:pPr algn="ctr">
              <a:buNone/>
              <a:defRPr sz="1500" b="1">
                <a:solidFill>
                  <a:srgbClr val="F8FAFC"/>
                </a:solidFill>
              </a:defRPr>
            </a:pPr>
            <a:r>
              <a:rPr sz="1500" b="1">
                <a:solidFill>
                  <a:srgbClr val="F8FAFC"/>
                </a:solidFill>
              </a:rPr>
              <a:t>Evaluation</a:t>
            </a:r>
          </a:p>
        </p:txBody>
      </p:sp>
      <p:sp>
        <p:nvSpPr>
          <p:cNvPr id="16" name="Rectangle: Rounded Corners 15">
            <a:extLst>
              <a:ext uri="{FF2B5EF4-FFF2-40B4-BE49-F238E27FC236}">
                <a16:creationId xmlns:a16="http://schemas.microsoft.com/office/drawing/2014/main" id="{E618244F-5359-4A90-834F-193D027D7DAA}"/>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7" name="Rectangle 16">
            <a:extLst>
              <a:ext uri="{FF2B5EF4-FFF2-40B4-BE49-F238E27FC236}">
                <a16:creationId xmlns:a16="http://schemas.microsoft.com/office/drawing/2014/main" id="{51E4158D-2C93-40E3-A73E-E6ABB0EF2FF0}"/>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DAY PROMISE</a:t>
            </a:r>
          </a:p>
        </p:txBody>
      </p:sp>
      <p:sp>
        <p:nvSpPr>
          <p:cNvPr id="18" name="Rectangle 17">
            <a:extLst>
              <a:ext uri="{FF2B5EF4-FFF2-40B4-BE49-F238E27FC236}">
                <a16:creationId xmlns:a16="http://schemas.microsoft.com/office/drawing/2014/main" id="{44A6B38E-3EA1-445F-8CB0-97E8110CECED}"/>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Build trusted context before you build agents.</a:t>
            </a:r>
          </a:p>
        </p:txBody>
      </p:sp>
      <p:sp>
        <p:nvSpPr>
          <p:cNvPr id="20" name="Oval 19">
            <a:extLst>
              <a:ext uri="{FF2B5EF4-FFF2-40B4-BE49-F238E27FC236}">
                <a16:creationId xmlns:a16="http://schemas.microsoft.com/office/drawing/2014/main" id="{FFAAFDED-D7FF-46EC-A07D-D34CF5A3B723}"/>
              </a:ext>
            </a:extLst>
          </p:cNvPr>
          <p:cNvSpPr>
            <a:spLocks noGrp="1"/>
          </p:cNvSpPr>
          <p:nvPr/>
        </p:nvSpPr>
        <p:spPr>
          <a:xfrm>
            <a:off x="10677525" y="1895475"/>
            <a:ext cx="438150" cy="438150"/>
          </a:xfrm>
          <a:prstGeom prst="ellipse">
            <a:avLst/>
          </a:prstGeom>
          <a:solidFill>
            <a:srgbClr val="05D6A4"/>
          </a:solidFill>
          <a:ln w="9525">
            <a:solidFill>
              <a:srgbClr val="0B1A2A"/>
            </a:solidFill>
            <a:prstDash val="solid"/>
          </a:ln>
        </p:spPr>
        <p:txBody>
          <a:bodyPr/>
          <a:lstStyle/>
          <a:p>
            <a:endParaRPr lang="en-SG"/>
          </a:p>
        </p:txBody>
      </p:sp>
      <p:pic>
        <p:nvPicPr>
          <p:cNvPr id="41" name="Graphic 40"/>
          <p:cNvPicPr>
            <a:picLocks noChangeAspect="1"/>
          </p:cNvPicPr>
          <p:nvPr/>
        </p:nvPicPr>
        <p:blipFill>
          <a:blip>
            <a:extLst>
              <a:ext uri="{96DAC541-7B7A-43D3-8B79-37D633B846F1}">
                <asvg:svgBlip xmlns:asvg="http://schemas.microsoft.com/office/drawing/2016/SVG/main" r:embed="rId4"/>
              </a:ext>
            </a:extLst>
          </a:blip>
          <a:stretch/>
        </p:blipFill>
        <p:spPr>
          <a:xfrm>
            <a:off x="10773918" y="1991868"/>
            <a:ext cx="245364" cy="245364"/>
          </a:xfrm>
          <a:prstGeom prst="rect">
            <a:avLst/>
          </a:prstGeom>
        </p:spPr>
      </p:pic>
      <p:pic>
        <p:nvPicPr>
          <p:cNvPr id="23" name="Picture 22">
            <a:extLst>
              <a:ext uri="{FF2B5EF4-FFF2-40B4-BE49-F238E27FC236}">
                <a16:creationId xmlns:a16="http://schemas.microsoft.com/office/drawing/2014/main" id="{DACB4B15-6B69-FA07-141D-CC8A4B312E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64018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AEF1CBB-386D-4F9B-A1A6-6D6D0D53EBAD}"/>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OUTPUTS</a:t>
            </a:r>
          </a:p>
        </p:txBody>
      </p:sp>
      <p:sp>
        <p:nvSpPr>
          <p:cNvPr id="2" name="Rectangle 1">
            <a:extLst>
              <a:ext uri="{FF2B5EF4-FFF2-40B4-BE49-F238E27FC236}">
                <a16:creationId xmlns:a16="http://schemas.microsoft.com/office/drawing/2014/main" id="{BDFE0830-ADEE-47E6-AA1F-76E781001760}"/>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What you will build today</a:t>
            </a:r>
          </a:p>
        </p:txBody>
      </p:sp>
      <p:sp>
        <p:nvSpPr>
          <p:cNvPr id="3" name="Rectangle 2">
            <a:extLst>
              <a:ext uri="{FF2B5EF4-FFF2-40B4-BE49-F238E27FC236}">
                <a16:creationId xmlns:a16="http://schemas.microsoft.com/office/drawing/2014/main" id="{28A269A6-B79D-4A7B-B59D-A024364EA327}"/>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845D7669-EE09-4986-A3ED-386917B1F62C}"/>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02</a:t>
            </a:r>
          </a:p>
        </p:txBody>
      </p:sp>
      <p:sp>
        <p:nvSpPr>
          <p:cNvPr id="5" name="Rectangle 4">
            <a:extLst>
              <a:ext uri="{FF2B5EF4-FFF2-40B4-BE49-F238E27FC236}">
                <a16:creationId xmlns:a16="http://schemas.microsoft.com/office/drawing/2014/main" id="{BBF209D8-68FF-49F6-924D-C1A8691259ED}"/>
              </a:ext>
            </a:extLst>
          </p:cNvPr>
          <p:cNvSpPr>
            <a:spLocks noGrp="1"/>
          </p:cNvSpPr>
          <p:nvPr/>
        </p:nvSpPr>
        <p:spPr>
          <a:xfrm>
            <a:off x="752474" y="1447800"/>
            <a:ext cx="10201275"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Five artifacts turn scattered company knowledge into something AI can safely retrieve and cite.</a:t>
            </a:r>
          </a:p>
        </p:txBody>
      </p:sp>
      <p:sp>
        <p:nvSpPr>
          <p:cNvPr id="6" name="Rectangle: Rounded Corners 5">
            <a:extLst>
              <a:ext uri="{FF2B5EF4-FFF2-40B4-BE49-F238E27FC236}">
                <a16:creationId xmlns:a16="http://schemas.microsoft.com/office/drawing/2014/main" id="{CB2B1538-1C8F-4EE6-92ED-A92F8CB3DE4B}"/>
              </a:ext>
            </a:extLst>
          </p:cNvPr>
          <p:cNvSpPr>
            <a:spLocks noGrp="1"/>
          </p:cNvSpPr>
          <p:nvPr/>
        </p:nvSpPr>
        <p:spPr>
          <a:xfrm>
            <a:off x="752475" y="2324100"/>
            <a:ext cx="3333750" cy="1504950"/>
          </a:xfrm>
          <a:prstGeom prst="roundRect">
            <a:avLst>
              <a:gd name="adj" fmla="val 7595"/>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782EB430-D4F0-47A0-A524-062859054246}"/>
              </a:ext>
            </a:extLst>
          </p:cNvPr>
          <p:cNvSpPr>
            <a:spLocks noGrp="1"/>
          </p:cNvSpPr>
          <p:nvPr/>
        </p:nvSpPr>
        <p:spPr>
          <a:xfrm>
            <a:off x="752475" y="2324100"/>
            <a:ext cx="66675" cy="150495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BA5F51A5-258E-478C-B3D8-6A3A0594C187}"/>
              </a:ext>
            </a:extLst>
          </p:cNvPr>
          <p:cNvSpPr>
            <a:spLocks noGrp="1"/>
          </p:cNvSpPr>
          <p:nvPr/>
        </p:nvSpPr>
        <p:spPr>
          <a:xfrm>
            <a:off x="962025" y="24955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Source inventory</a:t>
            </a:r>
          </a:p>
        </p:txBody>
      </p:sp>
      <p:sp>
        <p:nvSpPr>
          <p:cNvPr id="9" name="Rectangle 8">
            <a:extLst>
              <a:ext uri="{FF2B5EF4-FFF2-40B4-BE49-F238E27FC236}">
                <a16:creationId xmlns:a16="http://schemas.microsoft.com/office/drawing/2014/main" id="{E95443DA-AAA9-404E-A6E4-B3A2F77B933A}"/>
              </a:ext>
            </a:extLst>
          </p:cNvPr>
          <p:cNvSpPr>
            <a:spLocks noGrp="1"/>
          </p:cNvSpPr>
          <p:nvPr/>
        </p:nvSpPr>
        <p:spPr>
          <a:xfrm>
            <a:off x="962025" y="3009900"/>
            <a:ext cx="2914650" cy="8191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Trusted sources, owners, access, and use cases.</a:t>
            </a:r>
          </a:p>
        </p:txBody>
      </p:sp>
      <p:sp>
        <p:nvSpPr>
          <p:cNvPr id="10" name="Rectangle: Rounded Corners 9">
            <a:extLst>
              <a:ext uri="{FF2B5EF4-FFF2-40B4-BE49-F238E27FC236}">
                <a16:creationId xmlns:a16="http://schemas.microsoft.com/office/drawing/2014/main" id="{7AECFACC-8A23-4B72-85FC-CD93A7AFF1D2}"/>
              </a:ext>
            </a:extLst>
          </p:cNvPr>
          <p:cNvSpPr>
            <a:spLocks noGrp="1"/>
          </p:cNvSpPr>
          <p:nvPr/>
        </p:nvSpPr>
        <p:spPr>
          <a:xfrm>
            <a:off x="4429125" y="2324100"/>
            <a:ext cx="3333750" cy="1504950"/>
          </a:xfrm>
          <a:prstGeom prst="roundRect">
            <a:avLst>
              <a:gd name="adj" fmla="val 7595"/>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73753540-F851-4022-B0F4-8F8F2D3B9C1E}"/>
              </a:ext>
            </a:extLst>
          </p:cNvPr>
          <p:cNvSpPr>
            <a:spLocks noGrp="1"/>
          </p:cNvSpPr>
          <p:nvPr/>
        </p:nvSpPr>
        <p:spPr>
          <a:xfrm>
            <a:off x="4429125" y="2324100"/>
            <a:ext cx="66675" cy="150495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F9838921-26E1-4B43-B6D5-9606FF00F3A1}"/>
              </a:ext>
            </a:extLst>
          </p:cNvPr>
          <p:cNvSpPr>
            <a:spLocks noGrp="1"/>
          </p:cNvSpPr>
          <p:nvPr/>
        </p:nvSpPr>
        <p:spPr>
          <a:xfrm>
            <a:off x="4638675" y="24955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Taxonomy</a:t>
            </a:r>
          </a:p>
        </p:txBody>
      </p:sp>
      <p:sp>
        <p:nvSpPr>
          <p:cNvPr id="13" name="Rectangle 12">
            <a:extLst>
              <a:ext uri="{FF2B5EF4-FFF2-40B4-BE49-F238E27FC236}">
                <a16:creationId xmlns:a16="http://schemas.microsoft.com/office/drawing/2014/main" id="{8166A733-AD1D-4334-BECD-8C8E25755B7C}"/>
              </a:ext>
            </a:extLst>
          </p:cNvPr>
          <p:cNvSpPr>
            <a:spLocks noGrp="1"/>
          </p:cNvSpPr>
          <p:nvPr/>
        </p:nvSpPr>
        <p:spPr>
          <a:xfrm>
            <a:off x="4638675" y="3009900"/>
            <a:ext cx="2914650" cy="8191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Categories and metadata for retrieval.</a:t>
            </a:r>
          </a:p>
        </p:txBody>
      </p:sp>
      <p:sp>
        <p:nvSpPr>
          <p:cNvPr id="14" name="Rectangle: Rounded Corners 13">
            <a:extLst>
              <a:ext uri="{FF2B5EF4-FFF2-40B4-BE49-F238E27FC236}">
                <a16:creationId xmlns:a16="http://schemas.microsoft.com/office/drawing/2014/main" id="{84B4502C-8765-495B-A1EE-EE210183ED43}"/>
              </a:ext>
            </a:extLst>
          </p:cNvPr>
          <p:cNvSpPr>
            <a:spLocks noGrp="1"/>
          </p:cNvSpPr>
          <p:nvPr/>
        </p:nvSpPr>
        <p:spPr>
          <a:xfrm>
            <a:off x="8105775" y="2324100"/>
            <a:ext cx="3333750" cy="1504950"/>
          </a:xfrm>
          <a:prstGeom prst="roundRect">
            <a:avLst>
              <a:gd name="adj" fmla="val 7595"/>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85D57FF9-167D-4497-9675-0397AB0F6108}"/>
              </a:ext>
            </a:extLst>
          </p:cNvPr>
          <p:cNvSpPr>
            <a:spLocks noGrp="1"/>
          </p:cNvSpPr>
          <p:nvPr/>
        </p:nvSpPr>
        <p:spPr>
          <a:xfrm>
            <a:off x="8105775" y="2324100"/>
            <a:ext cx="66675" cy="150495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A5D0C87E-7973-432E-BEBA-B41532EBE5B5}"/>
              </a:ext>
            </a:extLst>
          </p:cNvPr>
          <p:cNvSpPr>
            <a:spLocks noGrp="1"/>
          </p:cNvSpPr>
          <p:nvPr/>
        </p:nvSpPr>
        <p:spPr>
          <a:xfrm>
            <a:off x="8315325" y="24955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Access matrix</a:t>
            </a:r>
          </a:p>
        </p:txBody>
      </p:sp>
      <p:sp>
        <p:nvSpPr>
          <p:cNvPr id="17" name="Rectangle 16">
            <a:extLst>
              <a:ext uri="{FF2B5EF4-FFF2-40B4-BE49-F238E27FC236}">
                <a16:creationId xmlns:a16="http://schemas.microsoft.com/office/drawing/2014/main" id="{661AA7DF-B7B1-4FBD-8B23-4F212E8ACD3A}"/>
              </a:ext>
            </a:extLst>
          </p:cNvPr>
          <p:cNvSpPr>
            <a:spLocks noGrp="1"/>
          </p:cNvSpPr>
          <p:nvPr/>
        </p:nvSpPr>
        <p:spPr>
          <a:xfrm>
            <a:off x="8315325" y="3009900"/>
            <a:ext cx="2914650" cy="8191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Who can see what, and when to escalate.</a:t>
            </a:r>
          </a:p>
        </p:txBody>
      </p:sp>
      <p:sp>
        <p:nvSpPr>
          <p:cNvPr id="18" name="Rectangle: Rounded Corners 17">
            <a:extLst>
              <a:ext uri="{FF2B5EF4-FFF2-40B4-BE49-F238E27FC236}">
                <a16:creationId xmlns:a16="http://schemas.microsoft.com/office/drawing/2014/main" id="{5E934569-74C6-414F-9403-05048106E9E7}"/>
              </a:ext>
            </a:extLst>
          </p:cNvPr>
          <p:cNvSpPr>
            <a:spLocks noGrp="1"/>
          </p:cNvSpPr>
          <p:nvPr/>
        </p:nvSpPr>
        <p:spPr>
          <a:xfrm>
            <a:off x="752475" y="4038600"/>
            <a:ext cx="3333750" cy="1504950"/>
          </a:xfrm>
          <a:prstGeom prst="roundRect">
            <a:avLst>
              <a:gd name="adj" fmla="val 7595"/>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6FA38750-CE79-4AB7-B99B-6A7D105120FA}"/>
              </a:ext>
            </a:extLst>
          </p:cNvPr>
          <p:cNvSpPr>
            <a:spLocks noGrp="1"/>
          </p:cNvSpPr>
          <p:nvPr/>
        </p:nvSpPr>
        <p:spPr>
          <a:xfrm>
            <a:off x="752475" y="4038600"/>
            <a:ext cx="66675" cy="1504950"/>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CC6B1AE9-A392-4193-8A32-B014D812C681}"/>
              </a:ext>
            </a:extLst>
          </p:cNvPr>
          <p:cNvSpPr>
            <a:spLocks noGrp="1"/>
          </p:cNvSpPr>
          <p:nvPr/>
        </p:nvSpPr>
        <p:spPr>
          <a:xfrm>
            <a:off x="962025" y="42100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Evaluation set</a:t>
            </a:r>
          </a:p>
        </p:txBody>
      </p:sp>
      <p:sp>
        <p:nvSpPr>
          <p:cNvPr id="21" name="Rectangle 20">
            <a:extLst>
              <a:ext uri="{FF2B5EF4-FFF2-40B4-BE49-F238E27FC236}">
                <a16:creationId xmlns:a16="http://schemas.microsoft.com/office/drawing/2014/main" id="{4A089ECA-F562-4936-B3C5-D95EB8D17FEB}"/>
              </a:ext>
            </a:extLst>
          </p:cNvPr>
          <p:cNvSpPr>
            <a:spLocks noGrp="1"/>
          </p:cNvSpPr>
          <p:nvPr/>
        </p:nvSpPr>
        <p:spPr>
          <a:xfrm>
            <a:off x="962025" y="4724400"/>
            <a:ext cx="2914650" cy="8191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Known-answer questions for quality.</a:t>
            </a:r>
          </a:p>
        </p:txBody>
      </p:sp>
      <p:sp>
        <p:nvSpPr>
          <p:cNvPr id="22" name="Rectangle: Rounded Corners 21">
            <a:extLst>
              <a:ext uri="{FF2B5EF4-FFF2-40B4-BE49-F238E27FC236}">
                <a16:creationId xmlns:a16="http://schemas.microsoft.com/office/drawing/2014/main" id="{3C761A1F-C6B8-4190-97D8-9327678A462D}"/>
              </a:ext>
            </a:extLst>
          </p:cNvPr>
          <p:cNvSpPr>
            <a:spLocks noGrp="1"/>
          </p:cNvSpPr>
          <p:nvPr/>
        </p:nvSpPr>
        <p:spPr>
          <a:xfrm>
            <a:off x="4429125" y="4038600"/>
            <a:ext cx="3333750" cy="1504950"/>
          </a:xfrm>
          <a:prstGeom prst="roundRect">
            <a:avLst>
              <a:gd name="adj" fmla="val 7595"/>
            </a:avLst>
          </a:prstGeom>
          <a:solidFill>
            <a:srgbClr val="10243A"/>
          </a:solidFill>
          <a:ln w="11430">
            <a:solidFill>
              <a:srgbClr val="FBBF24"/>
            </a:solidFill>
            <a:prstDash val="solid"/>
          </a:ln>
        </p:spPr>
        <p:txBody>
          <a:bodyPr/>
          <a:lstStyle/>
          <a:p>
            <a:endParaRPr/>
          </a:p>
        </p:txBody>
      </p:sp>
      <p:sp>
        <p:nvSpPr>
          <p:cNvPr id="23" name="Rectangle 22">
            <a:extLst>
              <a:ext uri="{FF2B5EF4-FFF2-40B4-BE49-F238E27FC236}">
                <a16:creationId xmlns:a16="http://schemas.microsoft.com/office/drawing/2014/main" id="{F34D028A-B1B5-471B-8215-55BC98191C48}"/>
              </a:ext>
            </a:extLst>
          </p:cNvPr>
          <p:cNvSpPr>
            <a:spLocks noGrp="1"/>
          </p:cNvSpPr>
          <p:nvPr/>
        </p:nvSpPr>
        <p:spPr>
          <a:xfrm>
            <a:off x="4429125" y="4038600"/>
            <a:ext cx="66675" cy="1504950"/>
          </a:xfrm>
          <a:prstGeom prst="rect">
            <a:avLst/>
          </a:prstGeom>
          <a:solidFill>
            <a:srgbClr val="FBBF24"/>
          </a:solidFill>
          <a:ln w="11430">
            <a:solidFill>
              <a:srgbClr val="FBBF24"/>
            </a:solidFill>
            <a:prstDash val="solid"/>
          </a:ln>
        </p:spPr>
        <p:txBody>
          <a:bodyPr/>
          <a:lstStyle/>
          <a:p>
            <a:endParaRPr/>
          </a:p>
        </p:txBody>
      </p:sp>
      <p:sp>
        <p:nvSpPr>
          <p:cNvPr id="24" name="Rectangle 23">
            <a:extLst>
              <a:ext uri="{FF2B5EF4-FFF2-40B4-BE49-F238E27FC236}">
                <a16:creationId xmlns:a16="http://schemas.microsoft.com/office/drawing/2014/main" id="{FD11D1F5-DE58-4DA4-91A5-1DEEFD3461CA}"/>
              </a:ext>
            </a:extLst>
          </p:cNvPr>
          <p:cNvSpPr>
            <a:spLocks noGrp="1"/>
          </p:cNvSpPr>
          <p:nvPr/>
        </p:nvSpPr>
        <p:spPr>
          <a:xfrm>
            <a:off x="4638675" y="42100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Blueprint review</a:t>
            </a:r>
          </a:p>
        </p:txBody>
      </p:sp>
      <p:sp>
        <p:nvSpPr>
          <p:cNvPr id="25" name="Rectangle 24">
            <a:extLst>
              <a:ext uri="{FF2B5EF4-FFF2-40B4-BE49-F238E27FC236}">
                <a16:creationId xmlns:a16="http://schemas.microsoft.com/office/drawing/2014/main" id="{F7FEF63D-9A41-4D11-A8A3-C38DF146172F}"/>
              </a:ext>
            </a:extLst>
          </p:cNvPr>
          <p:cNvSpPr>
            <a:spLocks noGrp="1"/>
          </p:cNvSpPr>
          <p:nvPr/>
        </p:nvSpPr>
        <p:spPr>
          <a:xfrm>
            <a:off x="4638675" y="4724400"/>
            <a:ext cx="2914650" cy="8191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Completeness check before action.</a:t>
            </a:r>
          </a:p>
        </p:txBody>
      </p:sp>
      <p:sp>
        <p:nvSpPr>
          <p:cNvPr id="26" name="Rectangle: Rounded Corners 25">
            <a:extLst>
              <a:ext uri="{FF2B5EF4-FFF2-40B4-BE49-F238E27FC236}">
                <a16:creationId xmlns:a16="http://schemas.microsoft.com/office/drawing/2014/main" id="{639FFBF3-4C76-4891-A151-240A0AF8D276}"/>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7" name="Rectangle 26">
            <a:extLst>
              <a:ext uri="{FF2B5EF4-FFF2-40B4-BE49-F238E27FC236}">
                <a16:creationId xmlns:a16="http://schemas.microsoft.com/office/drawing/2014/main" id="{F5B8118C-4AF9-4EDE-AA21-3237BF184529}"/>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8" name="Rectangle 27">
            <a:extLst>
              <a:ext uri="{FF2B5EF4-FFF2-40B4-BE49-F238E27FC236}">
                <a16:creationId xmlns:a16="http://schemas.microsoft.com/office/drawing/2014/main" id="{DE066093-0658-4E1C-B4E9-8DBCC6F0FC87}"/>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Each artifact answers one governance question.</a:t>
            </a:r>
          </a:p>
        </p:txBody>
      </p:sp>
      <p:sp>
        <p:nvSpPr>
          <p:cNvPr id="30" name="Oval 29">
            <a:extLst>
              <a:ext uri="{FF2B5EF4-FFF2-40B4-BE49-F238E27FC236}">
                <a16:creationId xmlns:a16="http://schemas.microsoft.com/office/drawing/2014/main" id="{FB95B3DB-CE81-4C81-9C73-FCF61279B50A}"/>
              </a:ext>
            </a:extLst>
          </p:cNvPr>
          <p:cNvSpPr>
            <a:spLocks noGrp="1"/>
          </p:cNvSpPr>
          <p:nvPr/>
        </p:nvSpPr>
        <p:spPr>
          <a:xfrm>
            <a:off x="3381375" y="2590800"/>
            <a:ext cx="438150" cy="438150"/>
          </a:xfrm>
          <a:prstGeom prst="ellipse">
            <a:avLst/>
          </a:prstGeom>
          <a:solidFill>
            <a:srgbClr val="A78BFA"/>
          </a:solidFill>
          <a:ln w="9525">
            <a:solidFill>
              <a:srgbClr val="0B1A2A"/>
            </a:solidFill>
            <a:prstDash val="solid"/>
          </a:ln>
        </p:spPr>
        <p:txBody>
          <a:bodyPr/>
          <a:lstStyle/>
          <a:p>
            <a:endParaRPr lang="en-SG"/>
          </a:p>
        </p:txBody>
      </p:sp>
      <p:pic>
        <p:nvPicPr>
          <p:cNvPr id="69" name="Graphic 68"/>
          <p:cNvPicPr>
            <a:picLocks noChangeAspect="1"/>
          </p:cNvPicPr>
          <p:nvPr/>
        </p:nvPicPr>
        <p:blipFill>
          <a:blip>
            <a:extLst>
              <a:ext uri="{96DAC541-7B7A-43D3-8B79-37D633B846F1}">
                <asvg:svgBlip xmlns:asvg="http://schemas.microsoft.com/office/drawing/2016/SVG/main" r:embed="rId3"/>
              </a:ext>
            </a:extLst>
          </a:blip>
          <a:stretch/>
        </p:blipFill>
        <p:spPr>
          <a:xfrm>
            <a:off x="3477768" y="2687193"/>
            <a:ext cx="245364" cy="245364"/>
          </a:xfrm>
          <a:prstGeom prst="rect">
            <a:avLst/>
          </a:prstGeom>
        </p:spPr>
      </p:pic>
      <p:sp>
        <p:nvSpPr>
          <p:cNvPr id="32" name="Oval 31">
            <a:extLst>
              <a:ext uri="{FF2B5EF4-FFF2-40B4-BE49-F238E27FC236}">
                <a16:creationId xmlns:a16="http://schemas.microsoft.com/office/drawing/2014/main" id="{D3A4C0AC-2C93-483C-A672-AE5E216330AB}"/>
              </a:ext>
            </a:extLst>
          </p:cNvPr>
          <p:cNvSpPr>
            <a:spLocks noGrp="1"/>
          </p:cNvSpPr>
          <p:nvPr/>
        </p:nvSpPr>
        <p:spPr>
          <a:xfrm>
            <a:off x="7058025" y="2590800"/>
            <a:ext cx="438150" cy="438150"/>
          </a:xfrm>
          <a:prstGeom prst="ellipse">
            <a:avLst/>
          </a:prstGeom>
          <a:solidFill>
            <a:srgbClr val="05D6A4"/>
          </a:solidFill>
          <a:ln w="9525">
            <a:solidFill>
              <a:srgbClr val="0B1A2A"/>
            </a:solidFill>
            <a:prstDash val="solid"/>
          </a:ln>
        </p:spPr>
        <p:txBody>
          <a:bodyPr/>
          <a:lstStyle/>
          <a:p>
            <a:endParaRPr lang="en-SG"/>
          </a:p>
        </p:txBody>
      </p:sp>
      <p:pic>
        <p:nvPicPr>
          <p:cNvPr id="71" name="Graphic 70"/>
          <p:cNvPicPr>
            <a:picLocks noChangeAspect="1"/>
          </p:cNvPicPr>
          <p:nvPr/>
        </p:nvPicPr>
        <p:blipFill>
          <a:blip>
            <a:extLst>
              <a:ext uri="{96DAC541-7B7A-43D3-8B79-37D633B846F1}">
                <asvg:svgBlip xmlns:asvg="http://schemas.microsoft.com/office/drawing/2016/SVG/main" r:embed="rId4"/>
              </a:ext>
            </a:extLst>
          </a:blip>
          <a:stretch/>
        </p:blipFill>
        <p:spPr>
          <a:xfrm>
            <a:off x="7154418" y="2687193"/>
            <a:ext cx="245364" cy="245364"/>
          </a:xfrm>
          <a:prstGeom prst="rect">
            <a:avLst/>
          </a:prstGeom>
        </p:spPr>
      </p:pic>
      <p:sp>
        <p:nvSpPr>
          <p:cNvPr id="34" name="Oval 33">
            <a:extLst>
              <a:ext uri="{FF2B5EF4-FFF2-40B4-BE49-F238E27FC236}">
                <a16:creationId xmlns:a16="http://schemas.microsoft.com/office/drawing/2014/main" id="{69A7E676-BCE4-4A6A-A1C4-C6CF11C43308}"/>
              </a:ext>
            </a:extLst>
          </p:cNvPr>
          <p:cNvSpPr>
            <a:spLocks noGrp="1"/>
          </p:cNvSpPr>
          <p:nvPr/>
        </p:nvSpPr>
        <p:spPr>
          <a:xfrm>
            <a:off x="10734675" y="2590800"/>
            <a:ext cx="438150" cy="438150"/>
          </a:xfrm>
          <a:prstGeom prst="ellipse">
            <a:avLst/>
          </a:prstGeom>
          <a:solidFill>
            <a:srgbClr val="A78BFA"/>
          </a:solidFill>
          <a:ln w="9525">
            <a:solidFill>
              <a:srgbClr val="0B1A2A"/>
            </a:solidFill>
            <a:prstDash val="solid"/>
          </a:ln>
        </p:spPr>
        <p:txBody>
          <a:bodyPr/>
          <a:lstStyle/>
          <a:p>
            <a:endParaRPr lang="en-SG"/>
          </a:p>
        </p:txBody>
      </p:sp>
      <p:pic>
        <p:nvPicPr>
          <p:cNvPr id="73" name="Graphic 72"/>
          <p:cNvPicPr>
            <a:picLocks noChangeAspect="1"/>
          </p:cNvPicPr>
          <p:nvPr/>
        </p:nvPicPr>
        <p:blipFill>
          <a:blip>
            <a:extLst>
              <a:ext uri="{96DAC541-7B7A-43D3-8B79-37D633B846F1}">
                <asvg:svgBlip xmlns:asvg="http://schemas.microsoft.com/office/drawing/2016/SVG/main" r:embed="rId3"/>
              </a:ext>
            </a:extLst>
          </a:blip>
          <a:stretch/>
        </p:blipFill>
        <p:spPr>
          <a:xfrm>
            <a:off x="10831068" y="2687193"/>
            <a:ext cx="245364" cy="245364"/>
          </a:xfrm>
          <a:prstGeom prst="rect">
            <a:avLst/>
          </a:prstGeom>
        </p:spPr>
      </p:pic>
      <p:sp>
        <p:nvSpPr>
          <p:cNvPr id="36" name="Oval 35">
            <a:extLst>
              <a:ext uri="{FF2B5EF4-FFF2-40B4-BE49-F238E27FC236}">
                <a16:creationId xmlns:a16="http://schemas.microsoft.com/office/drawing/2014/main" id="{F363C0DA-85E9-46A4-AA57-95E1E5C08C60}"/>
              </a:ext>
            </a:extLst>
          </p:cNvPr>
          <p:cNvSpPr>
            <a:spLocks noGrp="1"/>
          </p:cNvSpPr>
          <p:nvPr/>
        </p:nvSpPr>
        <p:spPr>
          <a:xfrm>
            <a:off x="3381375" y="4305300"/>
            <a:ext cx="438150" cy="438150"/>
          </a:xfrm>
          <a:prstGeom prst="ellipse">
            <a:avLst/>
          </a:prstGeom>
          <a:solidFill>
            <a:srgbClr val="22C55E"/>
          </a:solidFill>
          <a:ln w="9525">
            <a:solidFill>
              <a:srgbClr val="0B1A2A"/>
            </a:solidFill>
            <a:prstDash val="solid"/>
          </a:ln>
        </p:spPr>
        <p:txBody>
          <a:bodyPr/>
          <a:lstStyle/>
          <a:p>
            <a:endParaRPr lang="en-SG"/>
          </a:p>
        </p:txBody>
      </p:sp>
      <p:pic>
        <p:nvPicPr>
          <p:cNvPr id="75" name="Graphic 74"/>
          <p:cNvPicPr>
            <a:picLocks noChangeAspect="1"/>
          </p:cNvPicPr>
          <p:nvPr/>
        </p:nvPicPr>
        <p:blipFill>
          <a:blip>
            <a:extLst>
              <a:ext uri="{96DAC541-7B7A-43D3-8B79-37D633B846F1}">
                <asvg:svgBlip xmlns:asvg="http://schemas.microsoft.com/office/drawing/2016/SVG/main" r:embed="rId5"/>
              </a:ext>
            </a:extLst>
          </a:blip>
          <a:stretch/>
        </p:blipFill>
        <p:spPr>
          <a:xfrm>
            <a:off x="3477768" y="4401693"/>
            <a:ext cx="245364" cy="245364"/>
          </a:xfrm>
          <a:prstGeom prst="rect">
            <a:avLst/>
          </a:prstGeom>
        </p:spPr>
      </p:pic>
      <p:sp>
        <p:nvSpPr>
          <p:cNvPr id="38" name="Oval 37">
            <a:extLst>
              <a:ext uri="{FF2B5EF4-FFF2-40B4-BE49-F238E27FC236}">
                <a16:creationId xmlns:a16="http://schemas.microsoft.com/office/drawing/2014/main" id="{43D47325-AE06-4AB0-91ED-72EAB98D7E7C}"/>
              </a:ext>
            </a:extLst>
          </p:cNvPr>
          <p:cNvSpPr>
            <a:spLocks noGrp="1"/>
          </p:cNvSpPr>
          <p:nvPr/>
        </p:nvSpPr>
        <p:spPr>
          <a:xfrm>
            <a:off x="7058025" y="4305300"/>
            <a:ext cx="438150" cy="438150"/>
          </a:xfrm>
          <a:prstGeom prst="ellipse">
            <a:avLst/>
          </a:prstGeom>
          <a:solidFill>
            <a:srgbClr val="22C55E"/>
          </a:solidFill>
          <a:ln w="9525">
            <a:solidFill>
              <a:srgbClr val="0B1A2A"/>
            </a:solidFill>
            <a:prstDash val="solid"/>
          </a:ln>
        </p:spPr>
        <p:txBody>
          <a:bodyPr/>
          <a:lstStyle/>
          <a:p>
            <a:endParaRPr lang="en-SG"/>
          </a:p>
        </p:txBody>
      </p:sp>
      <p:pic>
        <p:nvPicPr>
          <p:cNvPr id="77" name="Graphic 76"/>
          <p:cNvPicPr>
            <a:picLocks noChangeAspect="1"/>
          </p:cNvPicPr>
          <p:nvPr/>
        </p:nvPicPr>
        <p:blipFill>
          <a:blip>
            <a:extLst>
              <a:ext uri="{96DAC541-7B7A-43D3-8B79-37D633B846F1}">
                <asvg:svgBlip xmlns:asvg="http://schemas.microsoft.com/office/drawing/2016/SVG/main" r:embed="rId6"/>
              </a:ext>
            </a:extLst>
          </a:blip>
          <a:stretch/>
        </p:blipFill>
        <p:spPr>
          <a:xfrm>
            <a:off x="7154418" y="4401693"/>
            <a:ext cx="245364" cy="245364"/>
          </a:xfrm>
          <a:prstGeom prst="rect">
            <a:avLst/>
          </a:prstGeom>
        </p:spPr>
      </p:pic>
      <p:pic>
        <p:nvPicPr>
          <p:cNvPr id="33" name="Picture 32">
            <a:extLst>
              <a:ext uri="{FF2B5EF4-FFF2-40B4-BE49-F238E27FC236}">
                <a16:creationId xmlns:a16="http://schemas.microsoft.com/office/drawing/2014/main" id="{7DB2274F-F013-2E30-24BC-397F7B26A43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575622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7CF7256-05F7-4DEB-86C7-5D6874D5D18B}"/>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WHY IT MATTERS</a:t>
            </a:r>
          </a:p>
        </p:txBody>
      </p:sp>
      <p:sp>
        <p:nvSpPr>
          <p:cNvPr id="2" name="Rectangle 1">
            <a:extLst>
              <a:ext uri="{FF2B5EF4-FFF2-40B4-BE49-F238E27FC236}">
                <a16:creationId xmlns:a16="http://schemas.microsoft.com/office/drawing/2014/main" id="{F9CC0A37-A727-4996-A171-1B81F9C38D9C}"/>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3" name="Rectangle 2">
            <a:extLst>
              <a:ext uri="{FF2B5EF4-FFF2-40B4-BE49-F238E27FC236}">
                <a16:creationId xmlns:a16="http://schemas.microsoft.com/office/drawing/2014/main" id="{D9894818-0C41-4F89-B334-6A59446D46B4}"/>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03</a:t>
            </a:r>
          </a:p>
        </p:txBody>
      </p:sp>
      <p:sp>
        <p:nvSpPr>
          <p:cNvPr id="4" name="Rectangle: Rounded Corners 3">
            <a:extLst>
              <a:ext uri="{FF2B5EF4-FFF2-40B4-BE49-F238E27FC236}">
                <a16:creationId xmlns:a16="http://schemas.microsoft.com/office/drawing/2014/main" id="{9391FE86-EB3E-420C-890D-1583BEE42373}"/>
              </a:ext>
            </a:extLst>
          </p:cNvPr>
          <p:cNvSpPr>
            <a:spLocks noGrp="1"/>
          </p:cNvSpPr>
          <p:nvPr/>
        </p:nvSpPr>
        <p:spPr>
          <a:xfrm>
            <a:off x="5219700" y="1485900"/>
            <a:ext cx="6115050" cy="3429000"/>
          </a:xfrm>
          <a:prstGeom prst="roundRect">
            <a:avLst>
              <a:gd name="adj" fmla="val 4444"/>
            </a:avLst>
          </a:prstGeom>
          <a:solidFill>
            <a:srgbClr val="071827"/>
          </a:solidFill>
          <a:ln w="11430">
            <a:solidFill>
              <a:srgbClr val="143653"/>
            </a:solidFill>
            <a:prstDash val="solid"/>
          </a:ln>
        </p:spPr>
        <p:txBody>
          <a:bodyPr/>
          <a:lstStyle/>
          <a:p>
            <a:endParaRPr/>
          </a:p>
        </p:txBody>
      </p:sp>
      <p:pic>
        <p:nvPicPr>
          <p:cNvPr id="24" name="Picture 20"/>
          <p:cNvPicPr>
            <a:picLocks noChangeAspect="1"/>
          </p:cNvPicPr>
          <p:nvPr/>
        </p:nvPicPr>
        <p:blipFill>
          <a:blip r:embed="rId3"/>
          <a:stretch/>
        </p:blipFill>
        <p:spPr>
          <a:xfrm>
            <a:off x="5230845" y="1485900"/>
            <a:ext cx="6092761" cy="3429000"/>
          </a:xfrm>
          <a:prstGeom prst="roundRect">
            <a:avLst/>
          </a:prstGeom>
        </p:spPr>
      </p:pic>
      <p:sp>
        <p:nvSpPr>
          <p:cNvPr id="6" name="Rectangle 5">
            <a:extLst>
              <a:ext uri="{FF2B5EF4-FFF2-40B4-BE49-F238E27FC236}">
                <a16:creationId xmlns:a16="http://schemas.microsoft.com/office/drawing/2014/main" id="{41FEFD54-E797-451D-9780-244D571E0592}"/>
              </a:ext>
            </a:extLst>
          </p:cNvPr>
          <p:cNvSpPr>
            <a:spLocks noGrp="1"/>
          </p:cNvSpPr>
          <p:nvPr/>
        </p:nvSpPr>
        <p:spPr>
          <a:xfrm>
            <a:off x="685800" y="838200"/>
            <a:ext cx="4095750" cy="1066800"/>
          </a:xfrm>
          <a:prstGeom prst="rect">
            <a:avLst/>
          </a:prstGeom>
          <a:noFill/>
          <a:ln w="0">
            <a:noFill/>
            <a:prstDash val="solid"/>
          </a:ln>
        </p:spPr>
        <p:txBody>
          <a:bodyPr/>
          <a:lstStyle/>
          <a:p>
            <a:pPr algn="l">
              <a:buNone/>
              <a:defRPr sz="3525" b="1">
                <a:solidFill>
                  <a:srgbClr val="F8FAFC"/>
                </a:solidFill>
              </a:defRPr>
            </a:pPr>
            <a:r>
              <a:rPr sz="3600" b="1">
                <a:solidFill>
                  <a:srgbClr val="F8FAFC"/>
                </a:solidFill>
              </a:rPr>
              <a:t>Knowledge</a:t>
            </a:r>
            <a:r>
              <a:rPr sz="3525" b="1">
                <a:solidFill>
                  <a:srgbClr val="F8FAFC"/>
                </a:solidFill>
              </a:rPr>
              <a:t> quality controls AI quality</a:t>
            </a:r>
          </a:p>
        </p:txBody>
      </p:sp>
      <p:sp>
        <p:nvSpPr>
          <p:cNvPr id="7" name="Rectangle 6">
            <a:extLst>
              <a:ext uri="{FF2B5EF4-FFF2-40B4-BE49-F238E27FC236}">
                <a16:creationId xmlns:a16="http://schemas.microsoft.com/office/drawing/2014/main" id="{67A93A59-C457-45C7-A77E-0EE23C26186A}"/>
              </a:ext>
            </a:extLst>
          </p:cNvPr>
          <p:cNvSpPr>
            <a:spLocks noGrp="1"/>
          </p:cNvSpPr>
          <p:nvPr/>
        </p:nvSpPr>
        <p:spPr>
          <a:xfrm>
            <a:off x="685800" y="2286000"/>
            <a:ext cx="3905250" cy="876300"/>
          </a:xfrm>
          <a:prstGeom prst="rect">
            <a:avLst/>
          </a:prstGeom>
          <a:noFill/>
          <a:ln w="0">
            <a:noFill/>
            <a:prstDash val="solid"/>
          </a:ln>
        </p:spPr>
        <p:txBody>
          <a:bodyPr/>
          <a:lstStyle/>
          <a:p>
            <a:pPr algn="l">
              <a:buNone/>
              <a:defRPr sz="2025" b="0">
                <a:solidFill>
                  <a:srgbClr val="A8B6C7"/>
                </a:solidFill>
              </a:defRPr>
            </a:pPr>
            <a:r>
              <a:rPr sz="2025" b="0">
                <a:solidFill>
                  <a:srgbClr val="A8B6C7"/>
                </a:solidFill>
              </a:rPr>
              <a:t>When sources are scattered, stale, or ownerless, AI becomes confident </a:t>
            </a:r>
            <a:r>
              <a:rPr sz="2400" b="0">
                <a:solidFill>
                  <a:srgbClr val="A8B6C7"/>
                </a:solidFill>
              </a:rPr>
              <a:t>about</a:t>
            </a:r>
            <a:r>
              <a:rPr sz="2025" b="0">
                <a:solidFill>
                  <a:srgbClr val="A8B6C7"/>
                </a:solidFill>
              </a:rPr>
              <a:t> weak context.</a:t>
            </a:r>
          </a:p>
        </p:txBody>
      </p:sp>
      <p:sp>
        <p:nvSpPr>
          <p:cNvPr id="8" name="Rectangle: Rounded Corners 7">
            <a:extLst>
              <a:ext uri="{FF2B5EF4-FFF2-40B4-BE49-F238E27FC236}">
                <a16:creationId xmlns:a16="http://schemas.microsoft.com/office/drawing/2014/main" id="{CC4C2C35-43C1-4A06-9E12-FDE3D178BF0B}"/>
              </a:ext>
            </a:extLst>
          </p:cNvPr>
          <p:cNvSpPr>
            <a:spLocks noGrp="1"/>
          </p:cNvSpPr>
          <p:nvPr/>
        </p:nvSpPr>
        <p:spPr>
          <a:xfrm>
            <a:off x="876300" y="3733800"/>
            <a:ext cx="3238500" cy="419100"/>
          </a:xfrm>
          <a:prstGeom prst="roundRect">
            <a:avLst>
              <a:gd name="adj" fmla="val 50000"/>
            </a:avLst>
          </a:prstGeom>
          <a:solidFill>
            <a:srgbClr val="102A43"/>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95BE092A-8FFD-4755-8CF6-2F7B8E602236}"/>
              </a:ext>
            </a:extLst>
          </p:cNvPr>
          <p:cNvSpPr>
            <a:spLocks noGrp="1"/>
          </p:cNvSpPr>
          <p:nvPr/>
        </p:nvSpPr>
        <p:spPr>
          <a:xfrm>
            <a:off x="1009650" y="3762375"/>
            <a:ext cx="2971800" cy="285750"/>
          </a:xfrm>
          <a:prstGeom prst="rect">
            <a:avLst/>
          </a:prstGeom>
          <a:noFill/>
          <a:ln w="0">
            <a:noFill/>
            <a:prstDash val="solid"/>
          </a:ln>
        </p:spPr>
        <p:txBody>
          <a:bodyPr/>
          <a:lstStyle/>
          <a:p>
            <a:pPr algn="ctr">
              <a:buNone/>
              <a:defRPr sz="1500" b="1">
                <a:solidFill>
                  <a:srgbClr val="F8FAFC"/>
                </a:solidFill>
              </a:defRPr>
            </a:pPr>
            <a:r>
              <a:rPr sz="2000" b="1">
                <a:solidFill>
                  <a:srgbClr val="F8FAFC"/>
                </a:solidFill>
              </a:rPr>
              <a:t>Scattered files</a:t>
            </a:r>
          </a:p>
        </p:txBody>
      </p:sp>
      <p:sp>
        <p:nvSpPr>
          <p:cNvPr id="10" name="Rectangle: Rounded Corners 9">
            <a:extLst>
              <a:ext uri="{FF2B5EF4-FFF2-40B4-BE49-F238E27FC236}">
                <a16:creationId xmlns:a16="http://schemas.microsoft.com/office/drawing/2014/main" id="{ADAFC3B2-D0C8-4AE2-BD87-E5D36ABE6869}"/>
              </a:ext>
            </a:extLst>
          </p:cNvPr>
          <p:cNvSpPr>
            <a:spLocks noGrp="1"/>
          </p:cNvSpPr>
          <p:nvPr/>
        </p:nvSpPr>
        <p:spPr>
          <a:xfrm>
            <a:off x="876300" y="4286250"/>
            <a:ext cx="3238500" cy="419100"/>
          </a:xfrm>
          <a:prstGeom prst="roundRect">
            <a:avLst>
              <a:gd name="adj" fmla="val 50000"/>
            </a:avLst>
          </a:prstGeom>
          <a:solidFill>
            <a:srgbClr val="102A43"/>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92B04A97-1446-4BB0-B848-456CEC304081}"/>
              </a:ext>
            </a:extLst>
          </p:cNvPr>
          <p:cNvSpPr>
            <a:spLocks noGrp="1"/>
          </p:cNvSpPr>
          <p:nvPr/>
        </p:nvSpPr>
        <p:spPr>
          <a:xfrm>
            <a:off x="1085850" y="4314825"/>
            <a:ext cx="2971800" cy="285750"/>
          </a:xfrm>
          <a:prstGeom prst="rect">
            <a:avLst/>
          </a:prstGeom>
          <a:noFill/>
          <a:ln w="0">
            <a:noFill/>
            <a:prstDash val="solid"/>
          </a:ln>
        </p:spPr>
        <p:txBody>
          <a:bodyPr/>
          <a:lstStyle/>
          <a:p>
            <a:pPr algn="ctr">
              <a:buNone/>
              <a:defRPr sz="1500" b="1">
                <a:solidFill>
                  <a:srgbClr val="F8FAFC"/>
                </a:solidFill>
              </a:defRPr>
            </a:pPr>
            <a:r>
              <a:rPr sz="2000" b="1">
                <a:solidFill>
                  <a:srgbClr val="F8FAFC"/>
                </a:solidFill>
              </a:rPr>
              <a:t>Conflicting answers</a:t>
            </a:r>
          </a:p>
        </p:txBody>
      </p:sp>
      <p:sp>
        <p:nvSpPr>
          <p:cNvPr id="12" name="Rectangle: Rounded Corners 11">
            <a:extLst>
              <a:ext uri="{FF2B5EF4-FFF2-40B4-BE49-F238E27FC236}">
                <a16:creationId xmlns:a16="http://schemas.microsoft.com/office/drawing/2014/main" id="{8444015F-07B4-48BC-ADCB-C5C69C356B88}"/>
              </a:ext>
            </a:extLst>
          </p:cNvPr>
          <p:cNvSpPr>
            <a:spLocks noGrp="1"/>
          </p:cNvSpPr>
          <p:nvPr/>
        </p:nvSpPr>
        <p:spPr>
          <a:xfrm>
            <a:off x="876300" y="4838700"/>
            <a:ext cx="3238500" cy="419100"/>
          </a:xfrm>
          <a:prstGeom prst="roundRect">
            <a:avLst>
              <a:gd name="adj" fmla="val 50000"/>
            </a:avLst>
          </a:prstGeom>
          <a:solidFill>
            <a:srgbClr val="102A43"/>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211490C7-1A18-4715-ACA9-2F73E0451CAF}"/>
              </a:ext>
            </a:extLst>
          </p:cNvPr>
          <p:cNvSpPr>
            <a:spLocks noGrp="1"/>
          </p:cNvSpPr>
          <p:nvPr/>
        </p:nvSpPr>
        <p:spPr>
          <a:xfrm>
            <a:off x="1009650" y="4857750"/>
            <a:ext cx="2971800" cy="285750"/>
          </a:xfrm>
          <a:prstGeom prst="rect">
            <a:avLst/>
          </a:prstGeom>
          <a:noFill/>
          <a:ln w="0">
            <a:noFill/>
            <a:prstDash val="solid"/>
          </a:ln>
        </p:spPr>
        <p:txBody>
          <a:bodyPr/>
          <a:lstStyle/>
          <a:p>
            <a:pPr algn="ctr">
              <a:buNone/>
              <a:defRPr sz="1500" b="1">
                <a:solidFill>
                  <a:srgbClr val="F8FAFC"/>
                </a:solidFill>
              </a:defRPr>
            </a:pPr>
            <a:r>
              <a:rPr sz="2000" b="1">
                <a:solidFill>
                  <a:srgbClr val="F8FAFC"/>
                </a:solidFill>
              </a:rPr>
              <a:t>No owner</a:t>
            </a:r>
          </a:p>
        </p:txBody>
      </p:sp>
      <p:sp>
        <p:nvSpPr>
          <p:cNvPr id="14" name="Rectangle: Rounded Corners 13">
            <a:extLst>
              <a:ext uri="{FF2B5EF4-FFF2-40B4-BE49-F238E27FC236}">
                <a16:creationId xmlns:a16="http://schemas.microsoft.com/office/drawing/2014/main" id="{6659C43A-3EE3-499E-ABF7-9E6070DE63DE}"/>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5" name="Rectangle 14">
            <a:extLst>
              <a:ext uri="{FF2B5EF4-FFF2-40B4-BE49-F238E27FC236}">
                <a16:creationId xmlns:a16="http://schemas.microsoft.com/office/drawing/2014/main" id="{6DAE8C36-AB4B-4BF8-8EDC-F0AF0B61E0DA}"/>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16" name="Rectangle 15">
            <a:extLst>
              <a:ext uri="{FF2B5EF4-FFF2-40B4-BE49-F238E27FC236}">
                <a16:creationId xmlns:a16="http://schemas.microsoft.com/office/drawing/2014/main" id="{B252AED3-B5AB-4DE0-ACA7-6711DA686C69}"/>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Better answers start with better governed context.</a:t>
            </a:r>
          </a:p>
        </p:txBody>
      </p:sp>
      <p:sp>
        <p:nvSpPr>
          <p:cNvPr id="18" name="Oval 17">
            <a:extLst>
              <a:ext uri="{FF2B5EF4-FFF2-40B4-BE49-F238E27FC236}">
                <a16:creationId xmlns:a16="http://schemas.microsoft.com/office/drawing/2014/main" id="{46CB6773-C86B-4C0F-BFA7-0958B23A5AF1}"/>
              </a:ext>
            </a:extLst>
          </p:cNvPr>
          <p:cNvSpPr>
            <a:spLocks noGrp="1"/>
          </p:cNvSpPr>
          <p:nvPr/>
        </p:nvSpPr>
        <p:spPr>
          <a:xfrm>
            <a:off x="10629900" y="1752600"/>
            <a:ext cx="438150" cy="438150"/>
          </a:xfrm>
          <a:prstGeom prst="ellipse">
            <a:avLst/>
          </a:prstGeom>
          <a:solidFill>
            <a:srgbClr val="05D6A4"/>
          </a:solidFill>
          <a:ln w="9525">
            <a:solidFill>
              <a:srgbClr val="0B1A2A"/>
            </a:solidFill>
            <a:prstDash val="solid"/>
          </a:ln>
        </p:spPr>
        <p:txBody>
          <a:bodyPr/>
          <a:lstStyle/>
          <a:p>
            <a:endParaRPr lang="en-SG"/>
          </a:p>
        </p:txBody>
      </p:sp>
      <p:pic>
        <p:nvPicPr>
          <p:cNvPr id="37" name="Graphic 36"/>
          <p:cNvPicPr>
            <a:picLocks noChangeAspect="1"/>
          </p:cNvPicPr>
          <p:nvPr/>
        </p:nvPicPr>
        <p:blipFill>
          <a:blip>
            <a:extLst>
              <a:ext uri="{96DAC541-7B7A-43D3-8B79-37D633B846F1}">
                <asvg:svgBlip xmlns:asvg="http://schemas.microsoft.com/office/drawing/2016/SVG/main" r:embed="rId4"/>
              </a:ext>
            </a:extLst>
          </a:blip>
          <a:stretch/>
        </p:blipFill>
        <p:spPr>
          <a:xfrm>
            <a:off x="10726293" y="1848993"/>
            <a:ext cx="245364" cy="245364"/>
          </a:xfrm>
          <a:prstGeom prst="rect">
            <a:avLst/>
          </a:prstGeom>
        </p:spPr>
      </p:pic>
      <p:pic>
        <p:nvPicPr>
          <p:cNvPr id="19" name="Picture 18">
            <a:extLst>
              <a:ext uri="{FF2B5EF4-FFF2-40B4-BE49-F238E27FC236}">
                <a16:creationId xmlns:a16="http://schemas.microsoft.com/office/drawing/2014/main" id="{E3451A6E-6E8F-7C1A-EA9F-DAFF38FB07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313061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8578407-0250-4452-B7D5-3C533D3472C4}"/>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KNOWLEDGE DEBT</a:t>
            </a:r>
          </a:p>
        </p:txBody>
      </p:sp>
      <p:sp>
        <p:nvSpPr>
          <p:cNvPr id="2" name="Rectangle 1">
            <a:extLst>
              <a:ext uri="{FF2B5EF4-FFF2-40B4-BE49-F238E27FC236}">
                <a16:creationId xmlns:a16="http://schemas.microsoft.com/office/drawing/2014/main" id="{D180358E-00F5-4AAE-93CB-11ED2800ABE9}"/>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Repeated questions reveal knowledge debt</a:t>
            </a:r>
          </a:p>
        </p:txBody>
      </p:sp>
      <p:sp>
        <p:nvSpPr>
          <p:cNvPr id="3" name="Rectangle 2">
            <a:extLst>
              <a:ext uri="{FF2B5EF4-FFF2-40B4-BE49-F238E27FC236}">
                <a16:creationId xmlns:a16="http://schemas.microsoft.com/office/drawing/2014/main" id="{A63C181F-DB9A-4D2C-88BB-AD1C324A645F}"/>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6AF420F1-D026-4FE9-8930-D3E46D0A52C4}"/>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04</a:t>
            </a:r>
          </a:p>
        </p:txBody>
      </p:sp>
      <p:sp>
        <p:nvSpPr>
          <p:cNvPr id="5" name="Rectangle 4">
            <a:extLst>
              <a:ext uri="{FF2B5EF4-FFF2-40B4-BE49-F238E27FC236}">
                <a16:creationId xmlns:a16="http://schemas.microsoft.com/office/drawing/2014/main" id="{EFAF3B2C-C1A1-4CD2-9928-9F79B9108C87}"/>
              </a:ext>
            </a:extLst>
          </p:cNvPr>
          <p:cNvSpPr>
            <a:spLocks noGrp="1"/>
          </p:cNvSpPr>
          <p:nvPr/>
        </p:nvSpPr>
        <p:spPr>
          <a:xfrm>
            <a:off x="719198" y="1588770"/>
            <a:ext cx="10401301" cy="876300"/>
          </a:xfrm>
          <a:prstGeom prst="rect">
            <a:avLst/>
          </a:prstGeom>
          <a:noFill/>
          <a:ln w="0">
            <a:noFill/>
            <a:prstDash val="solid"/>
          </a:ln>
        </p:spPr>
        <p:txBody>
          <a:bodyPr/>
          <a:lstStyle/>
          <a:p>
            <a:pPr algn="l">
              <a:buNone/>
              <a:defRPr sz="1875" b="0">
                <a:solidFill>
                  <a:srgbClr val="A8B6C7"/>
                </a:solidFill>
              </a:defRPr>
            </a:pPr>
            <a:r>
              <a:rPr sz="2400" b="0">
                <a:solidFill>
                  <a:srgbClr val="A8B6C7"/>
                </a:solidFill>
              </a:rPr>
              <a:t>The same question keeps returning when the organization </a:t>
            </a:r>
          </a:p>
          <a:p>
            <a:pPr algn="l">
              <a:buNone/>
              <a:defRPr sz="1875" b="0">
                <a:solidFill>
                  <a:srgbClr val="A8B6C7"/>
                </a:solidFill>
              </a:defRPr>
            </a:pPr>
            <a:r>
              <a:rPr sz="2400" b="0">
                <a:solidFill>
                  <a:srgbClr val="A8B6C7"/>
                </a:solidFill>
              </a:rPr>
              <a:t>has no reliable answer path.</a:t>
            </a:r>
          </a:p>
        </p:txBody>
      </p:sp>
      <p:sp>
        <p:nvSpPr>
          <p:cNvPr id="6" name="Oval 5">
            <a:extLst>
              <a:ext uri="{FF2B5EF4-FFF2-40B4-BE49-F238E27FC236}">
                <a16:creationId xmlns:a16="http://schemas.microsoft.com/office/drawing/2014/main" id="{03D003AF-2616-4CAF-B577-6BFA3377959B}"/>
              </a:ext>
            </a:extLst>
          </p:cNvPr>
          <p:cNvSpPr>
            <a:spLocks noGrp="1"/>
          </p:cNvSpPr>
          <p:nvPr/>
        </p:nvSpPr>
        <p:spPr>
          <a:xfrm>
            <a:off x="2576574" y="2807970"/>
            <a:ext cx="476250" cy="476250"/>
          </a:xfrm>
          <a:prstGeom prst="ellipse">
            <a:avLst/>
          </a:prstGeom>
          <a:solidFill>
            <a:srgbClr val="0F2F46"/>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00215CBC-F9C9-412D-B08C-4329F536DC97}"/>
              </a:ext>
            </a:extLst>
          </p:cNvPr>
          <p:cNvSpPr>
            <a:spLocks noGrp="1"/>
          </p:cNvSpPr>
          <p:nvPr/>
        </p:nvSpPr>
        <p:spPr>
          <a:xfrm>
            <a:off x="2681349" y="291274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1</a:t>
            </a:r>
          </a:p>
        </p:txBody>
      </p:sp>
      <p:sp>
        <p:nvSpPr>
          <p:cNvPr id="8" name="Rectangle: Rounded Corners 7">
            <a:extLst>
              <a:ext uri="{FF2B5EF4-FFF2-40B4-BE49-F238E27FC236}">
                <a16:creationId xmlns:a16="http://schemas.microsoft.com/office/drawing/2014/main" id="{AB844EBE-9CB7-4A3F-BBF3-B3C17E81E7FF}"/>
              </a:ext>
            </a:extLst>
          </p:cNvPr>
          <p:cNvSpPr>
            <a:spLocks noGrp="1"/>
          </p:cNvSpPr>
          <p:nvPr/>
        </p:nvSpPr>
        <p:spPr>
          <a:xfrm>
            <a:off x="1881249" y="3360420"/>
            <a:ext cx="1866900" cy="1802130"/>
          </a:xfrm>
          <a:prstGeom prst="roundRect">
            <a:avLst>
              <a:gd name="adj" fmla="val 7692"/>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CCA648EB-2133-4E3F-9155-35FE9A23E707}"/>
              </a:ext>
            </a:extLst>
          </p:cNvPr>
          <p:cNvSpPr>
            <a:spLocks noGrp="1"/>
          </p:cNvSpPr>
          <p:nvPr/>
        </p:nvSpPr>
        <p:spPr>
          <a:xfrm>
            <a:off x="1881249" y="3360420"/>
            <a:ext cx="45719" cy="1712214"/>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92BC5196-241B-46A0-B6D7-522E01D569A2}"/>
              </a:ext>
            </a:extLst>
          </p:cNvPr>
          <p:cNvSpPr>
            <a:spLocks noGrp="1"/>
          </p:cNvSpPr>
          <p:nvPr/>
        </p:nvSpPr>
        <p:spPr>
          <a:xfrm>
            <a:off x="2090799" y="3531870"/>
            <a:ext cx="1447800" cy="495300"/>
          </a:xfrm>
          <a:prstGeom prst="rect">
            <a:avLst/>
          </a:prstGeom>
          <a:noFill/>
          <a:ln w="0">
            <a:noFill/>
            <a:prstDash val="solid"/>
          </a:ln>
        </p:spPr>
        <p:txBody>
          <a:bodyPr/>
          <a:lstStyle/>
          <a:p>
            <a:pPr algn="ctr">
              <a:buNone/>
              <a:defRPr sz="1725" b="1">
                <a:solidFill>
                  <a:srgbClr val="F8FAFC"/>
                </a:solidFill>
              </a:defRPr>
            </a:pPr>
            <a:r>
              <a:rPr sz="2000" b="1">
                <a:solidFill>
                  <a:srgbClr val="F8FAFC"/>
                </a:solidFill>
              </a:rPr>
              <a:t>Ask again</a:t>
            </a:r>
          </a:p>
        </p:txBody>
      </p:sp>
      <p:sp>
        <p:nvSpPr>
          <p:cNvPr id="11" name="Rectangle 10">
            <a:extLst>
              <a:ext uri="{FF2B5EF4-FFF2-40B4-BE49-F238E27FC236}">
                <a16:creationId xmlns:a16="http://schemas.microsoft.com/office/drawing/2014/main" id="{85A09219-27C6-4916-9A62-356EFD62C7A4}"/>
              </a:ext>
            </a:extLst>
          </p:cNvPr>
          <p:cNvSpPr>
            <a:spLocks noGrp="1"/>
          </p:cNvSpPr>
          <p:nvPr/>
        </p:nvSpPr>
        <p:spPr>
          <a:xfrm>
            <a:off x="2090799" y="4046220"/>
            <a:ext cx="1447800" cy="800100"/>
          </a:xfrm>
          <a:prstGeom prst="rect">
            <a:avLst/>
          </a:prstGeom>
          <a:noFill/>
          <a:ln w="0">
            <a:noFill/>
            <a:prstDash val="solid"/>
          </a:ln>
        </p:spPr>
        <p:txBody>
          <a:bodyPr/>
          <a:lstStyle/>
          <a:p>
            <a:pPr algn="ctr">
              <a:buNone/>
              <a:defRPr sz="1575" b="0">
                <a:solidFill>
                  <a:srgbClr val="A8B6C7"/>
                </a:solidFill>
              </a:defRPr>
            </a:pPr>
            <a:r>
              <a:rPr b="0">
                <a:solidFill>
                  <a:srgbClr val="A8B6C7"/>
                </a:solidFill>
              </a:rPr>
              <a:t>Teams search chat, folders, and old decks.</a:t>
            </a:r>
          </a:p>
        </p:txBody>
      </p:sp>
      <p:sp>
        <p:nvSpPr>
          <p:cNvPr id="12" name="Rectangle 11">
            <a:extLst>
              <a:ext uri="{FF2B5EF4-FFF2-40B4-BE49-F238E27FC236}">
                <a16:creationId xmlns:a16="http://schemas.microsoft.com/office/drawing/2014/main" id="{E15E3D71-4D61-45E3-A8C6-F2EE4B0CB12E}"/>
              </a:ext>
            </a:extLst>
          </p:cNvPr>
          <p:cNvSpPr>
            <a:spLocks noGrp="1"/>
          </p:cNvSpPr>
          <p:nvPr/>
        </p:nvSpPr>
        <p:spPr>
          <a:xfrm>
            <a:off x="3748149" y="3912870"/>
            <a:ext cx="304800" cy="38100"/>
          </a:xfrm>
          <a:prstGeom prst="rect">
            <a:avLst/>
          </a:prstGeom>
          <a:solidFill>
            <a:srgbClr val="05D6A4"/>
          </a:solidFill>
          <a:ln w="11430">
            <a:solidFill>
              <a:srgbClr val="05D6A4"/>
            </a:solidFill>
            <a:prstDash val="solid"/>
          </a:ln>
        </p:spPr>
        <p:txBody>
          <a:bodyPr/>
          <a:lstStyle/>
          <a:p>
            <a:endParaRPr/>
          </a:p>
        </p:txBody>
      </p:sp>
      <p:sp>
        <p:nvSpPr>
          <p:cNvPr id="13" name="Oval 12">
            <a:extLst>
              <a:ext uri="{FF2B5EF4-FFF2-40B4-BE49-F238E27FC236}">
                <a16:creationId xmlns:a16="http://schemas.microsoft.com/office/drawing/2014/main" id="{6D20D4EB-B13A-4E54-93A6-B214BD7138A4}"/>
              </a:ext>
            </a:extLst>
          </p:cNvPr>
          <p:cNvSpPr>
            <a:spLocks noGrp="1"/>
          </p:cNvSpPr>
          <p:nvPr/>
        </p:nvSpPr>
        <p:spPr>
          <a:xfrm>
            <a:off x="4748274" y="2807970"/>
            <a:ext cx="476250" cy="476250"/>
          </a:xfrm>
          <a:prstGeom prst="ellipse">
            <a:avLst/>
          </a:prstGeom>
          <a:solidFill>
            <a:srgbClr val="0F2F46"/>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76E4D388-D520-42A1-B4F2-952601816C57}"/>
              </a:ext>
            </a:extLst>
          </p:cNvPr>
          <p:cNvSpPr>
            <a:spLocks noGrp="1"/>
          </p:cNvSpPr>
          <p:nvPr/>
        </p:nvSpPr>
        <p:spPr>
          <a:xfrm>
            <a:off x="4853049" y="291274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2</a:t>
            </a:r>
          </a:p>
        </p:txBody>
      </p:sp>
      <p:sp>
        <p:nvSpPr>
          <p:cNvPr id="15" name="Rectangle: Rounded Corners 14">
            <a:extLst>
              <a:ext uri="{FF2B5EF4-FFF2-40B4-BE49-F238E27FC236}">
                <a16:creationId xmlns:a16="http://schemas.microsoft.com/office/drawing/2014/main" id="{F3130966-E5F7-4484-B735-34137897FD53}"/>
              </a:ext>
            </a:extLst>
          </p:cNvPr>
          <p:cNvSpPr>
            <a:spLocks noGrp="1"/>
          </p:cNvSpPr>
          <p:nvPr/>
        </p:nvSpPr>
        <p:spPr>
          <a:xfrm>
            <a:off x="4052949" y="3360420"/>
            <a:ext cx="1866900" cy="1802130"/>
          </a:xfrm>
          <a:prstGeom prst="roundRect">
            <a:avLst>
              <a:gd name="adj" fmla="val 7692"/>
            </a:avLst>
          </a:prstGeom>
          <a:solidFill>
            <a:srgbClr val="10243A"/>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3A97D32D-9D6F-41E5-8F4A-C37C2EC4A315}"/>
              </a:ext>
            </a:extLst>
          </p:cNvPr>
          <p:cNvSpPr>
            <a:spLocks noGrp="1"/>
          </p:cNvSpPr>
          <p:nvPr/>
        </p:nvSpPr>
        <p:spPr>
          <a:xfrm>
            <a:off x="4052949" y="3360420"/>
            <a:ext cx="67724" cy="1802130"/>
          </a:xfrm>
          <a:prstGeom prst="rect">
            <a:avLst/>
          </a:prstGeom>
          <a:solidFill>
            <a:srgbClr val="38BDF8"/>
          </a:solidFill>
          <a:ln w="11430">
            <a:solidFill>
              <a:srgbClr val="38BDF8"/>
            </a:solidFill>
            <a:prstDash val="solid"/>
          </a:ln>
        </p:spPr>
        <p:txBody>
          <a:bodyPr/>
          <a:lstStyle/>
          <a:p>
            <a:endParaRPr/>
          </a:p>
        </p:txBody>
      </p:sp>
      <p:sp>
        <p:nvSpPr>
          <p:cNvPr id="17" name="Rectangle 16">
            <a:extLst>
              <a:ext uri="{FF2B5EF4-FFF2-40B4-BE49-F238E27FC236}">
                <a16:creationId xmlns:a16="http://schemas.microsoft.com/office/drawing/2014/main" id="{3F88D48C-2C92-45CB-B80C-5287CCBDC656}"/>
              </a:ext>
            </a:extLst>
          </p:cNvPr>
          <p:cNvSpPr>
            <a:spLocks noGrp="1"/>
          </p:cNvSpPr>
          <p:nvPr/>
        </p:nvSpPr>
        <p:spPr>
          <a:xfrm>
            <a:off x="4262499" y="3531870"/>
            <a:ext cx="1447800" cy="495300"/>
          </a:xfrm>
          <a:prstGeom prst="rect">
            <a:avLst/>
          </a:prstGeom>
          <a:noFill/>
          <a:ln w="0">
            <a:noFill/>
            <a:prstDash val="solid"/>
          </a:ln>
        </p:spPr>
        <p:txBody>
          <a:bodyPr/>
          <a:lstStyle/>
          <a:p>
            <a:pPr algn="ctr">
              <a:buNone/>
              <a:defRPr sz="1725" b="1">
                <a:solidFill>
                  <a:srgbClr val="F8FAFC"/>
                </a:solidFill>
              </a:defRPr>
            </a:pPr>
            <a:r>
              <a:rPr sz="2000" b="1">
                <a:solidFill>
                  <a:srgbClr val="F8FAFC"/>
                </a:solidFill>
              </a:rPr>
              <a:t>Answer differently</a:t>
            </a:r>
          </a:p>
        </p:txBody>
      </p:sp>
      <p:sp>
        <p:nvSpPr>
          <p:cNvPr id="18" name="Rectangle 17">
            <a:extLst>
              <a:ext uri="{FF2B5EF4-FFF2-40B4-BE49-F238E27FC236}">
                <a16:creationId xmlns:a16="http://schemas.microsoft.com/office/drawing/2014/main" id="{B164C360-DDB2-40AC-A433-DEDD9680E090}"/>
              </a:ext>
            </a:extLst>
          </p:cNvPr>
          <p:cNvSpPr>
            <a:spLocks noGrp="1"/>
          </p:cNvSpPr>
          <p:nvPr/>
        </p:nvSpPr>
        <p:spPr>
          <a:xfrm>
            <a:off x="4306314" y="4131030"/>
            <a:ext cx="1447800" cy="800100"/>
          </a:xfrm>
          <a:prstGeom prst="rect">
            <a:avLst/>
          </a:prstGeom>
          <a:noFill/>
          <a:ln w="0">
            <a:noFill/>
            <a:prstDash val="solid"/>
          </a:ln>
        </p:spPr>
        <p:txBody>
          <a:bodyPr/>
          <a:lstStyle/>
          <a:p>
            <a:pPr algn="ctr">
              <a:buNone/>
              <a:defRPr sz="1575" b="0">
                <a:solidFill>
                  <a:srgbClr val="A8B6C7"/>
                </a:solidFill>
              </a:defRPr>
            </a:pPr>
            <a:r>
              <a:rPr b="0">
                <a:solidFill>
                  <a:srgbClr val="A8B6C7"/>
                </a:solidFill>
              </a:rPr>
              <a:t>People rely on memory or local versions.</a:t>
            </a:r>
          </a:p>
        </p:txBody>
      </p:sp>
      <p:sp>
        <p:nvSpPr>
          <p:cNvPr id="19" name="Rectangle 18">
            <a:extLst>
              <a:ext uri="{FF2B5EF4-FFF2-40B4-BE49-F238E27FC236}">
                <a16:creationId xmlns:a16="http://schemas.microsoft.com/office/drawing/2014/main" id="{96BB8EAD-3FAE-41F7-9E78-2DB594E24635}"/>
              </a:ext>
            </a:extLst>
          </p:cNvPr>
          <p:cNvSpPr>
            <a:spLocks noGrp="1"/>
          </p:cNvSpPr>
          <p:nvPr/>
        </p:nvSpPr>
        <p:spPr>
          <a:xfrm>
            <a:off x="5919849" y="3912870"/>
            <a:ext cx="304800" cy="38100"/>
          </a:xfrm>
          <a:prstGeom prst="rect">
            <a:avLst/>
          </a:prstGeom>
          <a:solidFill>
            <a:srgbClr val="05D6A4"/>
          </a:solidFill>
          <a:ln w="11430">
            <a:solidFill>
              <a:srgbClr val="05D6A4"/>
            </a:solidFill>
            <a:prstDash val="solid"/>
          </a:ln>
        </p:spPr>
        <p:txBody>
          <a:bodyPr/>
          <a:lstStyle/>
          <a:p>
            <a:endParaRPr/>
          </a:p>
        </p:txBody>
      </p:sp>
      <p:sp>
        <p:nvSpPr>
          <p:cNvPr id="20" name="Oval 19">
            <a:extLst>
              <a:ext uri="{FF2B5EF4-FFF2-40B4-BE49-F238E27FC236}">
                <a16:creationId xmlns:a16="http://schemas.microsoft.com/office/drawing/2014/main" id="{8755E361-4A71-4877-9C73-6F7270EB5E43}"/>
              </a:ext>
            </a:extLst>
          </p:cNvPr>
          <p:cNvSpPr>
            <a:spLocks noGrp="1"/>
          </p:cNvSpPr>
          <p:nvPr/>
        </p:nvSpPr>
        <p:spPr>
          <a:xfrm>
            <a:off x="6919974" y="2807970"/>
            <a:ext cx="476250" cy="476250"/>
          </a:xfrm>
          <a:prstGeom prst="ellipse">
            <a:avLst/>
          </a:prstGeom>
          <a:solidFill>
            <a:srgbClr val="0F2F46"/>
          </a:solidFill>
          <a:ln w="11430">
            <a:solidFill>
              <a:srgbClr val="A78BFA"/>
            </a:solidFill>
            <a:prstDash val="solid"/>
          </a:ln>
        </p:spPr>
        <p:txBody>
          <a:bodyPr/>
          <a:lstStyle/>
          <a:p>
            <a:endParaRPr/>
          </a:p>
        </p:txBody>
      </p:sp>
      <p:sp>
        <p:nvSpPr>
          <p:cNvPr id="21" name="Rectangle 20">
            <a:extLst>
              <a:ext uri="{FF2B5EF4-FFF2-40B4-BE49-F238E27FC236}">
                <a16:creationId xmlns:a16="http://schemas.microsoft.com/office/drawing/2014/main" id="{E2573AB2-E2C3-441D-8EFB-A6E0CD96C7AB}"/>
              </a:ext>
            </a:extLst>
          </p:cNvPr>
          <p:cNvSpPr>
            <a:spLocks noGrp="1"/>
          </p:cNvSpPr>
          <p:nvPr/>
        </p:nvSpPr>
        <p:spPr>
          <a:xfrm>
            <a:off x="7024749" y="291274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3</a:t>
            </a:r>
          </a:p>
        </p:txBody>
      </p:sp>
      <p:sp>
        <p:nvSpPr>
          <p:cNvPr id="22" name="Rectangle: Rounded Corners 21">
            <a:extLst>
              <a:ext uri="{FF2B5EF4-FFF2-40B4-BE49-F238E27FC236}">
                <a16:creationId xmlns:a16="http://schemas.microsoft.com/office/drawing/2014/main" id="{3ED242D7-E632-40A4-ACC9-DCDA83A52C33}"/>
              </a:ext>
            </a:extLst>
          </p:cNvPr>
          <p:cNvSpPr>
            <a:spLocks noGrp="1"/>
          </p:cNvSpPr>
          <p:nvPr/>
        </p:nvSpPr>
        <p:spPr>
          <a:xfrm>
            <a:off x="6224649" y="3360420"/>
            <a:ext cx="1866900" cy="1802130"/>
          </a:xfrm>
          <a:prstGeom prst="roundRect">
            <a:avLst>
              <a:gd name="adj" fmla="val 7692"/>
            </a:avLst>
          </a:prstGeom>
          <a:solidFill>
            <a:srgbClr val="10243A"/>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995CF6EE-FD9F-4C49-867A-2B1C1D3B1D96}"/>
              </a:ext>
            </a:extLst>
          </p:cNvPr>
          <p:cNvSpPr>
            <a:spLocks noGrp="1"/>
          </p:cNvSpPr>
          <p:nvPr/>
        </p:nvSpPr>
        <p:spPr>
          <a:xfrm>
            <a:off x="6224649" y="3360420"/>
            <a:ext cx="45719" cy="1712214"/>
          </a:xfrm>
          <a:prstGeom prst="rect">
            <a:avLst/>
          </a:prstGeom>
          <a:solidFill>
            <a:srgbClr val="A78BFA"/>
          </a:solidFill>
          <a:ln w="11430">
            <a:solidFill>
              <a:srgbClr val="A78BFA"/>
            </a:solidFill>
            <a:prstDash val="solid"/>
          </a:ln>
        </p:spPr>
        <p:txBody>
          <a:bodyPr/>
          <a:lstStyle/>
          <a:p>
            <a:endParaRPr/>
          </a:p>
        </p:txBody>
      </p:sp>
      <p:sp>
        <p:nvSpPr>
          <p:cNvPr id="24" name="Rectangle 23">
            <a:extLst>
              <a:ext uri="{FF2B5EF4-FFF2-40B4-BE49-F238E27FC236}">
                <a16:creationId xmlns:a16="http://schemas.microsoft.com/office/drawing/2014/main" id="{CF954A5E-06BE-44FF-B4A7-6142AF495A35}"/>
              </a:ext>
            </a:extLst>
          </p:cNvPr>
          <p:cNvSpPr>
            <a:spLocks noGrp="1"/>
          </p:cNvSpPr>
          <p:nvPr/>
        </p:nvSpPr>
        <p:spPr>
          <a:xfrm>
            <a:off x="6434199" y="3531870"/>
            <a:ext cx="1447800" cy="495300"/>
          </a:xfrm>
          <a:prstGeom prst="rect">
            <a:avLst/>
          </a:prstGeom>
          <a:noFill/>
          <a:ln w="0">
            <a:noFill/>
            <a:prstDash val="solid"/>
          </a:ln>
        </p:spPr>
        <p:txBody>
          <a:bodyPr/>
          <a:lstStyle/>
          <a:p>
            <a:pPr algn="ctr">
              <a:buNone/>
              <a:defRPr sz="1725" b="1">
                <a:solidFill>
                  <a:srgbClr val="F8FAFC"/>
                </a:solidFill>
              </a:defRPr>
            </a:pPr>
            <a:r>
              <a:rPr sz="2000" b="1">
                <a:solidFill>
                  <a:srgbClr val="F8FAFC"/>
                </a:solidFill>
              </a:rPr>
              <a:t>Lose trust</a:t>
            </a:r>
          </a:p>
        </p:txBody>
      </p:sp>
      <p:sp>
        <p:nvSpPr>
          <p:cNvPr id="25" name="Rectangle 24">
            <a:extLst>
              <a:ext uri="{FF2B5EF4-FFF2-40B4-BE49-F238E27FC236}">
                <a16:creationId xmlns:a16="http://schemas.microsoft.com/office/drawing/2014/main" id="{5A6EC069-FCDA-4BEA-B634-EF5BF7A1AC69}"/>
              </a:ext>
            </a:extLst>
          </p:cNvPr>
          <p:cNvSpPr>
            <a:spLocks noGrp="1"/>
          </p:cNvSpPr>
          <p:nvPr/>
        </p:nvSpPr>
        <p:spPr>
          <a:xfrm>
            <a:off x="6434199" y="4046220"/>
            <a:ext cx="1447800" cy="800100"/>
          </a:xfrm>
          <a:prstGeom prst="rect">
            <a:avLst/>
          </a:prstGeom>
          <a:noFill/>
          <a:ln w="0">
            <a:noFill/>
            <a:prstDash val="solid"/>
          </a:ln>
        </p:spPr>
        <p:txBody>
          <a:bodyPr/>
          <a:lstStyle/>
          <a:p>
            <a:pPr algn="ctr">
              <a:buNone/>
              <a:defRPr sz="1575" b="0">
                <a:solidFill>
                  <a:srgbClr val="A8B6C7"/>
                </a:solidFill>
              </a:defRPr>
            </a:pPr>
            <a:r>
              <a:rPr b="0">
                <a:solidFill>
                  <a:srgbClr val="A8B6C7"/>
                </a:solidFill>
              </a:rPr>
              <a:t>Work slows because no source feels definitive.</a:t>
            </a:r>
          </a:p>
        </p:txBody>
      </p:sp>
      <p:sp>
        <p:nvSpPr>
          <p:cNvPr id="26" name="Rectangle 25">
            <a:extLst>
              <a:ext uri="{FF2B5EF4-FFF2-40B4-BE49-F238E27FC236}">
                <a16:creationId xmlns:a16="http://schemas.microsoft.com/office/drawing/2014/main" id="{25F459CA-4AEB-4D5C-BEA1-FBBBAB6F334A}"/>
              </a:ext>
            </a:extLst>
          </p:cNvPr>
          <p:cNvSpPr>
            <a:spLocks noGrp="1"/>
          </p:cNvSpPr>
          <p:nvPr/>
        </p:nvSpPr>
        <p:spPr>
          <a:xfrm>
            <a:off x="8091549" y="3912870"/>
            <a:ext cx="304800" cy="38100"/>
          </a:xfrm>
          <a:prstGeom prst="rect">
            <a:avLst/>
          </a:prstGeom>
          <a:solidFill>
            <a:srgbClr val="05D6A4"/>
          </a:solidFill>
          <a:ln w="11430">
            <a:solidFill>
              <a:srgbClr val="05D6A4"/>
            </a:solidFill>
            <a:prstDash val="solid"/>
          </a:ln>
        </p:spPr>
        <p:txBody>
          <a:bodyPr/>
          <a:lstStyle/>
          <a:p>
            <a:endParaRPr/>
          </a:p>
        </p:txBody>
      </p:sp>
      <p:sp>
        <p:nvSpPr>
          <p:cNvPr id="27" name="Oval 26">
            <a:extLst>
              <a:ext uri="{FF2B5EF4-FFF2-40B4-BE49-F238E27FC236}">
                <a16:creationId xmlns:a16="http://schemas.microsoft.com/office/drawing/2014/main" id="{0B6AAE41-2C0A-4F37-9ACD-1978006EA0A7}"/>
              </a:ext>
            </a:extLst>
          </p:cNvPr>
          <p:cNvSpPr>
            <a:spLocks noGrp="1"/>
          </p:cNvSpPr>
          <p:nvPr/>
        </p:nvSpPr>
        <p:spPr>
          <a:xfrm>
            <a:off x="9091674" y="2807970"/>
            <a:ext cx="476250" cy="476250"/>
          </a:xfrm>
          <a:prstGeom prst="ellipse">
            <a:avLst/>
          </a:prstGeom>
          <a:solidFill>
            <a:srgbClr val="0F2F46"/>
          </a:solidFill>
          <a:ln w="11430">
            <a:solidFill>
              <a:srgbClr val="22C55E"/>
            </a:solidFill>
            <a:prstDash val="solid"/>
          </a:ln>
        </p:spPr>
        <p:txBody>
          <a:bodyPr/>
          <a:lstStyle/>
          <a:p>
            <a:endParaRPr/>
          </a:p>
        </p:txBody>
      </p:sp>
      <p:sp>
        <p:nvSpPr>
          <p:cNvPr id="28" name="Rectangle 27">
            <a:extLst>
              <a:ext uri="{FF2B5EF4-FFF2-40B4-BE49-F238E27FC236}">
                <a16:creationId xmlns:a16="http://schemas.microsoft.com/office/drawing/2014/main" id="{3CA460DE-C925-440D-9F41-86DC41544D5E}"/>
              </a:ext>
            </a:extLst>
          </p:cNvPr>
          <p:cNvSpPr>
            <a:spLocks noGrp="1"/>
          </p:cNvSpPr>
          <p:nvPr/>
        </p:nvSpPr>
        <p:spPr>
          <a:xfrm>
            <a:off x="9196449" y="291274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4</a:t>
            </a:r>
          </a:p>
        </p:txBody>
      </p:sp>
      <p:sp>
        <p:nvSpPr>
          <p:cNvPr id="29" name="Rectangle: Rounded Corners 28">
            <a:extLst>
              <a:ext uri="{FF2B5EF4-FFF2-40B4-BE49-F238E27FC236}">
                <a16:creationId xmlns:a16="http://schemas.microsoft.com/office/drawing/2014/main" id="{4AA0C079-3268-406D-B26A-45E80C157FB3}"/>
              </a:ext>
            </a:extLst>
          </p:cNvPr>
          <p:cNvSpPr>
            <a:spLocks noGrp="1"/>
          </p:cNvSpPr>
          <p:nvPr/>
        </p:nvSpPr>
        <p:spPr>
          <a:xfrm>
            <a:off x="8396349" y="3360420"/>
            <a:ext cx="1866900" cy="1802130"/>
          </a:xfrm>
          <a:prstGeom prst="roundRect">
            <a:avLst>
              <a:gd name="adj" fmla="val 7692"/>
            </a:avLst>
          </a:prstGeom>
          <a:solidFill>
            <a:srgbClr val="10243A"/>
          </a:solidFill>
          <a:ln w="11430">
            <a:solidFill>
              <a:srgbClr val="22C55E"/>
            </a:solidFill>
            <a:prstDash val="solid"/>
          </a:ln>
        </p:spPr>
        <p:txBody>
          <a:bodyPr/>
          <a:lstStyle/>
          <a:p>
            <a:endParaRPr/>
          </a:p>
        </p:txBody>
      </p:sp>
      <p:sp>
        <p:nvSpPr>
          <p:cNvPr id="30" name="Rectangle 29">
            <a:extLst>
              <a:ext uri="{FF2B5EF4-FFF2-40B4-BE49-F238E27FC236}">
                <a16:creationId xmlns:a16="http://schemas.microsoft.com/office/drawing/2014/main" id="{EEE53774-1952-49F2-A3A6-79F79D536245}"/>
              </a:ext>
            </a:extLst>
          </p:cNvPr>
          <p:cNvSpPr>
            <a:spLocks noGrp="1"/>
          </p:cNvSpPr>
          <p:nvPr/>
        </p:nvSpPr>
        <p:spPr>
          <a:xfrm>
            <a:off x="8396349" y="3360420"/>
            <a:ext cx="45719" cy="1802130"/>
          </a:xfrm>
          <a:prstGeom prst="rect">
            <a:avLst/>
          </a:prstGeom>
          <a:solidFill>
            <a:srgbClr val="22C55E"/>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223F1F4A-9FCA-49B8-980C-1779A6FAB789}"/>
              </a:ext>
            </a:extLst>
          </p:cNvPr>
          <p:cNvSpPr>
            <a:spLocks noGrp="1"/>
          </p:cNvSpPr>
          <p:nvPr/>
        </p:nvSpPr>
        <p:spPr>
          <a:xfrm>
            <a:off x="8605899" y="3531870"/>
            <a:ext cx="1447800" cy="495300"/>
          </a:xfrm>
          <a:prstGeom prst="rect">
            <a:avLst/>
          </a:prstGeom>
          <a:noFill/>
          <a:ln w="0">
            <a:noFill/>
            <a:prstDash val="solid"/>
          </a:ln>
        </p:spPr>
        <p:txBody>
          <a:bodyPr/>
          <a:lstStyle/>
          <a:p>
            <a:pPr algn="ctr">
              <a:buNone/>
              <a:defRPr sz="1725" b="1">
                <a:solidFill>
                  <a:srgbClr val="F8FAFC"/>
                </a:solidFill>
              </a:defRPr>
            </a:pPr>
            <a:r>
              <a:rPr sz="2000" b="1">
                <a:solidFill>
                  <a:srgbClr val="F8FAFC"/>
                </a:solidFill>
              </a:rPr>
              <a:t>Repeat</a:t>
            </a:r>
          </a:p>
        </p:txBody>
      </p:sp>
      <p:sp>
        <p:nvSpPr>
          <p:cNvPr id="32" name="Rectangle 31">
            <a:extLst>
              <a:ext uri="{FF2B5EF4-FFF2-40B4-BE49-F238E27FC236}">
                <a16:creationId xmlns:a16="http://schemas.microsoft.com/office/drawing/2014/main" id="{AECC53C4-70ED-48FD-8276-AAE8996F6C49}"/>
              </a:ext>
            </a:extLst>
          </p:cNvPr>
          <p:cNvSpPr>
            <a:spLocks noGrp="1"/>
          </p:cNvSpPr>
          <p:nvPr/>
        </p:nvSpPr>
        <p:spPr>
          <a:xfrm>
            <a:off x="8605899" y="4046220"/>
            <a:ext cx="1447800" cy="800100"/>
          </a:xfrm>
          <a:prstGeom prst="rect">
            <a:avLst/>
          </a:prstGeom>
          <a:noFill/>
          <a:ln w="0">
            <a:noFill/>
            <a:prstDash val="solid"/>
          </a:ln>
        </p:spPr>
        <p:txBody>
          <a:bodyPr/>
          <a:lstStyle/>
          <a:p>
            <a:pPr algn="ctr">
              <a:buNone/>
              <a:defRPr sz="1575" b="0">
                <a:solidFill>
                  <a:srgbClr val="A8B6C7"/>
                </a:solidFill>
              </a:defRPr>
            </a:pPr>
            <a:r>
              <a:rPr b="0">
                <a:solidFill>
                  <a:srgbClr val="A8B6C7"/>
                </a:solidFill>
              </a:rPr>
              <a:t>The next team starts from scratch.</a:t>
            </a:r>
          </a:p>
        </p:txBody>
      </p:sp>
      <p:sp>
        <p:nvSpPr>
          <p:cNvPr id="33" name="Rectangle: Rounded Corners 32">
            <a:extLst>
              <a:ext uri="{FF2B5EF4-FFF2-40B4-BE49-F238E27FC236}">
                <a16:creationId xmlns:a16="http://schemas.microsoft.com/office/drawing/2014/main" id="{AE8A4400-CA28-4A53-8375-7F2FD50D4045}"/>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34" name="Rectangle 33">
            <a:extLst>
              <a:ext uri="{FF2B5EF4-FFF2-40B4-BE49-F238E27FC236}">
                <a16:creationId xmlns:a16="http://schemas.microsoft.com/office/drawing/2014/main" id="{65DC1298-DE02-49B3-9B75-4B2E156A14DC}"/>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35" name="Rectangle 34">
            <a:extLst>
              <a:ext uri="{FF2B5EF4-FFF2-40B4-BE49-F238E27FC236}">
                <a16:creationId xmlns:a16="http://schemas.microsoft.com/office/drawing/2014/main" id="{7FD7813D-EC9F-44DE-9D01-9C2A852B853A}"/>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Knowledge debt is work the company keeps paying for.</a:t>
            </a:r>
          </a:p>
        </p:txBody>
      </p:sp>
      <p:sp>
        <p:nvSpPr>
          <p:cNvPr id="37" name="Oval 36">
            <a:extLst>
              <a:ext uri="{FF2B5EF4-FFF2-40B4-BE49-F238E27FC236}">
                <a16:creationId xmlns:a16="http://schemas.microsoft.com/office/drawing/2014/main" id="{C8F27B8E-5BFA-49B2-B9C3-B40C5390D6F5}"/>
              </a:ext>
            </a:extLst>
          </p:cNvPr>
          <p:cNvSpPr>
            <a:spLocks noGrp="1"/>
          </p:cNvSpPr>
          <p:nvPr/>
        </p:nvSpPr>
        <p:spPr>
          <a:xfrm>
            <a:off x="1894584" y="3160395"/>
            <a:ext cx="400050" cy="400050"/>
          </a:xfrm>
          <a:prstGeom prst="ellipse">
            <a:avLst/>
          </a:prstGeom>
          <a:solidFill>
            <a:srgbClr val="05D6A4"/>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3"/>
              </a:ext>
            </a:extLst>
          </a:blip>
          <a:stretch/>
        </p:blipFill>
        <p:spPr>
          <a:xfrm>
            <a:off x="2007993" y="3248406"/>
            <a:ext cx="224028" cy="224028"/>
          </a:xfrm>
          <a:prstGeom prst="rect">
            <a:avLst/>
          </a:prstGeom>
        </p:spPr>
      </p:pic>
      <p:sp>
        <p:nvSpPr>
          <p:cNvPr id="39" name="Oval 38">
            <a:extLst>
              <a:ext uri="{FF2B5EF4-FFF2-40B4-BE49-F238E27FC236}">
                <a16:creationId xmlns:a16="http://schemas.microsoft.com/office/drawing/2014/main" id="{48DF5E7A-41F7-48B4-89A5-CE6BA7702195}"/>
              </a:ext>
            </a:extLst>
          </p:cNvPr>
          <p:cNvSpPr>
            <a:spLocks noGrp="1"/>
          </p:cNvSpPr>
          <p:nvPr/>
        </p:nvSpPr>
        <p:spPr>
          <a:xfrm>
            <a:off x="4031994" y="3190113"/>
            <a:ext cx="400050" cy="400050"/>
          </a:xfrm>
          <a:prstGeom prst="ellipse">
            <a:avLst/>
          </a:prstGeom>
          <a:solidFill>
            <a:srgbClr val="22C55E"/>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4"/>
              </a:ext>
            </a:extLst>
          </a:blip>
          <a:stretch/>
        </p:blipFill>
        <p:spPr>
          <a:xfrm>
            <a:off x="4132959" y="3281554"/>
            <a:ext cx="224028" cy="224028"/>
          </a:xfrm>
          <a:prstGeom prst="rect">
            <a:avLst/>
          </a:prstGeom>
        </p:spPr>
      </p:pic>
      <p:sp>
        <p:nvSpPr>
          <p:cNvPr id="41" name="Oval 40">
            <a:extLst>
              <a:ext uri="{FF2B5EF4-FFF2-40B4-BE49-F238E27FC236}">
                <a16:creationId xmlns:a16="http://schemas.microsoft.com/office/drawing/2014/main" id="{798F77B9-4797-4232-80CC-7FE27FF1A1B0}"/>
              </a:ext>
            </a:extLst>
          </p:cNvPr>
          <p:cNvSpPr>
            <a:spLocks noGrp="1"/>
          </p:cNvSpPr>
          <p:nvPr/>
        </p:nvSpPr>
        <p:spPr>
          <a:xfrm>
            <a:off x="6237984" y="3169920"/>
            <a:ext cx="400050" cy="400050"/>
          </a:xfrm>
          <a:prstGeom prst="ellipse">
            <a:avLst/>
          </a:prstGeom>
          <a:solidFill>
            <a:srgbClr val="38BDF8"/>
          </a:solidFill>
          <a:ln w="9525">
            <a:solidFill>
              <a:srgbClr val="0B1A2A"/>
            </a:solidFill>
            <a:prstDash val="solid"/>
          </a:ln>
        </p:spPr>
        <p:txBody>
          <a:bodyPr/>
          <a:lstStyle/>
          <a:p>
            <a:endParaRPr lang="en-SG"/>
          </a:p>
        </p:txBody>
      </p:sp>
      <p:pic>
        <p:nvPicPr>
          <p:cNvPr id="85" name="Graphic 84"/>
          <p:cNvPicPr>
            <a:picLocks noChangeAspect="1"/>
          </p:cNvPicPr>
          <p:nvPr/>
        </p:nvPicPr>
        <p:blipFill>
          <a:blip>
            <a:extLst>
              <a:ext uri="{96DAC541-7B7A-43D3-8B79-37D633B846F1}">
                <asvg:svgBlip xmlns:asvg="http://schemas.microsoft.com/office/drawing/2016/SVG/main" r:embed="rId5"/>
              </a:ext>
            </a:extLst>
          </a:blip>
          <a:stretch/>
        </p:blipFill>
        <p:spPr>
          <a:xfrm>
            <a:off x="6338092" y="3255645"/>
            <a:ext cx="224028" cy="224028"/>
          </a:xfrm>
          <a:prstGeom prst="rect">
            <a:avLst/>
          </a:prstGeom>
        </p:spPr>
      </p:pic>
      <p:sp>
        <p:nvSpPr>
          <p:cNvPr id="43" name="Oval 42">
            <a:extLst>
              <a:ext uri="{FF2B5EF4-FFF2-40B4-BE49-F238E27FC236}">
                <a16:creationId xmlns:a16="http://schemas.microsoft.com/office/drawing/2014/main" id="{46B11DCA-E47C-439E-927F-885C219167F7}"/>
              </a:ext>
            </a:extLst>
          </p:cNvPr>
          <p:cNvSpPr>
            <a:spLocks noGrp="1"/>
          </p:cNvSpPr>
          <p:nvPr/>
        </p:nvSpPr>
        <p:spPr>
          <a:xfrm>
            <a:off x="8361202" y="3188970"/>
            <a:ext cx="400050" cy="400050"/>
          </a:xfrm>
          <a:prstGeom prst="ellipse">
            <a:avLst/>
          </a:prstGeom>
          <a:solidFill>
            <a:srgbClr val="05D6A4"/>
          </a:solidFill>
          <a:ln w="9525">
            <a:solidFill>
              <a:srgbClr val="0B1A2A"/>
            </a:solidFill>
            <a:prstDash val="solid"/>
          </a:ln>
        </p:spPr>
        <p:txBody>
          <a:bodyPr/>
          <a:lstStyle/>
          <a:p>
            <a:endParaRPr lang="en-SG"/>
          </a:p>
        </p:txBody>
      </p:sp>
      <p:pic>
        <p:nvPicPr>
          <p:cNvPr id="87" name="Graphic 86"/>
          <p:cNvPicPr>
            <a:picLocks noChangeAspect="1"/>
          </p:cNvPicPr>
          <p:nvPr/>
        </p:nvPicPr>
        <p:blipFill>
          <a:blip>
            <a:extLst>
              <a:ext uri="{96DAC541-7B7A-43D3-8B79-37D633B846F1}">
                <asvg:svgBlip xmlns:asvg="http://schemas.microsoft.com/office/drawing/2016/SVG/main" r:embed="rId3"/>
              </a:ext>
            </a:extLst>
          </a:blip>
          <a:stretch/>
        </p:blipFill>
        <p:spPr>
          <a:xfrm>
            <a:off x="8462024" y="3295841"/>
            <a:ext cx="224028" cy="224028"/>
          </a:xfrm>
          <a:prstGeom prst="rect">
            <a:avLst/>
          </a:prstGeom>
        </p:spPr>
      </p:pic>
      <p:pic>
        <p:nvPicPr>
          <p:cNvPr id="40" name="Picture 39">
            <a:extLst>
              <a:ext uri="{FF2B5EF4-FFF2-40B4-BE49-F238E27FC236}">
                <a16:creationId xmlns:a16="http://schemas.microsoft.com/office/drawing/2014/main" id="{2E058344-1659-96F0-ED0F-73B71D9679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741263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07E39B-7E4F-41A5-ADEE-723A8F93D5F5}"/>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3600" b="1">
                <a:solidFill>
                  <a:srgbClr val="05D6A4"/>
                </a:solidFill>
              </a:rPr>
              <a:t>DEFINITION</a:t>
            </a:r>
          </a:p>
        </p:txBody>
      </p:sp>
      <p:sp>
        <p:nvSpPr>
          <p:cNvPr id="2" name="Rectangle 1">
            <a:extLst>
              <a:ext uri="{FF2B5EF4-FFF2-40B4-BE49-F238E27FC236}">
                <a16:creationId xmlns:a16="http://schemas.microsoft.com/office/drawing/2014/main" id="{25009DFD-BDED-4239-AD5E-EE167795410D}"/>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3" name="Rectangle 2">
            <a:extLst>
              <a:ext uri="{FF2B5EF4-FFF2-40B4-BE49-F238E27FC236}">
                <a16:creationId xmlns:a16="http://schemas.microsoft.com/office/drawing/2014/main" id="{A09FE2D5-864A-4774-91CF-D37859321BA9}"/>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05</a:t>
            </a:r>
          </a:p>
        </p:txBody>
      </p:sp>
      <p:sp>
        <p:nvSpPr>
          <p:cNvPr id="4" name="Rectangle: Rounded Corners 3">
            <a:extLst>
              <a:ext uri="{FF2B5EF4-FFF2-40B4-BE49-F238E27FC236}">
                <a16:creationId xmlns:a16="http://schemas.microsoft.com/office/drawing/2014/main" id="{500FB62D-89DC-42C5-8F72-67BFC8C7B062}"/>
              </a:ext>
            </a:extLst>
          </p:cNvPr>
          <p:cNvSpPr>
            <a:spLocks noGrp="1"/>
          </p:cNvSpPr>
          <p:nvPr/>
        </p:nvSpPr>
        <p:spPr>
          <a:xfrm>
            <a:off x="332232" y="1272540"/>
            <a:ext cx="11381232" cy="4457700"/>
          </a:xfrm>
          <a:prstGeom prst="roundRect">
            <a:avLst>
              <a:gd name="adj" fmla="val 4444"/>
            </a:avLst>
          </a:prstGeom>
          <a:solidFill>
            <a:srgbClr val="0E2034"/>
          </a:solidFill>
          <a:ln w="11430">
            <a:solidFill>
              <a:srgbClr val="05D6A4"/>
            </a:solidFill>
            <a:prstDash val="solid"/>
          </a:ln>
        </p:spPr>
        <p:txBody>
          <a:bodyPr/>
          <a:lstStyle/>
          <a:p>
            <a:endParaRPr/>
          </a:p>
        </p:txBody>
      </p:sp>
      <p:sp>
        <p:nvSpPr>
          <p:cNvPr id="5" name="Rectangle 4">
            <a:extLst>
              <a:ext uri="{FF2B5EF4-FFF2-40B4-BE49-F238E27FC236}">
                <a16:creationId xmlns:a16="http://schemas.microsoft.com/office/drawing/2014/main" id="{0B274FB5-8842-4100-9218-2F57B2FF71BB}"/>
              </a:ext>
            </a:extLst>
          </p:cNvPr>
          <p:cNvSpPr>
            <a:spLocks noGrp="1"/>
          </p:cNvSpPr>
          <p:nvPr/>
        </p:nvSpPr>
        <p:spPr>
          <a:xfrm>
            <a:off x="827532" y="1882140"/>
            <a:ext cx="10225326" cy="2179320"/>
          </a:xfrm>
          <a:prstGeom prst="rect">
            <a:avLst/>
          </a:prstGeom>
          <a:noFill/>
          <a:ln w="0">
            <a:noFill/>
            <a:prstDash val="solid"/>
          </a:ln>
        </p:spPr>
        <p:txBody>
          <a:bodyPr/>
          <a:lstStyle/>
          <a:p>
            <a:pPr algn="ctr">
              <a:buNone/>
              <a:defRPr sz="3900" b="1">
                <a:solidFill>
                  <a:srgbClr val="F8FAFC"/>
                </a:solidFill>
              </a:defRPr>
            </a:pPr>
            <a:r>
              <a:rPr sz="3900" b="1">
                <a:solidFill>
                  <a:srgbClr val="F8FAFC"/>
                </a:solidFill>
              </a:rPr>
              <a:t>A company second brain is governed context for reliable AI-assisted answers.</a:t>
            </a:r>
          </a:p>
        </p:txBody>
      </p:sp>
      <p:sp>
        <p:nvSpPr>
          <p:cNvPr id="6" name="Rectangle 5">
            <a:extLst>
              <a:ext uri="{FF2B5EF4-FFF2-40B4-BE49-F238E27FC236}">
                <a16:creationId xmlns:a16="http://schemas.microsoft.com/office/drawing/2014/main" id="{C1B2EC76-B73B-40CC-BF27-65E5E4969023}"/>
              </a:ext>
            </a:extLst>
          </p:cNvPr>
          <p:cNvSpPr>
            <a:spLocks noGrp="1"/>
          </p:cNvSpPr>
          <p:nvPr/>
        </p:nvSpPr>
        <p:spPr>
          <a:xfrm>
            <a:off x="1208531" y="3749039"/>
            <a:ext cx="11381232" cy="1594485"/>
          </a:xfrm>
          <a:prstGeom prst="rect">
            <a:avLst/>
          </a:prstGeom>
          <a:noFill/>
          <a:ln w="0">
            <a:noFill/>
            <a:prstDash val="solid"/>
          </a:ln>
        </p:spPr>
        <p:txBody>
          <a:bodyPr/>
          <a:lstStyle/>
          <a:p>
            <a:pPr algn="ctr">
              <a:buNone/>
              <a:defRPr sz="2025" b="0">
                <a:solidFill>
                  <a:srgbClr val="A8B6C7"/>
                </a:solidFill>
              </a:defRPr>
            </a:pPr>
            <a:r>
              <a:rPr sz="2025" b="0">
                <a:solidFill>
                  <a:srgbClr val="A8B6C7"/>
                </a:solidFill>
              </a:rPr>
              <a:t>It connects trusted sources, owners, access rules, citations, evaluation, and feedback.</a:t>
            </a:r>
          </a:p>
        </p:txBody>
      </p:sp>
      <p:sp>
        <p:nvSpPr>
          <p:cNvPr id="7" name="Rectangle: Rounded Corners 6">
            <a:extLst>
              <a:ext uri="{FF2B5EF4-FFF2-40B4-BE49-F238E27FC236}">
                <a16:creationId xmlns:a16="http://schemas.microsoft.com/office/drawing/2014/main" id="{EACA442D-E292-42FC-90DF-9A251B0F256B}"/>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3A18FADF-22AE-42F0-B3C1-DF47005ABEA2}"/>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REMEMBER</a:t>
            </a:r>
          </a:p>
        </p:txBody>
      </p:sp>
      <p:sp>
        <p:nvSpPr>
          <p:cNvPr id="9" name="Rectangle 8">
            <a:extLst>
              <a:ext uri="{FF2B5EF4-FFF2-40B4-BE49-F238E27FC236}">
                <a16:creationId xmlns:a16="http://schemas.microsoft.com/office/drawing/2014/main" id="{6DC6D33D-F91A-4103-AAC0-1236803CB974}"/>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It is an operating system for knowledge, not a file dump.</a:t>
            </a:r>
          </a:p>
        </p:txBody>
      </p:sp>
      <p:sp>
        <p:nvSpPr>
          <p:cNvPr id="11" name="Rectangle: Rounded Corners 10">
            <a:extLst>
              <a:ext uri="{FF2B5EF4-FFF2-40B4-BE49-F238E27FC236}">
                <a16:creationId xmlns:a16="http://schemas.microsoft.com/office/drawing/2014/main" id="{75D97173-D8F4-444C-9A2B-D77E5D0FE588}"/>
              </a:ext>
            </a:extLst>
          </p:cNvPr>
          <p:cNvSpPr>
            <a:spLocks noGrp="1"/>
          </p:cNvSpPr>
          <p:nvPr/>
        </p:nvSpPr>
        <p:spPr>
          <a:xfrm>
            <a:off x="389382" y="1329690"/>
            <a:ext cx="11247858" cy="4309110"/>
          </a:xfrm>
          <a:prstGeom prst="roundRect">
            <a:avLst>
              <a:gd name="adj" fmla="val 3448"/>
            </a:avLst>
          </a:prstGeom>
          <a:solidFill>
            <a:srgbClr val="10243A"/>
          </a:solidFill>
          <a:ln w="0">
            <a:noFill/>
            <a:prstDash val="solid"/>
          </a:ln>
        </p:spPr>
        <p:txBody>
          <a:bodyPr/>
          <a:lstStyle/>
          <a:p>
            <a:endParaRPr/>
          </a:p>
        </p:txBody>
      </p:sp>
      <p:sp>
        <p:nvSpPr>
          <p:cNvPr id="12" name="Rectangle 11">
            <a:extLst>
              <a:ext uri="{FF2B5EF4-FFF2-40B4-BE49-F238E27FC236}">
                <a16:creationId xmlns:a16="http://schemas.microsoft.com/office/drawing/2014/main" id="{C9190724-F2AD-4C74-9FD8-F1C458643E98}"/>
              </a:ext>
            </a:extLst>
          </p:cNvPr>
          <p:cNvSpPr>
            <a:spLocks noGrp="1"/>
          </p:cNvSpPr>
          <p:nvPr/>
        </p:nvSpPr>
        <p:spPr>
          <a:xfrm>
            <a:off x="922782" y="1577339"/>
            <a:ext cx="10003036" cy="1213485"/>
          </a:xfrm>
          <a:prstGeom prst="rect">
            <a:avLst/>
          </a:prstGeom>
          <a:noFill/>
          <a:ln w="0">
            <a:noFill/>
            <a:prstDash val="solid"/>
          </a:ln>
        </p:spPr>
        <p:txBody>
          <a:bodyPr/>
          <a:lstStyle/>
          <a:p>
            <a:pPr algn="ctr">
              <a:buNone/>
              <a:defRPr sz="2550" b="1">
                <a:solidFill>
                  <a:srgbClr val="F8FAFC"/>
                </a:solidFill>
              </a:defRPr>
            </a:pPr>
            <a:r>
              <a:rPr sz="2550" b="1">
                <a:solidFill>
                  <a:srgbClr val="F8FAFC"/>
                </a:solidFill>
              </a:rPr>
              <a:t>A company second brain is governed</a:t>
            </a:r>
          </a:p>
          <a:p>
            <a:pPr algn="ctr">
              <a:buNone/>
              <a:defRPr sz="2550" b="1">
                <a:solidFill>
                  <a:srgbClr val="F8FAFC"/>
                </a:solidFill>
              </a:defRPr>
            </a:pPr>
            <a:r>
              <a:rPr sz="2550" b="1">
                <a:solidFill>
                  <a:srgbClr val="F8FAFC"/>
                </a:solidFill>
              </a:rPr>
              <a:t>context for reliable AI-assisted answers.</a:t>
            </a:r>
          </a:p>
        </p:txBody>
      </p:sp>
      <p:sp>
        <p:nvSpPr>
          <p:cNvPr id="13" name="Rectangle: Rounded Corners 12">
            <a:extLst>
              <a:ext uri="{FF2B5EF4-FFF2-40B4-BE49-F238E27FC236}">
                <a16:creationId xmlns:a16="http://schemas.microsoft.com/office/drawing/2014/main" id="{218C7BEE-1C33-490C-8C1B-E30B6F387B84}"/>
              </a:ext>
            </a:extLst>
          </p:cNvPr>
          <p:cNvSpPr>
            <a:spLocks noGrp="1"/>
          </p:cNvSpPr>
          <p:nvPr/>
        </p:nvSpPr>
        <p:spPr>
          <a:xfrm>
            <a:off x="591490" y="3004470"/>
            <a:ext cx="2384639" cy="1107281"/>
          </a:xfrm>
          <a:prstGeom prst="roundRect">
            <a:avLst>
              <a:gd name="adj" fmla="val 24000"/>
            </a:avLst>
          </a:prstGeom>
          <a:solidFill>
            <a:srgbClr val="132D47"/>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C71E162A-CAB5-4A02-A943-2E64621E844F}"/>
              </a:ext>
            </a:extLst>
          </p:cNvPr>
          <p:cNvSpPr>
            <a:spLocks noGrp="1"/>
          </p:cNvSpPr>
          <p:nvPr/>
        </p:nvSpPr>
        <p:spPr>
          <a:xfrm>
            <a:off x="686246" y="3211544"/>
            <a:ext cx="2113658" cy="487204"/>
          </a:xfrm>
          <a:prstGeom prst="rect">
            <a:avLst/>
          </a:prstGeom>
          <a:noFill/>
          <a:ln w="0">
            <a:noFill/>
            <a:prstDash val="solid"/>
          </a:ln>
        </p:spPr>
        <p:txBody>
          <a:bodyPr/>
          <a:lstStyle/>
          <a:p>
            <a:pPr algn="ctr">
              <a:buNone/>
              <a:defRPr sz="1275" b="1">
                <a:solidFill>
                  <a:srgbClr val="F8FAFC"/>
                </a:solidFill>
              </a:defRPr>
            </a:pPr>
            <a:r>
              <a:rPr sz="2000" b="1">
                <a:solidFill>
                  <a:srgbClr val="F8FAFC"/>
                </a:solidFill>
              </a:rPr>
              <a:t>Trusted sources</a:t>
            </a:r>
          </a:p>
        </p:txBody>
      </p:sp>
      <p:sp>
        <p:nvSpPr>
          <p:cNvPr id="15" name="Rectangle 14">
            <a:extLst>
              <a:ext uri="{FF2B5EF4-FFF2-40B4-BE49-F238E27FC236}">
                <a16:creationId xmlns:a16="http://schemas.microsoft.com/office/drawing/2014/main" id="{5DC350E2-9441-4799-958A-7A4A5429405B}"/>
              </a:ext>
            </a:extLst>
          </p:cNvPr>
          <p:cNvSpPr>
            <a:spLocks noGrp="1"/>
          </p:cNvSpPr>
          <p:nvPr/>
        </p:nvSpPr>
        <p:spPr>
          <a:xfrm>
            <a:off x="681496" y="3602736"/>
            <a:ext cx="2059461" cy="398621"/>
          </a:xfrm>
          <a:prstGeom prst="rect">
            <a:avLst/>
          </a:prstGeom>
          <a:noFill/>
          <a:ln w="0">
            <a:noFill/>
            <a:prstDash val="solid"/>
          </a:ln>
        </p:spPr>
        <p:txBody>
          <a:bodyPr/>
          <a:lstStyle/>
          <a:p>
            <a:pPr algn="ctr">
              <a:buNone/>
              <a:defRPr sz="825" b="0">
                <a:solidFill>
                  <a:srgbClr val="A8B6C7"/>
                </a:solidFill>
              </a:defRPr>
            </a:pPr>
            <a:r>
              <a:rPr sz="1600" b="0">
                <a:solidFill>
                  <a:srgbClr val="A8B6C7"/>
                </a:solidFill>
              </a:rPr>
              <a:t>Policies, SOPs, records</a:t>
            </a:r>
          </a:p>
        </p:txBody>
      </p:sp>
      <p:sp>
        <p:nvSpPr>
          <p:cNvPr id="16" name="Rectangle 15">
            <a:extLst>
              <a:ext uri="{FF2B5EF4-FFF2-40B4-BE49-F238E27FC236}">
                <a16:creationId xmlns:a16="http://schemas.microsoft.com/office/drawing/2014/main" id="{4C4FD24C-DAC4-4D84-A794-9B0E36BF3CF3}"/>
              </a:ext>
            </a:extLst>
          </p:cNvPr>
          <p:cNvSpPr>
            <a:spLocks noGrp="1"/>
          </p:cNvSpPr>
          <p:nvPr/>
        </p:nvSpPr>
        <p:spPr>
          <a:xfrm>
            <a:off x="2961131" y="3501389"/>
            <a:ext cx="1300713" cy="88583"/>
          </a:xfrm>
          <a:prstGeom prst="rect">
            <a:avLst/>
          </a:prstGeom>
          <a:solidFill>
            <a:srgbClr val="05D6A4"/>
          </a:solidFill>
          <a:ln w="11430">
            <a:solidFill>
              <a:srgbClr val="05D6A4"/>
            </a:solidFill>
            <a:prstDash val="solid"/>
          </a:ln>
        </p:spPr>
        <p:txBody>
          <a:bodyPr/>
          <a:lstStyle/>
          <a:p>
            <a:endParaRPr/>
          </a:p>
        </p:txBody>
      </p:sp>
      <p:sp>
        <p:nvSpPr>
          <p:cNvPr id="17" name="Isosceles Triangle 16">
            <a:extLst>
              <a:ext uri="{FF2B5EF4-FFF2-40B4-BE49-F238E27FC236}">
                <a16:creationId xmlns:a16="http://schemas.microsoft.com/office/drawing/2014/main" id="{85E94661-EC24-4F1F-98C2-06DBD7DED9BD}"/>
              </a:ext>
            </a:extLst>
          </p:cNvPr>
          <p:cNvSpPr>
            <a:spLocks noGrp="1"/>
          </p:cNvSpPr>
          <p:nvPr/>
        </p:nvSpPr>
        <p:spPr>
          <a:xfrm rot="5400000">
            <a:off x="4073227" y="3379924"/>
            <a:ext cx="243884" cy="354330"/>
          </a:xfrm>
          <a:prstGeom prst="triangle">
            <a:avLst/>
          </a:prstGeom>
          <a:solidFill>
            <a:srgbClr val="05D6A4"/>
          </a:solidFill>
          <a:ln w="11430">
            <a:solidFill>
              <a:srgbClr val="05D6A4"/>
            </a:solidFill>
            <a:prstDash val="solid"/>
          </a:ln>
        </p:spPr>
        <p:txBody>
          <a:bodyPr/>
          <a:lstStyle/>
          <a:p>
            <a:endParaRPr/>
          </a:p>
        </p:txBody>
      </p:sp>
      <p:sp>
        <p:nvSpPr>
          <p:cNvPr id="18" name="Oval 17">
            <a:extLst>
              <a:ext uri="{FF2B5EF4-FFF2-40B4-BE49-F238E27FC236}">
                <a16:creationId xmlns:a16="http://schemas.microsoft.com/office/drawing/2014/main" id="{E813AA49-A956-44C3-BF2D-C9F5D8FA53FC}"/>
              </a:ext>
            </a:extLst>
          </p:cNvPr>
          <p:cNvSpPr>
            <a:spLocks noGrp="1"/>
          </p:cNvSpPr>
          <p:nvPr/>
        </p:nvSpPr>
        <p:spPr>
          <a:xfrm>
            <a:off x="4247546" y="2561273"/>
            <a:ext cx="3360173" cy="1860233"/>
          </a:xfrm>
          <a:prstGeom prst="ellipse">
            <a:avLst/>
          </a:prstGeom>
          <a:solidFill>
            <a:srgbClr val="0F2F46"/>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34122FB1-0EEF-4495-8B11-736805258805}"/>
              </a:ext>
            </a:extLst>
          </p:cNvPr>
          <p:cNvSpPr>
            <a:spLocks noGrp="1"/>
          </p:cNvSpPr>
          <p:nvPr/>
        </p:nvSpPr>
        <p:spPr>
          <a:xfrm>
            <a:off x="4698827" y="3277028"/>
            <a:ext cx="2547228" cy="575786"/>
          </a:xfrm>
          <a:prstGeom prst="rect">
            <a:avLst/>
          </a:prstGeom>
          <a:noFill/>
          <a:ln w="0">
            <a:noFill/>
            <a:prstDash val="solid"/>
          </a:ln>
        </p:spPr>
        <p:txBody>
          <a:bodyPr/>
          <a:lstStyle/>
          <a:p>
            <a:pPr algn="ctr">
              <a:buNone/>
              <a:defRPr sz="1725" b="1">
                <a:solidFill>
                  <a:srgbClr val="F8FAFC"/>
                </a:solidFill>
              </a:defRPr>
            </a:pPr>
            <a:r>
              <a:rPr sz="2000" b="1">
                <a:solidFill>
                  <a:srgbClr val="F8FAFC"/>
                </a:solidFill>
              </a:rPr>
              <a:t>Governed context</a:t>
            </a:r>
          </a:p>
        </p:txBody>
      </p:sp>
      <p:sp>
        <p:nvSpPr>
          <p:cNvPr id="20" name="Oval 19">
            <a:extLst>
              <a:ext uri="{FF2B5EF4-FFF2-40B4-BE49-F238E27FC236}">
                <a16:creationId xmlns:a16="http://schemas.microsoft.com/office/drawing/2014/main" id="{60E5C585-6255-433A-BB89-A1CEF57A311A}"/>
              </a:ext>
            </a:extLst>
          </p:cNvPr>
          <p:cNvSpPr>
            <a:spLocks noGrp="1"/>
          </p:cNvSpPr>
          <p:nvPr/>
        </p:nvSpPr>
        <p:spPr>
          <a:xfrm>
            <a:off x="3885882" y="4471750"/>
            <a:ext cx="812945" cy="752951"/>
          </a:xfrm>
          <a:prstGeom prst="ellipse">
            <a:avLst/>
          </a:prstGeom>
          <a:solidFill>
            <a:srgbClr val="0E2034"/>
          </a:solidFill>
          <a:ln w="11430">
            <a:solidFill>
              <a:srgbClr val="05D6A4"/>
            </a:solidFill>
            <a:prstDash val="solid"/>
          </a:ln>
        </p:spPr>
        <p:txBody>
          <a:bodyPr/>
          <a:lstStyle/>
          <a:p>
            <a:endParaRPr/>
          </a:p>
        </p:txBody>
      </p:sp>
      <p:sp>
        <p:nvSpPr>
          <p:cNvPr id="21" name="Rectangle 20">
            <a:extLst>
              <a:ext uri="{FF2B5EF4-FFF2-40B4-BE49-F238E27FC236}">
                <a16:creationId xmlns:a16="http://schemas.microsoft.com/office/drawing/2014/main" id="{7193659D-EE8A-4123-8FFB-E3F033FD9A08}"/>
              </a:ext>
            </a:extLst>
          </p:cNvPr>
          <p:cNvSpPr>
            <a:spLocks noGrp="1"/>
          </p:cNvSpPr>
          <p:nvPr/>
        </p:nvSpPr>
        <p:spPr>
          <a:xfrm>
            <a:off x="3818136" y="4661819"/>
            <a:ext cx="948436" cy="310039"/>
          </a:xfrm>
          <a:prstGeom prst="rect">
            <a:avLst/>
          </a:prstGeom>
          <a:noFill/>
          <a:ln w="0">
            <a:noFill/>
            <a:prstDash val="solid"/>
          </a:ln>
        </p:spPr>
        <p:txBody>
          <a:bodyPr/>
          <a:lstStyle/>
          <a:p>
            <a:pPr algn="ctr">
              <a:buNone/>
              <a:defRPr sz="750" b="1">
                <a:solidFill>
                  <a:srgbClr val="F8FAFC"/>
                </a:solidFill>
              </a:defRPr>
            </a:pPr>
            <a:r>
              <a:rPr sz="1600" b="1">
                <a:solidFill>
                  <a:srgbClr val="F8FAFC"/>
                </a:solidFill>
              </a:rPr>
              <a:t>Owners</a:t>
            </a:r>
          </a:p>
        </p:txBody>
      </p:sp>
      <p:sp>
        <p:nvSpPr>
          <p:cNvPr id="22" name="Oval 21">
            <a:extLst>
              <a:ext uri="{FF2B5EF4-FFF2-40B4-BE49-F238E27FC236}">
                <a16:creationId xmlns:a16="http://schemas.microsoft.com/office/drawing/2014/main" id="{47189B1B-5155-48BD-B50D-B996840D2104}"/>
              </a:ext>
            </a:extLst>
          </p:cNvPr>
          <p:cNvSpPr>
            <a:spLocks noGrp="1"/>
          </p:cNvSpPr>
          <p:nvPr/>
        </p:nvSpPr>
        <p:spPr>
          <a:xfrm>
            <a:off x="5124534" y="4453510"/>
            <a:ext cx="812945" cy="752951"/>
          </a:xfrm>
          <a:prstGeom prst="ellipse">
            <a:avLst/>
          </a:prstGeom>
          <a:solidFill>
            <a:srgbClr val="0E2034"/>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7E668303-2949-450A-804F-51905CBF2D01}"/>
              </a:ext>
            </a:extLst>
          </p:cNvPr>
          <p:cNvSpPr>
            <a:spLocks noGrp="1"/>
          </p:cNvSpPr>
          <p:nvPr/>
        </p:nvSpPr>
        <p:spPr>
          <a:xfrm>
            <a:off x="5066058" y="4636103"/>
            <a:ext cx="948436" cy="310039"/>
          </a:xfrm>
          <a:prstGeom prst="rect">
            <a:avLst/>
          </a:prstGeom>
          <a:noFill/>
          <a:ln w="0">
            <a:noFill/>
            <a:prstDash val="solid"/>
          </a:ln>
        </p:spPr>
        <p:txBody>
          <a:bodyPr/>
          <a:lstStyle/>
          <a:p>
            <a:pPr algn="ctr">
              <a:buNone/>
              <a:defRPr sz="750" b="1">
                <a:solidFill>
                  <a:srgbClr val="F8FAFC"/>
                </a:solidFill>
              </a:defRPr>
            </a:pPr>
            <a:r>
              <a:rPr sz="1600" b="1">
                <a:solidFill>
                  <a:srgbClr val="F8FAFC"/>
                </a:solidFill>
              </a:rPr>
              <a:t>Access</a:t>
            </a:r>
          </a:p>
        </p:txBody>
      </p:sp>
      <p:sp>
        <p:nvSpPr>
          <p:cNvPr id="24" name="Oval 23">
            <a:extLst>
              <a:ext uri="{FF2B5EF4-FFF2-40B4-BE49-F238E27FC236}">
                <a16:creationId xmlns:a16="http://schemas.microsoft.com/office/drawing/2014/main" id="{A792610B-4533-4F43-B976-5877B78718D0}"/>
              </a:ext>
            </a:extLst>
          </p:cNvPr>
          <p:cNvSpPr>
            <a:spLocks noGrp="1"/>
          </p:cNvSpPr>
          <p:nvPr/>
        </p:nvSpPr>
        <p:spPr>
          <a:xfrm>
            <a:off x="6204993" y="4453509"/>
            <a:ext cx="812945" cy="752951"/>
          </a:xfrm>
          <a:prstGeom prst="ellipse">
            <a:avLst/>
          </a:prstGeom>
          <a:solidFill>
            <a:srgbClr val="0E2034"/>
          </a:solidFill>
          <a:ln w="11430">
            <a:solidFill>
              <a:srgbClr val="FBBF24"/>
            </a:solidFill>
            <a:prstDash val="solid"/>
          </a:ln>
        </p:spPr>
        <p:txBody>
          <a:bodyPr/>
          <a:lstStyle/>
          <a:p>
            <a:endParaRPr/>
          </a:p>
        </p:txBody>
      </p:sp>
      <p:sp>
        <p:nvSpPr>
          <p:cNvPr id="25" name="Rectangle 24">
            <a:extLst>
              <a:ext uri="{FF2B5EF4-FFF2-40B4-BE49-F238E27FC236}">
                <a16:creationId xmlns:a16="http://schemas.microsoft.com/office/drawing/2014/main" id="{BA18218A-1C1E-4758-880B-A66E6D244E76}"/>
              </a:ext>
            </a:extLst>
          </p:cNvPr>
          <p:cNvSpPr>
            <a:spLocks noGrp="1"/>
          </p:cNvSpPr>
          <p:nvPr/>
        </p:nvSpPr>
        <p:spPr>
          <a:xfrm>
            <a:off x="6146518" y="4657248"/>
            <a:ext cx="948436" cy="310039"/>
          </a:xfrm>
          <a:prstGeom prst="rect">
            <a:avLst/>
          </a:prstGeom>
          <a:noFill/>
          <a:ln w="0">
            <a:noFill/>
            <a:prstDash val="solid"/>
          </a:ln>
        </p:spPr>
        <p:txBody>
          <a:bodyPr/>
          <a:lstStyle/>
          <a:p>
            <a:pPr algn="ctr">
              <a:buNone/>
              <a:defRPr sz="750" b="1">
                <a:solidFill>
                  <a:srgbClr val="F8FAFC"/>
                </a:solidFill>
              </a:defRPr>
            </a:pPr>
            <a:r>
              <a:rPr sz="1600" b="1">
                <a:solidFill>
                  <a:srgbClr val="F8FAFC"/>
                </a:solidFill>
              </a:rPr>
              <a:t>Citations</a:t>
            </a:r>
          </a:p>
        </p:txBody>
      </p:sp>
      <p:sp>
        <p:nvSpPr>
          <p:cNvPr id="26" name="Oval 25">
            <a:extLst>
              <a:ext uri="{FF2B5EF4-FFF2-40B4-BE49-F238E27FC236}">
                <a16:creationId xmlns:a16="http://schemas.microsoft.com/office/drawing/2014/main" id="{48C14B8B-BDFC-4DF0-A7D5-AA7A7DE209EF}"/>
              </a:ext>
            </a:extLst>
          </p:cNvPr>
          <p:cNvSpPr>
            <a:spLocks noGrp="1"/>
          </p:cNvSpPr>
          <p:nvPr/>
        </p:nvSpPr>
        <p:spPr>
          <a:xfrm>
            <a:off x="7285453" y="4421506"/>
            <a:ext cx="812945" cy="752951"/>
          </a:xfrm>
          <a:prstGeom prst="ellipse">
            <a:avLst/>
          </a:prstGeom>
          <a:solidFill>
            <a:srgbClr val="0E2034"/>
          </a:solidFill>
          <a:ln w="11430">
            <a:solidFill>
              <a:srgbClr val="22C55E"/>
            </a:solidFill>
            <a:prstDash val="solid"/>
          </a:ln>
        </p:spPr>
        <p:txBody>
          <a:bodyPr/>
          <a:lstStyle/>
          <a:p>
            <a:endParaRPr/>
          </a:p>
        </p:txBody>
      </p:sp>
      <p:sp>
        <p:nvSpPr>
          <p:cNvPr id="27" name="Rectangle 26">
            <a:extLst>
              <a:ext uri="{FF2B5EF4-FFF2-40B4-BE49-F238E27FC236}">
                <a16:creationId xmlns:a16="http://schemas.microsoft.com/office/drawing/2014/main" id="{3D46AB13-8F74-41D4-8713-036B1F8D306B}"/>
              </a:ext>
            </a:extLst>
          </p:cNvPr>
          <p:cNvSpPr>
            <a:spLocks noGrp="1"/>
          </p:cNvSpPr>
          <p:nvPr/>
        </p:nvSpPr>
        <p:spPr>
          <a:xfrm>
            <a:off x="7177819" y="4626269"/>
            <a:ext cx="1112350" cy="310039"/>
          </a:xfrm>
          <a:prstGeom prst="rect">
            <a:avLst/>
          </a:prstGeom>
          <a:noFill/>
          <a:ln w="0">
            <a:noFill/>
            <a:prstDash val="solid"/>
          </a:ln>
        </p:spPr>
        <p:txBody>
          <a:bodyPr/>
          <a:lstStyle/>
          <a:p>
            <a:pPr algn="ctr">
              <a:buNone/>
              <a:defRPr sz="750" b="1">
                <a:solidFill>
                  <a:srgbClr val="F8FAFC"/>
                </a:solidFill>
              </a:defRPr>
            </a:pPr>
            <a:r>
              <a:rPr sz="1600" b="1">
                <a:solidFill>
                  <a:srgbClr val="F8FAFC"/>
                </a:solidFill>
              </a:rPr>
              <a:t>Feedback</a:t>
            </a:r>
          </a:p>
        </p:txBody>
      </p:sp>
      <p:sp>
        <p:nvSpPr>
          <p:cNvPr id="28" name="Rectangle 27">
            <a:extLst>
              <a:ext uri="{FF2B5EF4-FFF2-40B4-BE49-F238E27FC236}">
                <a16:creationId xmlns:a16="http://schemas.microsoft.com/office/drawing/2014/main" id="{17120DD1-BE98-4967-A304-18DCB928F6E1}"/>
              </a:ext>
            </a:extLst>
          </p:cNvPr>
          <p:cNvSpPr>
            <a:spLocks noGrp="1"/>
          </p:cNvSpPr>
          <p:nvPr/>
        </p:nvSpPr>
        <p:spPr>
          <a:xfrm>
            <a:off x="7607719" y="3463003"/>
            <a:ext cx="981358" cy="95536"/>
          </a:xfrm>
          <a:prstGeom prst="rect">
            <a:avLst/>
          </a:prstGeom>
          <a:solidFill>
            <a:srgbClr val="05D6A4"/>
          </a:solidFill>
          <a:ln w="11430">
            <a:solidFill>
              <a:srgbClr val="05D6A4"/>
            </a:solidFill>
            <a:prstDash val="solid"/>
          </a:ln>
        </p:spPr>
        <p:txBody>
          <a:bodyPr/>
          <a:lstStyle/>
          <a:p>
            <a:endParaRPr/>
          </a:p>
        </p:txBody>
      </p:sp>
      <p:sp>
        <p:nvSpPr>
          <p:cNvPr id="29" name="Isosceles Triangle 28">
            <a:extLst>
              <a:ext uri="{FF2B5EF4-FFF2-40B4-BE49-F238E27FC236}">
                <a16:creationId xmlns:a16="http://schemas.microsoft.com/office/drawing/2014/main" id="{C5E740E0-1930-4D98-9681-600AD6ED4B88}"/>
              </a:ext>
            </a:extLst>
          </p:cNvPr>
          <p:cNvSpPr>
            <a:spLocks noGrp="1"/>
          </p:cNvSpPr>
          <p:nvPr/>
        </p:nvSpPr>
        <p:spPr>
          <a:xfrm rot="5400000">
            <a:off x="8614398" y="3314224"/>
            <a:ext cx="243884" cy="354330"/>
          </a:xfrm>
          <a:prstGeom prst="triangle">
            <a:avLst/>
          </a:prstGeom>
          <a:solidFill>
            <a:srgbClr val="05D6A4"/>
          </a:solidFill>
          <a:ln w="11430">
            <a:solidFill>
              <a:srgbClr val="05D6A4"/>
            </a:solidFill>
            <a:prstDash val="solid"/>
          </a:ln>
        </p:spPr>
        <p:txBody>
          <a:bodyPr/>
          <a:lstStyle/>
          <a:p>
            <a:endParaRPr/>
          </a:p>
        </p:txBody>
      </p:sp>
      <p:sp>
        <p:nvSpPr>
          <p:cNvPr id="30" name="Rectangle: Rounded Corners 29">
            <a:extLst>
              <a:ext uri="{FF2B5EF4-FFF2-40B4-BE49-F238E27FC236}">
                <a16:creationId xmlns:a16="http://schemas.microsoft.com/office/drawing/2014/main" id="{B6D53789-599B-42A8-8C63-A8B2BE3E0175}"/>
              </a:ext>
            </a:extLst>
          </p:cNvPr>
          <p:cNvSpPr>
            <a:spLocks noGrp="1"/>
          </p:cNvSpPr>
          <p:nvPr/>
        </p:nvSpPr>
        <p:spPr>
          <a:xfrm>
            <a:off x="8920839" y="2942748"/>
            <a:ext cx="2384639" cy="1107281"/>
          </a:xfrm>
          <a:prstGeom prst="roundRect">
            <a:avLst>
              <a:gd name="adj" fmla="val 24000"/>
            </a:avLst>
          </a:prstGeom>
          <a:solidFill>
            <a:srgbClr val="132D47"/>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7C0EFC75-DBCC-432C-982D-04710B1A108B}"/>
              </a:ext>
            </a:extLst>
          </p:cNvPr>
          <p:cNvSpPr>
            <a:spLocks noGrp="1"/>
          </p:cNvSpPr>
          <p:nvPr/>
        </p:nvSpPr>
        <p:spPr>
          <a:xfrm>
            <a:off x="8996350" y="3040093"/>
            <a:ext cx="2113658" cy="487204"/>
          </a:xfrm>
          <a:prstGeom prst="rect">
            <a:avLst/>
          </a:prstGeom>
          <a:noFill/>
          <a:ln w="0">
            <a:noFill/>
            <a:prstDash val="solid"/>
          </a:ln>
        </p:spPr>
        <p:txBody>
          <a:bodyPr/>
          <a:lstStyle/>
          <a:p>
            <a:pPr algn="ctr">
              <a:buNone/>
              <a:defRPr sz="1275" b="1">
                <a:solidFill>
                  <a:srgbClr val="F8FAFC"/>
                </a:solidFill>
              </a:defRPr>
            </a:pPr>
            <a:r>
              <a:rPr sz="2000" b="1">
                <a:solidFill>
                  <a:srgbClr val="F8FAFC"/>
                </a:solidFill>
              </a:rPr>
              <a:t>Reliable answer</a:t>
            </a:r>
          </a:p>
        </p:txBody>
      </p:sp>
      <p:sp>
        <p:nvSpPr>
          <p:cNvPr id="32" name="Rectangle 31">
            <a:extLst>
              <a:ext uri="{FF2B5EF4-FFF2-40B4-BE49-F238E27FC236}">
                <a16:creationId xmlns:a16="http://schemas.microsoft.com/office/drawing/2014/main" id="{B55ACF83-AAC0-41E4-9FFA-F41FFF3ED1B5}"/>
              </a:ext>
            </a:extLst>
          </p:cNvPr>
          <p:cNvSpPr>
            <a:spLocks noGrp="1"/>
          </p:cNvSpPr>
          <p:nvPr/>
        </p:nvSpPr>
        <p:spPr>
          <a:xfrm>
            <a:off x="9031204" y="3469671"/>
            <a:ext cx="2059461" cy="398621"/>
          </a:xfrm>
          <a:prstGeom prst="rect">
            <a:avLst/>
          </a:prstGeom>
          <a:noFill/>
          <a:ln w="0">
            <a:noFill/>
            <a:prstDash val="solid"/>
          </a:ln>
        </p:spPr>
        <p:txBody>
          <a:bodyPr/>
          <a:lstStyle/>
          <a:p>
            <a:pPr algn="ctr">
              <a:buNone/>
              <a:defRPr sz="825" b="0">
                <a:solidFill>
                  <a:srgbClr val="A8B6C7"/>
                </a:solidFill>
              </a:defRPr>
            </a:pPr>
            <a:r>
              <a:rPr sz="1600" b="0">
                <a:solidFill>
                  <a:srgbClr val="A8B6C7"/>
                </a:solidFill>
              </a:rPr>
              <a:t>Cited and reviewable</a:t>
            </a:r>
          </a:p>
        </p:txBody>
      </p:sp>
      <p:sp>
        <p:nvSpPr>
          <p:cNvPr id="33" name="Rectangle 32">
            <a:extLst>
              <a:ext uri="{FF2B5EF4-FFF2-40B4-BE49-F238E27FC236}">
                <a16:creationId xmlns:a16="http://schemas.microsoft.com/office/drawing/2014/main" id="{C73556AB-751F-487C-A9B1-4FBCCECF32CE}"/>
              </a:ext>
            </a:extLst>
          </p:cNvPr>
          <p:cNvSpPr>
            <a:spLocks noGrp="1"/>
          </p:cNvSpPr>
          <p:nvPr/>
        </p:nvSpPr>
        <p:spPr>
          <a:xfrm>
            <a:off x="405384" y="5327333"/>
            <a:ext cx="11381232" cy="708660"/>
          </a:xfrm>
          <a:prstGeom prst="rect">
            <a:avLst/>
          </a:prstGeom>
          <a:noFill/>
          <a:ln w="0">
            <a:noFill/>
            <a:prstDash val="solid"/>
          </a:ln>
        </p:spPr>
        <p:txBody>
          <a:bodyPr/>
          <a:lstStyle/>
          <a:p>
            <a:pPr algn="ctr">
              <a:buNone/>
              <a:defRPr sz="1350" b="0">
                <a:solidFill>
                  <a:srgbClr val="A8B6C7"/>
                </a:solidFill>
              </a:defRPr>
            </a:pPr>
            <a:r>
              <a:rPr sz="1600" b="0">
                <a:solidFill>
                  <a:srgbClr val="A8B6C7"/>
                </a:solidFill>
              </a:rPr>
              <a:t>It connects trusted sources, owners, access rules, citations, evaluation, and feedback.</a:t>
            </a:r>
          </a:p>
        </p:txBody>
      </p:sp>
      <p:sp>
        <p:nvSpPr>
          <p:cNvPr id="34" name="Oval 33">
            <a:extLst>
              <a:ext uri="{FF2B5EF4-FFF2-40B4-BE49-F238E27FC236}">
                <a16:creationId xmlns:a16="http://schemas.microsoft.com/office/drawing/2014/main" id="{DF28F128-0D71-4B76-A07D-2C3A43284120}"/>
              </a:ext>
            </a:extLst>
          </p:cNvPr>
          <p:cNvSpPr>
            <a:spLocks noGrp="1"/>
          </p:cNvSpPr>
          <p:nvPr/>
        </p:nvSpPr>
        <p:spPr>
          <a:xfrm>
            <a:off x="488633" y="2929033"/>
            <a:ext cx="342900" cy="342900"/>
          </a:xfrm>
          <a:prstGeom prst="ellipse">
            <a:avLst/>
          </a:prstGeom>
          <a:solidFill>
            <a:srgbClr val="38BDF8"/>
          </a:solidFill>
          <a:ln w="9525">
            <a:solidFill>
              <a:srgbClr val="0B1A2A"/>
            </a:solidFill>
            <a:prstDash val="solid"/>
          </a:ln>
        </p:spPr>
        <p:txBody>
          <a:bodyPr/>
          <a:lstStyle/>
          <a:p>
            <a:endParaRPr lang="en-SG"/>
          </a:p>
        </p:txBody>
      </p:sp>
      <p:pic>
        <p:nvPicPr>
          <p:cNvPr id="71" name="Graphic 70"/>
          <p:cNvPicPr>
            <a:picLocks noChangeAspect="1"/>
          </p:cNvPicPr>
          <p:nvPr/>
        </p:nvPicPr>
        <p:blipFill>
          <a:blip>
            <a:extLst>
              <a:ext uri="{96DAC541-7B7A-43D3-8B79-37D633B846F1}">
                <asvg:svgBlip xmlns:asvg="http://schemas.microsoft.com/office/drawing/2016/SVG/main" r:embed="rId3"/>
              </a:ext>
            </a:extLst>
          </a:blip>
          <a:stretch/>
        </p:blipFill>
        <p:spPr>
          <a:xfrm>
            <a:off x="564071" y="3004471"/>
            <a:ext cx="192024" cy="192024"/>
          </a:xfrm>
          <a:prstGeom prst="rect">
            <a:avLst/>
          </a:prstGeom>
        </p:spPr>
      </p:pic>
      <p:sp>
        <p:nvSpPr>
          <p:cNvPr id="36" name="Oval 35">
            <a:extLst>
              <a:ext uri="{FF2B5EF4-FFF2-40B4-BE49-F238E27FC236}">
                <a16:creationId xmlns:a16="http://schemas.microsoft.com/office/drawing/2014/main" id="{99737CDC-E960-4038-AD0B-8A3C7CAFA031}"/>
              </a:ext>
            </a:extLst>
          </p:cNvPr>
          <p:cNvSpPr>
            <a:spLocks noGrp="1"/>
          </p:cNvSpPr>
          <p:nvPr/>
        </p:nvSpPr>
        <p:spPr>
          <a:xfrm>
            <a:off x="8817959" y="2867311"/>
            <a:ext cx="342900" cy="342900"/>
          </a:xfrm>
          <a:prstGeom prst="ellipse">
            <a:avLst/>
          </a:prstGeom>
          <a:solidFill>
            <a:srgbClr val="22C55E"/>
          </a:solidFill>
          <a:ln w="9525">
            <a:solidFill>
              <a:srgbClr val="0B1A2A"/>
            </a:solidFill>
            <a:prstDash val="solid"/>
          </a:ln>
        </p:spPr>
        <p:txBody>
          <a:bodyPr/>
          <a:lstStyle/>
          <a:p>
            <a:endParaRPr lang="en-SG"/>
          </a:p>
        </p:txBody>
      </p:sp>
      <p:pic>
        <p:nvPicPr>
          <p:cNvPr id="73" name="Graphic 72"/>
          <p:cNvPicPr>
            <a:picLocks noChangeAspect="1"/>
          </p:cNvPicPr>
          <p:nvPr/>
        </p:nvPicPr>
        <p:blipFill>
          <a:blip>
            <a:extLst>
              <a:ext uri="{96DAC541-7B7A-43D3-8B79-37D633B846F1}">
                <asvg:svgBlip xmlns:asvg="http://schemas.microsoft.com/office/drawing/2016/SVG/main" r:embed="rId4"/>
              </a:ext>
            </a:extLst>
          </a:blip>
          <a:stretch/>
        </p:blipFill>
        <p:spPr>
          <a:xfrm>
            <a:off x="8893397" y="2942749"/>
            <a:ext cx="192024" cy="192024"/>
          </a:xfrm>
          <a:prstGeom prst="rect">
            <a:avLst/>
          </a:prstGeom>
        </p:spPr>
      </p:pic>
      <p:pic>
        <p:nvPicPr>
          <p:cNvPr id="37" name="Picture 36">
            <a:extLst>
              <a:ext uri="{FF2B5EF4-FFF2-40B4-BE49-F238E27FC236}">
                <a16:creationId xmlns:a16="http://schemas.microsoft.com/office/drawing/2014/main" id="{432945A2-A507-A55C-6029-1E23DC39F5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664486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804D559-3D10-4659-8CD4-2307E566E7B1}"/>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MISCONCEPTIONS</a:t>
            </a:r>
          </a:p>
        </p:txBody>
      </p:sp>
      <p:sp>
        <p:nvSpPr>
          <p:cNvPr id="2" name="Rectangle 1">
            <a:extLst>
              <a:ext uri="{FF2B5EF4-FFF2-40B4-BE49-F238E27FC236}">
                <a16:creationId xmlns:a16="http://schemas.microsoft.com/office/drawing/2014/main" id="{CAAF250C-1C7B-4EE1-8FEE-F25C3D9B356B}"/>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What it is not</a:t>
            </a:r>
          </a:p>
        </p:txBody>
      </p:sp>
      <p:sp>
        <p:nvSpPr>
          <p:cNvPr id="3" name="Rectangle 2">
            <a:extLst>
              <a:ext uri="{FF2B5EF4-FFF2-40B4-BE49-F238E27FC236}">
                <a16:creationId xmlns:a16="http://schemas.microsoft.com/office/drawing/2014/main" id="{3A78842F-BAFE-4DF4-8AC7-DAA82F9C7DBD}"/>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EA5376B2-910F-45C6-BB8E-A3D412FF446E}"/>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06</a:t>
            </a:r>
          </a:p>
        </p:txBody>
      </p:sp>
      <p:sp>
        <p:nvSpPr>
          <p:cNvPr id="5" name="Rectangle 4">
            <a:extLst>
              <a:ext uri="{FF2B5EF4-FFF2-40B4-BE49-F238E27FC236}">
                <a16:creationId xmlns:a16="http://schemas.microsoft.com/office/drawing/2014/main" id="{0049057B-2ED0-4BDE-BB12-271546F179C5}"/>
              </a:ext>
            </a:extLst>
          </p:cNvPr>
          <p:cNvSpPr>
            <a:spLocks noGrp="1"/>
          </p:cNvSpPr>
          <p:nvPr/>
        </p:nvSpPr>
        <p:spPr>
          <a:xfrm>
            <a:off x="685800" y="1714500"/>
            <a:ext cx="8763000"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A second </a:t>
            </a:r>
            <a:r>
              <a:rPr sz="2000" b="0">
                <a:solidFill>
                  <a:srgbClr val="A8B6C7"/>
                </a:solidFill>
              </a:rPr>
              <a:t>brain</a:t>
            </a:r>
            <a:r>
              <a:rPr sz="1950" b="0">
                <a:solidFill>
                  <a:srgbClr val="A8B6C7"/>
                </a:solidFill>
              </a:rPr>
              <a:t> is not valuable just because files are searchable.</a:t>
            </a:r>
          </a:p>
        </p:txBody>
      </p:sp>
      <p:sp>
        <p:nvSpPr>
          <p:cNvPr id="6" name="Rectangle: Rounded Corners 5">
            <a:extLst>
              <a:ext uri="{FF2B5EF4-FFF2-40B4-BE49-F238E27FC236}">
                <a16:creationId xmlns:a16="http://schemas.microsoft.com/office/drawing/2014/main" id="{0D4DCC45-9AE9-4AE8-8460-4406B3F7582E}"/>
              </a:ext>
            </a:extLst>
          </p:cNvPr>
          <p:cNvSpPr>
            <a:spLocks noGrp="1"/>
          </p:cNvSpPr>
          <p:nvPr/>
        </p:nvSpPr>
        <p:spPr>
          <a:xfrm>
            <a:off x="752475" y="2457449"/>
            <a:ext cx="3333750" cy="1905231"/>
          </a:xfrm>
          <a:prstGeom prst="roundRect">
            <a:avLst>
              <a:gd name="adj" fmla="val 8219"/>
            </a:avLst>
          </a:prstGeom>
          <a:solidFill>
            <a:srgbClr val="10243A"/>
          </a:solidFill>
          <a:ln w="11430">
            <a:solidFill>
              <a:srgbClr val="F87171"/>
            </a:solidFill>
            <a:prstDash val="solid"/>
          </a:ln>
        </p:spPr>
        <p:txBody>
          <a:bodyPr/>
          <a:lstStyle/>
          <a:p>
            <a:endParaRPr/>
          </a:p>
        </p:txBody>
      </p:sp>
      <p:sp>
        <p:nvSpPr>
          <p:cNvPr id="7" name="Rectangle 6">
            <a:extLst>
              <a:ext uri="{FF2B5EF4-FFF2-40B4-BE49-F238E27FC236}">
                <a16:creationId xmlns:a16="http://schemas.microsoft.com/office/drawing/2014/main" id="{CE1E0A79-6943-4200-B3E7-08376E673916}"/>
              </a:ext>
            </a:extLst>
          </p:cNvPr>
          <p:cNvSpPr>
            <a:spLocks noGrp="1"/>
          </p:cNvSpPr>
          <p:nvPr/>
        </p:nvSpPr>
        <p:spPr>
          <a:xfrm>
            <a:off x="752475" y="2457449"/>
            <a:ext cx="66675" cy="1905231"/>
          </a:xfrm>
          <a:prstGeom prst="rect">
            <a:avLst/>
          </a:prstGeom>
          <a:solidFill>
            <a:srgbClr val="F87171"/>
          </a:solidFill>
          <a:ln w="11430">
            <a:solidFill>
              <a:srgbClr val="F87171"/>
            </a:solidFill>
            <a:prstDash val="solid"/>
          </a:ln>
        </p:spPr>
        <p:txBody>
          <a:bodyPr/>
          <a:lstStyle/>
          <a:p>
            <a:endParaRPr/>
          </a:p>
        </p:txBody>
      </p:sp>
      <p:sp>
        <p:nvSpPr>
          <p:cNvPr id="8" name="Rectangle 7">
            <a:extLst>
              <a:ext uri="{FF2B5EF4-FFF2-40B4-BE49-F238E27FC236}">
                <a16:creationId xmlns:a16="http://schemas.microsoft.com/office/drawing/2014/main" id="{FCD4DE91-61B9-4C40-BF88-DD229DC6864E}"/>
              </a:ext>
            </a:extLst>
          </p:cNvPr>
          <p:cNvSpPr>
            <a:spLocks noGrp="1"/>
          </p:cNvSpPr>
          <p:nvPr/>
        </p:nvSpPr>
        <p:spPr>
          <a:xfrm>
            <a:off x="962025" y="2628900"/>
            <a:ext cx="2914650" cy="600278"/>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Not random search</a:t>
            </a:r>
          </a:p>
        </p:txBody>
      </p:sp>
      <p:sp>
        <p:nvSpPr>
          <p:cNvPr id="9" name="Rectangle 8">
            <a:extLst>
              <a:ext uri="{FF2B5EF4-FFF2-40B4-BE49-F238E27FC236}">
                <a16:creationId xmlns:a16="http://schemas.microsoft.com/office/drawing/2014/main" id="{5C1AD248-0C62-48DA-807B-B38F8B6CE83C}"/>
              </a:ext>
            </a:extLst>
          </p:cNvPr>
          <p:cNvSpPr>
            <a:spLocks noGrp="1"/>
          </p:cNvSpPr>
          <p:nvPr/>
        </p:nvSpPr>
        <p:spPr>
          <a:xfrm>
            <a:off x="962025" y="3143250"/>
            <a:ext cx="2914650" cy="965665"/>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Search finds matches. A second brain needs trusted evidence and rules.</a:t>
            </a:r>
          </a:p>
        </p:txBody>
      </p:sp>
      <p:sp>
        <p:nvSpPr>
          <p:cNvPr id="10" name="Rectangle: Rounded Corners 9">
            <a:extLst>
              <a:ext uri="{FF2B5EF4-FFF2-40B4-BE49-F238E27FC236}">
                <a16:creationId xmlns:a16="http://schemas.microsoft.com/office/drawing/2014/main" id="{1C02A4BA-9C5B-4856-AC69-169B1A77BB94}"/>
              </a:ext>
            </a:extLst>
          </p:cNvPr>
          <p:cNvSpPr>
            <a:spLocks noGrp="1"/>
          </p:cNvSpPr>
          <p:nvPr/>
        </p:nvSpPr>
        <p:spPr>
          <a:xfrm>
            <a:off x="4429125" y="2457449"/>
            <a:ext cx="3333750" cy="1905231"/>
          </a:xfrm>
          <a:prstGeom prst="roundRect">
            <a:avLst>
              <a:gd name="adj" fmla="val 8219"/>
            </a:avLst>
          </a:prstGeom>
          <a:solidFill>
            <a:srgbClr val="10243A"/>
          </a:solidFill>
          <a:ln w="11430">
            <a:solidFill>
              <a:srgbClr val="FBBF24"/>
            </a:solidFill>
            <a:prstDash val="solid"/>
          </a:ln>
        </p:spPr>
        <p:txBody>
          <a:bodyPr/>
          <a:lstStyle/>
          <a:p>
            <a:endParaRPr/>
          </a:p>
        </p:txBody>
      </p:sp>
      <p:sp>
        <p:nvSpPr>
          <p:cNvPr id="11" name="Rectangle 10">
            <a:extLst>
              <a:ext uri="{FF2B5EF4-FFF2-40B4-BE49-F238E27FC236}">
                <a16:creationId xmlns:a16="http://schemas.microsoft.com/office/drawing/2014/main" id="{4255656C-653B-4328-BFFD-14E8EA4BA398}"/>
              </a:ext>
            </a:extLst>
          </p:cNvPr>
          <p:cNvSpPr>
            <a:spLocks noGrp="1"/>
          </p:cNvSpPr>
          <p:nvPr/>
        </p:nvSpPr>
        <p:spPr>
          <a:xfrm>
            <a:off x="4429125" y="2457449"/>
            <a:ext cx="66675" cy="1905231"/>
          </a:xfrm>
          <a:prstGeom prst="rect">
            <a:avLst/>
          </a:prstGeom>
          <a:solidFill>
            <a:srgbClr val="FBBF24"/>
          </a:solidFill>
          <a:ln w="11430">
            <a:solidFill>
              <a:srgbClr val="FBBF24"/>
            </a:solidFill>
            <a:prstDash val="solid"/>
          </a:ln>
        </p:spPr>
        <p:txBody>
          <a:bodyPr/>
          <a:lstStyle/>
          <a:p>
            <a:endParaRPr/>
          </a:p>
        </p:txBody>
      </p:sp>
      <p:sp>
        <p:nvSpPr>
          <p:cNvPr id="12" name="Rectangle 11">
            <a:extLst>
              <a:ext uri="{FF2B5EF4-FFF2-40B4-BE49-F238E27FC236}">
                <a16:creationId xmlns:a16="http://schemas.microsoft.com/office/drawing/2014/main" id="{8424974E-4055-4419-946A-4070CB796CE4}"/>
              </a:ext>
            </a:extLst>
          </p:cNvPr>
          <p:cNvSpPr>
            <a:spLocks noGrp="1"/>
          </p:cNvSpPr>
          <p:nvPr/>
        </p:nvSpPr>
        <p:spPr>
          <a:xfrm>
            <a:off x="4638675" y="2628900"/>
            <a:ext cx="2914650" cy="600278"/>
          </a:xfrm>
          <a:prstGeom prst="rect">
            <a:avLst/>
          </a:prstGeom>
          <a:noFill/>
          <a:ln w="0">
            <a:noFill/>
            <a:prstDash val="solid"/>
          </a:ln>
        </p:spPr>
        <p:txBody>
          <a:bodyPr/>
          <a:lstStyle/>
          <a:p>
            <a:pPr algn="l">
              <a:buNone/>
              <a:defRPr sz="2025" b="1">
                <a:solidFill>
                  <a:srgbClr val="F8FAFC"/>
                </a:solidFill>
              </a:defRPr>
            </a:pPr>
            <a:r>
              <a:rPr sz="2025" b="1" dirty="0">
                <a:solidFill>
                  <a:srgbClr val="F8FAFC"/>
                </a:solidFill>
              </a:rPr>
              <a:t>Not a document </a:t>
            </a:r>
            <a:endParaRPr lang="en-SG" sz="2025" b="1" dirty="0">
              <a:solidFill>
                <a:srgbClr val="F8FAFC"/>
              </a:solidFill>
            </a:endParaRPr>
          </a:p>
          <a:p>
            <a:pPr algn="l">
              <a:buNone/>
              <a:defRPr sz="2025" b="1">
                <a:solidFill>
                  <a:srgbClr val="F8FAFC"/>
                </a:solidFill>
              </a:defRPr>
            </a:pPr>
            <a:r>
              <a:rPr sz="2025" b="1" dirty="0">
                <a:solidFill>
                  <a:srgbClr val="F8FAFC"/>
                </a:solidFill>
              </a:rPr>
              <a:t>dump</a:t>
            </a:r>
          </a:p>
        </p:txBody>
      </p:sp>
      <p:sp>
        <p:nvSpPr>
          <p:cNvPr id="13" name="Rectangle 12">
            <a:extLst>
              <a:ext uri="{FF2B5EF4-FFF2-40B4-BE49-F238E27FC236}">
                <a16:creationId xmlns:a16="http://schemas.microsoft.com/office/drawing/2014/main" id="{50F7F6F8-D584-4EC4-B959-C97AE5933046}"/>
              </a:ext>
            </a:extLst>
          </p:cNvPr>
          <p:cNvSpPr>
            <a:spLocks noGrp="1"/>
          </p:cNvSpPr>
          <p:nvPr/>
        </p:nvSpPr>
        <p:spPr>
          <a:xfrm>
            <a:off x="4672012" y="3371850"/>
            <a:ext cx="2914650" cy="965665"/>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Unowned files become stale, duplicated, and risky.</a:t>
            </a:r>
          </a:p>
        </p:txBody>
      </p:sp>
      <p:sp>
        <p:nvSpPr>
          <p:cNvPr id="14" name="Rectangle: Rounded Corners 13">
            <a:extLst>
              <a:ext uri="{FF2B5EF4-FFF2-40B4-BE49-F238E27FC236}">
                <a16:creationId xmlns:a16="http://schemas.microsoft.com/office/drawing/2014/main" id="{BCA295B4-6276-4179-AC31-9F8774F93B5F}"/>
              </a:ext>
            </a:extLst>
          </p:cNvPr>
          <p:cNvSpPr>
            <a:spLocks noGrp="1"/>
          </p:cNvSpPr>
          <p:nvPr/>
        </p:nvSpPr>
        <p:spPr>
          <a:xfrm>
            <a:off x="8105775" y="2457449"/>
            <a:ext cx="3333750" cy="1905231"/>
          </a:xfrm>
          <a:prstGeom prst="roundRect">
            <a:avLst>
              <a:gd name="adj" fmla="val 8219"/>
            </a:avLst>
          </a:prstGeom>
          <a:solidFill>
            <a:srgbClr val="10243A"/>
          </a:solidFill>
          <a:ln w="11430">
            <a:solidFill>
              <a:srgbClr val="38BDF8"/>
            </a:solidFill>
            <a:prstDash val="solid"/>
          </a:ln>
        </p:spPr>
        <p:txBody>
          <a:bodyPr/>
          <a:lstStyle/>
          <a:p>
            <a:endParaRPr/>
          </a:p>
        </p:txBody>
      </p:sp>
      <p:sp>
        <p:nvSpPr>
          <p:cNvPr id="15" name="Rectangle 14">
            <a:extLst>
              <a:ext uri="{FF2B5EF4-FFF2-40B4-BE49-F238E27FC236}">
                <a16:creationId xmlns:a16="http://schemas.microsoft.com/office/drawing/2014/main" id="{AFBD4944-8E8A-4A31-BC88-55E66D92794C}"/>
              </a:ext>
            </a:extLst>
          </p:cNvPr>
          <p:cNvSpPr>
            <a:spLocks noGrp="1"/>
          </p:cNvSpPr>
          <p:nvPr/>
        </p:nvSpPr>
        <p:spPr>
          <a:xfrm>
            <a:off x="8105775" y="2457449"/>
            <a:ext cx="66675" cy="1905231"/>
          </a:xfrm>
          <a:prstGeom prst="rect">
            <a:avLst/>
          </a:prstGeom>
          <a:solidFill>
            <a:srgbClr val="38BDF8"/>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D40D495A-CFAD-4C0F-9F05-242080EBF822}"/>
              </a:ext>
            </a:extLst>
          </p:cNvPr>
          <p:cNvSpPr>
            <a:spLocks noGrp="1"/>
          </p:cNvSpPr>
          <p:nvPr/>
        </p:nvSpPr>
        <p:spPr>
          <a:xfrm>
            <a:off x="8315325" y="2628900"/>
            <a:ext cx="2914650" cy="600278"/>
          </a:xfrm>
          <a:prstGeom prst="rect">
            <a:avLst/>
          </a:prstGeom>
          <a:noFill/>
          <a:ln w="0">
            <a:noFill/>
            <a:prstDash val="solid"/>
          </a:ln>
        </p:spPr>
        <p:txBody>
          <a:bodyPr/>
          <a:lstStyle/>
          <a:p>
            <a:pPr algn="l">
              <a:buNone/>
              <a:defRPr sz="2025" b="1">
                <a:solidFill>
                  <a:srgbClr val="F8FAFC"/>
                </a:solidFill>
              </a:defRPr>
            </a:pPr>
            <a:r>
              <a:rPr sz="2025" b="1" dirty="0">
                <a:solidFill>
                  <a:srgbClr val="F8FAFC"/>
                </a:solidFill>
              </a:rPr>
              <a:t>Not a novelty </a:t>
            </a:r>
            <a:endParaRPr lang="en-SG" sz="2025" b="1" dirty="0">
              <a:solidFill>
                <a:srgbClr val="F8FAFC"/>
              </a:solidFill>
            </a:endParaRPr>
          </a:p>
          <a:p>
            <a:pPr algn="l">
              <a:buNone/>
              <a:defRPr sz="2025" b="1">
                <a:solidFill>
                  <a:srgbClr val="F8FAFC"/>
                </a:solidFill>
              </a:defRPr>
            </a:pPr>
            <a:r>
              <a:rPr sz="2025" b="1" dirty="0">
                <a:solidFill>
                  <a:srgbClr val="F8FAFC"/>
                </a:solidFill>
              </a:rPr>
              <a:t>chatbot</a:t>
            </a:r>
          </a:p>
        </p:txBody>
      </p:sp>
      <p:sp>
        <p:nvSpPr>
          <p:cNvPr id="17" name="Rectangle 16">
            <a:extLst>
              <a:ext uri="{FF2B5EF4-FFF2-40B4-BE49-F238E27FC236}">
                <a16:creationId xmlns:a16="http://schemas.microsoft.com/office/drawing/2014/main" id="{B0DB7EC8-BB70-4829-8B71-CB74C5BF9EC8}"/>
              </a:ext>
            </a:extLst>
          </p:cNvPr>
          <p:cNvSpPr>
            <a:spLocks noGrp="1"/>
          </p:cNvSpPr>
          <p:nvPr/>
        </p:nvSpPr>
        <p:spPr>
          <a:xfrm>
            <a:off x="8315325" y="3311572"/>
            <a:ext cx="2914650" cy="965665"/>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The value is repeatable answers with reviewable sources.</a:t>
            </a:r>
          </a:p>
        </p:txBody>
      </p:sp>
      <p:sp>
        <p:nvSpPr>
          <p:cNvPr id="18" name="Rectangle: Rounded Corners 17">
            <a:extLst>
              <a:ext uri="{FF2B5EF4-FFF2-40B4-BE49-F238E27FC236}">
                <a16:creationId xmlns:a16="http://schemas.microsoft.com/office/drawing/2014/main" id="{A428A31B-4AD8-492C-A96D-0BB05BA6232C}"/>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CEC59861-6948-4302-9A2B-BDA72DCA1A43}"/>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0" name="Rectangle 19">
            <a:extLst>
              <a:ext uri="{FF2B5EF4-FFF2-40B4-BE49-F238E27FC236}">
                <a16:creationId xmlns:a16="http://schemas.microsoft.com/office/drawing/2014/main" id="{44704384-160E-4C9B-87FD-E7A3915AE2C3}"/>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Uploading content is not the same as governing knowledge.</a:t>
            </a:r>
          </a:p>
        </p:txBody>
      </p:sp>
      <p:sp>
        <p:nvSpPr>
          <p:cNvPr id="22" name="Oval 21">
            <a:extLst>
              <a:ext uri="{FF2B5EF4-FFF2-40B4-BE49-F238E27FC236}">
                <a16:creationId xmlns:a16="http://schemas.microsoft.com/office/drawing/2014/main" id="{6946D1BC-150A-4BD5-BE7C-02D7AD27BD6D}"/>
              </a:ext>
            </a:extLst>
          </p:cNvPr>
          <p:cNvSpPr>
            <a:spLocks noGrp="1"/>
          </p:cNvSpPr>
          <p:nvPr/>
        </p:nvSpPr>
        <p:spPr>
          <a:xfrm>
            <a:off x="3381375" y="2724150"/>
            <a:ext cx="438150" cy="438150"/>
          </a:xfrm>
          <a:prstGeom prst="ellipse">
            <a:avLst/>
          </a:prstGeom>
          <a:solidFill>
            <a:srgbClr val="05D6A4"/>
          </a:solidFill>
          <a:ln w="9525">
            <a:solidFill>
              <a:srgbClr val="0B1A2A"/>
            </a:solidFill>
            <a:prstDash val="solid"/>
          </a:ln>
        </p:spPr>
        <p:txBody>
          <a:bodyPr/>
          <a:lstStyle/>
          <a:p>
            <a:endParaRPr lang="en-SG"/>
          </a:p>
        </p:txBody>
      </p:sp>
      <p:pic>
        <p:nvPicPr>
          <p:cNvPr id="49" name="Graphic 48"/>
          <p:cNvPicPr>
            <a:picLocks noChangeAspect="1"/>
          </p:cNvPicPr>
          <p:nvPr/>
        </p:nvPicPr>
        <p:blipFill>
          <a:blip>
            <a:extLst>
              <a:ext uri="{96DAC541-7B7A-43D3-8B79-37D633B846F1}">
                <asvg:svgBlip xmlns:asvg="http://schemas.microsoft.com/office/drawing/2016/SVG/main" r:embed="rId3"/>
              </a:ext>
            </a:extLst>
          </a:blip>
          <a:stretch/>
        </p:blipFill>
        <p:spPr>
          <a:xfrm>
            <a:off x="3477768" y="2820543"/>
            <a:ext cx="245364" cy="245364"/>
          </a:xfrm>
          <a:prstGeom prst="rect">
            <a:avLst/>
          </a:prstGeom>
        </p:spPr>
      </p:pic>
      <p:sp>
        <p:nvSpPr>
          <p:cNvPr id="24" name="Oval 23">
            <a:extLst>
              <a:ext uri="{FF2B5EF4-FFF2-40B4-BE49-F238E27FC236}">
                <a16:creationId xmlns:a16="http://schemas.microsoft.com/office/drawing/2014/main" id="{00813B9A-87C9-47E0-877B-4F0B5D2F24F8}"/>
              </a:ext>
            </a:extLst>
          </p:cNvPr>
          <p:cNvSpPr>
            <a:spLocks noGrp="1"/>
          </p:cNvSpPr>
          <p:nvPr/>
        </p:nvSpPr>
        <p:spPr>
          <a:xfrm>
            <a:off x="7058025" y="2724150"/>
            <a:ext cx="438150" cy="438150"/>
          </a:xfrm>
          <a:prstGeom prst="ellipse">
            <a:avLst/>
          </a:prstGeom>
          <a:solidFill>
            <a:srgbClr val="38BDF8"/>
          </a:solidFill>
          <a:ln w="9525">
            <a:solidFill>
              <a:srgbClr val="0B1A2A"/>
            </a:solidFill>
            <a:prstDash val="solid"/>
          </a:ln>
        </p:spPr>
        <p:txBody>
          <a:bodyPr/>
          <a:lstStyle/>
          <a:p>
            <a:endParaRPr lang="en-SG"/>
          </a:p>
        </p:txBody>
      </p:sp>
      <p:pic>
        <p:nvPicPr>
          <p:cNvPr id="51" name="Graphic 50"/>
          <p:cNvPicPr>
            <a:picLocks noChangeAspect="1"/>
          </p:cNvPicPr>
          <p:nvPr/>
        </p:nvPicPr>
        <p:blipFill>
          <a:blip>
            <a:extLst>
              <a:ext uri="{96DAC541-7B7A-43D3-8B79-37D633B846F1}">
                <asvg:svgBlip xmlns:asvg="http://schemas.microsoft.com/office/drawing/2016/SVG/main" r:embed="rId4"/>
              </a:ext>
            </a:extLst>
          </a:blip>
          <a:stretch/>
        </p:blipFill>
        <p:spPr>
          <a:xfrm>
            <a:off x="7154418" y="2820543"/>
            <a:ext cx="245364" cy="245364"/>
          </a:xfrm>
          <a:prstGeom prst="rect">
            <a:avLst/>
          </a:prstGeom>
        </p:spPr>
      </p:pic>
      <p:sp>
        <p:nvSpPr>
          <p:cNvPr id="26" name="Oval 25">
            <a:extLst>
              <a:ext uri="{FF2B5EF4-FFF2-40B4-BE49-F238E27FC236}">
                <a16:creationId xmlns:a16="http://schemas.microsoft.com/office/drawing/2014/main" id="{8F50DDDE-BCA7-4950-B4FD-E0EC798F106F}"/>
              </a:ext>
            </a:extLst>
          </p:cNvPr>
          <p:cNvSpPr>
            <a:spLocks noGrp="1"/>
          </p:cNvSpPr>
          <p:nvPr/>
        </p:nvSpPr>
        <p:spPr>
          <a:xfrm>
            <a:off x="10734675" y="2724150"/>
            <a:ext cx="438150" cy="438150"/>
          </a:xfrm>
          <a:prstGeom prst="ellipse">
            <a:avLst/>
          </a:prstGeom>
          <a:solidFill>
            <a:srgbClr val="38BDF8"/>
          </a:solidFill>
          <a:ln w="9525">
            <a:solidFill>
              <a:srgbClr val="0B1A2A"/>
            </a:solidFill>
            <a:prstDash val="solid"/>
          </a:ln>
        </p:spPr>
        <p:txBody>
          <a:bodyPr/>
          <a:lstStyle/>
          <a:p>
            <a:endParaRPr lang="en-SG"/>
          </a:p>
        </p:txBody>
      </p:sp>
      <p:pic>
        <p:nvPicPr>
          <p:cNvPr id="53" name="Graphic 52"/>
          <p:cNvPicPr>
            <a:picLocks noChangeAspect="1"/>
          </p:cNvPicPr>
          <p:nvPr/>
        </p:nvPicPr>
        <p:blipFill>
          <a:blip>
            <a:extLst>
              <a:ext uri="{96DAC541-7B7A-43D3-8B79-37D633B846F1}">
                <asvg:svgBlip xmlns:asvg="http://schemas.microsoft.com/office/drawing/2016/SVG/main" r:embed="rId4"/>
              </a:ext>
            </a:extLst>
          </a:blip>
          <a:stretch/>
        </p:blipFill>
        <p:spPr>
          <a:xfrm>
            <a:off x="10831068" y="2820543"/>
            <a:ext cx="245364" cy="245364"/>
          </a:xfrm>
          <a:prstGeom prst="rect">
            <a:avLst/>
          </a:prstGeom>
        </p:spPr>
      </p:pic>
      <p:pic>
        <p:nvPicPr>
          <p:cNvPr id="25" name="Picture 24">
            <a:extLst>
              <a:ext uri="{FF2B5EF4-FFF2-40B4-BE49-F238E27FC236}">
                <a16:creationId xmlns:a16="http://schemas.microsoft.com/office/drawing/2014/main" id="{B9106B1D-B8A6-8FC0-2BED-3FCC055A0E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973339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37987D31-43AC-459F-ADC0-D9956D991D96}"/>
              </a:ext>
            </a:extLst>
          </p:cNvPr>
          <p:cNvSpPr>
            <a:spLocks noGrp="1"/>
          </p:cNvSpPr>
          <p:nvPr/>
        </p:nvSpPr>
        <p:spPr>
          <a:xfrm>
            <a:off x="685800" y="598046"/>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OPERATING MODEL</a:t>
            </a:r>
          </a:p>
        </p:txBody>
      </p:sp>
      <p:sp>
        <p:nvSpPr>
          <p:cNvPr id="2" name="Rectangle 1">
            <a:extLst>
              <a:ext uri="{FF2B5EF4-FFF2-40B4-BE49-F238E27FC236}">
                <a16:creationId xmlns:a16="http://schemas.microsoft.com/office/drawing/2014/main" id="{C559E7A0-14A5-4D7E-A0E2-0C4D6652971F}"/>
              </a:ext>
            </a:extLst>
          </p:cNvPr>
          <p:cNvSpPr>
            <a:spLocks noGrp="1"/>
          </p:cNvSpPr>
          <p:nvPr/>
        </p:nvSpPr>
        <p:spPr>
          <a:xfrm>
            <a:off x="685800" y="959996"/>
            <a:ext cx="10661904"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A second brain turns sources into reviewable answers</a:t>
            </a:r>
          </a:p>
        </p:txBody>
      </p:sp>
      <p:sp>
        <p:nvSpPr>
          <p:cNvPr id="3" name="Rectangle 2">
            <a:extLst>
              <a:ext uri="{FF2B5EF4-FFF2-40B4-BE49-F238E27FC236}">
                <a16:creationId xmlns:a16="http://schemas.microsoft.com/office/drawing/2014/main" id="{2BE61E97-7008-4039-903A-78E03111A7DB}"/>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F278E33D-A0A1-4991-BE3E-29DEE83DFA06}"/>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07</a:t>
            </a:r>
          </a:p>
        </p:txBody>
      </p:sp>
      <p:sp>
        <p:nvSpPr>
          <p:cNvPr id="5" name="Rectangle 4">
            <a:extLst>
              <a:ext uri="{FF2B5EF4-FFF2-40B4-BE49-F238E27FC236}">
                <a16:creationId xmlns:a16="http://schemas.microsoft.com/office/drawing/2014/main" id="{31A54721-8A24-4BCF-AED8-0518956B8185}"/>
              </a:ext>
            </a:extLst>
          </p:cNvPr>
          <p:cNvSpPr>
            <a:spLocks noGrp="1"/>
          </p:cNvSpPr>
          <p:nvPr/>
        </p:nvSpPr>
        <p:spPr>
          <a:xfrm>
            <a:off x="693801" y="1635467"/>
            <a:ext cx="8572500" cy="876300"/>
          </a:xfrm>
          <a:prstGeom prst="rect">
            <a:avLst/>
          </a:prstGeom>
          <a:noFill/>
          <a:ln w="0">
            <a:noFill/>
            <a:prstDash val="solid"/>
          </a:ln>
        </p:spPr>
        <p:txBody>
          <a:bodyPr/>
          <a:lstStyle/>
          <a:p>
            <a:pPr algn="l">
              <a:buNone/>
              <a:defRPr sz="1875" b="0">
                <a:solidFill>
                  <a:srgbClr val="A8B6C7"/>
                </a:solidFill>
              </a:defRPr>
            </a:pPr>
            <a:r>
              <a:rPr sz="1875" b="0" dirty="0">
                <a:solidFill>
                  <a:srgbClr val="A8B6C7"/>
                </a:solidFill>
              </a:rPr>
              <a:t>The </a:t>
            </a:r>
            <a:r>
              <a:rPr sz="2000" b="0" dirty="0">
                <a:solidFill>
                  <a:srgbClr val="A8B6C7"/>
                </a:solidFill>
              </a:rPr>
              <a:t>system</a:t>
            </a:r>
            <a:r>
              <a:rPr sz="1875" b="0" dirty="0">
                <a:solidFill>
                  <a:srgbClr val="A8B6C7"/>
                </a:solidFill>
              </a:rPr>
              <a:t> needs both retrieval logic and governance logic.</a:t>
            </a:r>
          </a:p>
        </p:txBody>
      </p:sp>
      <p:sp>
        <p:nvSpPr>
          <p:cNvPr id="6" name="Oval 5">
            <a:extLst>
              <a:ext uri="{FF2B5EF4-FFF2-40B4-BE49-F238E27FC236}">
                <a16:creationId xmlns:a16="http://schemas.microsoft.com/office/drawing/2014/main" id="{12C07591-2A44-4D99-8B9B-ED17EF5BF8EB}"/>
              </a:ext>
            </a:extLst>
          </p:cNvPr>
          <p:cNvSpPr>
            <a:spLocks noGrp="1"/>
          </p:cNvSpPr>
          <p:nvPr/>
        </p:nvSpPr>
        <p:spPr>
          <a:xfrm>
            <a:off x="1697355" y="2362200"/>
            <a:ext cx="476250" cy="476250"/>
          </a:xfrm>
          <a:prstGeom prst="ellipse">
            <a:avLst/>
          </a:prstGeom>
          <a:solidFill>
            <a:srgbClr val="0F2F46"/>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6CA4A368-CEBC-487B-9F10-DF7777CB586C}"/>
              </a:ext>
            </a:extLst>
          </p:cNvPr>
          <p:cNvSpPr>
            <a:spLocks noGrp="1"/>
          </p:cNvSpPr>
          <p:nvPr/>
        </p:nvSpPr>
        <p:spPr>
          <a:xfrm>
            <a:off x="180213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1</a:t>
            </a:r>
          </a:p>
        </p:txBody>
      </p:sp>
      <p:sp>
        <p:nvSpPr>
          <p:cNvPr id="8" name="Rectangle: Rounded Corners 7">
            <a:extLst>
              <a:ext uri="{FF2B5EF4-FFF2-40B4-BE49-F238E27FC236}">
                <a16:creationId xmlns:a16="http://schemas.microsoft.com/office/drawing/2014/main" id="{FAFD8B2E-ED21-4131-9BC8-C14FCAB4DCBA}"/>
              </a:ext>
            </a:extLst>
          </p:cNvPr>
          <p:cNvSpPr>
            <a:spLocks noGrp="1"/>
          </p:cNvSpPr>
          <p:nvPr/>
        </p:nvSpPr>
        <p:spPr>
          <a:xfrm>
            <a:off x="1047750" y="2914650"/>
            <a:ext cx="1775460" cy="2104768"/>
          </a:xfrm>
          <a:prstGeom prst="roundRect">
            <a:avLst>
              <a:gd name="adj" fmla="val 8219"/>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F53D3A13-5E99-429F-A3FE-A834AF76C841}"/>
              </a:ext>
            </a:extLst>
          </p:cNvPr>
          <p:cNvSpPr>
            <a:spLocks noGrp="1"/>
          </p:cNvSpPr>
          <p:nvPr/>
        </p:nvSpPr>
        <p:spPr>
          <a:xfrm>
            <a:off x="1047750" y="2914650"/>
            <a:ext cx="66675" cy="2104768"/>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57C55842-B8FD-43A2-A908-FB22C1795C38}"/>
              </a:ext>
            </a:extLst>
          </p:cNvPr>
          <p:cNvSpPr>
            <a:spLocks noGrp="1"/>
          </p:cNvSpPr>
          <p:nvPr/>
        </p:nvSpPr>
        <p:spPr>
          <a:xfrm>
            <a:off x="1257300" y="3086099"/>
            <a:ext cx="1356360" cy="749643"/>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Trusted sources</a:t>
            </a:r>
          </a:p>
        </p:txBody>
      </p:sp>
      <p:sp>
        <p:nvSpPr>
          <p:cNvPr id="11" name="Rectangle 10">
            <a:extLst>
              <a:ext uri="{FF2B5EF4-FFF2-40B4-BE49-F238E27FC236}">
                <a16:creationId xmlns:a16="http://schemas.microsoft.com/office/drawing/2014/main" id="{BAE09833-64F6-47B0-97AA-03296C60E76F}"/>
              </a:ext>
            </a:extLst>
          </p:cNvPr>
          <p:cNvSpPr>
            <a:spLocks noGrp="1"/>
          </p:cNvSpPr>
          <p:nvPr/>
        </p:nvSpPr>
        <p:spPr>
          <a:xfrm>
            <a:off x="1257300" y="3600450"/>
            <a:ext cx="1356360" cy="10668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Approved knowledge enters the system.</a:t>
            </a:r>
          </a:p>
        </p:txBody>
      </p:sp>
      <p:sp>
        <p:nvSpPr>
          <p:cNvPr id="12" name="Rectangle 11">
            <a:extLst>
              <a:ext uri="{FF2B5EF4-FFF2-40B4-BE49-F238E27FC236}">
                <a16:creationId xmlns:a16="http://schemas.microsoft.com/office/drawing/2014/main" id="{8A2D27A9-1053-4277-8352-173731A19145}"/>
              </a:ext>
            </a:extLst>
          </p:cNvPr>
          <p:cNvSpPr>
            <a:spLocks noGrp="1"/>
          </p:cNvSpPr>
          <p:nvPr/>
        </p:nvSpPr>
        <p:spPr>
          <a:xfrm>
            <a:off x="2823210" y="3467099"/>
            <a:ext cx="304800" cy="57665"/>
          </a:xfrm>
          <a:prstGeom prst="rect">
            <a:avLst/>
          </a:prstGeom>
          <a:solidFill>
            <a:srgbClr val="05D6A4"/>
          </a:solidFill>
          <a:ln w="11430">
            <a:solidFill>
              <a:srgbClr val="05D6A4"/>
            </a:solidFill>
            <a:prstDash val="solid"/>
          </a:ln>
        </p:spPr>
        <p:txBody>
          <a:bodyPr/>
          <a:lstStyle/>
          <a:p>
            <a:endParaRPr/>
          </a:p>
        </p:txBody>
      </p:sp>
      <p:sp>
        <p:nvSpPr>
          <p:cNvPr id="13" name="Oval 12">
            <a:extLst>
              <a:ext uri="{FF2B5EF4-FFF2-40B4-BE49-F238E27FC236}">
                <a16:creationId xmlns:a16="http://schemas.microsoft.com/office/drawing/2014/main" id="{6219FC84-192E-479B-A264-2C1C4CFF6364}"/>
              </a:ext>
            </a:extLst>
          </p:cNvPr>
          <p:cNvSpPr>
            <a:spLocks noGrp="1"/>
          </p:cNvSpPr>
          <p:nvPr/>
        </p:nvSpPr>
        <p:spPr>
          <a:xfrm>
            <a:off x="3777615" y="2362200"/>
            <a:ext cx="476250" cy="476250"/>
          </a:xfrm>
          <a:prstGeom prst="ellipse">
            <a:avLst/>
          </a:prstGeom>
          <a:solidFill>
            <a:srgbClr val="0F2F46"/>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70B8139A-9931-42A0-975B-BFBBC6794F37}"/>
              </a:ext>
            </a:extLst>
          </p:cNvPr>
          <p:cNvSpPr>
            <a:spLocks noGrp="1"/>
          </p:cNvSpPr>
          <p:nvPr/>
        </p:nvSpPr>
        <p:spPr>
          <a:xfrm>
            <a:off x="388239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2</a:t>
            </a:r>
          </a:p>
        </p:txBody>
      </p:sp>
      <p:sp>
        <p:nvSpPr>
          <p:cNvPr id="15" name="Rectangle: Rounded Corners 14">
            <a:extLst>
              <a:ext uri="{FF2B5EF4-FFF2-40B4-BE49-F238E27FC236}">
                <a16:creationId xmlns:a16="http://schemas.microsoft.com/office/drawing/2014/main" id="{E72FAB70-773B-4B51-AB90-273928B2EF35}"/>
              </a:ext>
            </a:extLst>
          </p:cNvPr>
          <p:cNvSpPr>
            <a:spLocks noGrp="1"/>
          </p:cNvSpPr>
          <p:nvPr/>
        </p:nvSpPr>
        <p:spPr>
          <a:xfrm>
            <a:off x="3128010" y="2914650"/>
            <a:ext cx="1775460" cy="2104768"/>
          </a:xfrm>
          <a:prstGeom prst="roundRect">
            <a:avLst>
              <a:gd name="adj" fmla="val 8219"/>
            </a:avLst>
          </a:prstGeom>
          <a:solidFill>
            <a:srgbClr val="10243A"/>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08D27A2F-20C6-4EAB-92CF-B15F41272DE6}"/>
              </a:ext>
            </a:extLst>
          </p:cNvPr>
          <p:cNvSpPr>
            <a:spLocks noGrp="1"/>
          </p:cNvSpPr>
          <p:nvPr/>
        </p:nvSpPr>
        <p:spPr>
          <a:xfrm>
            <a:off x="3128010" y="2914650"/>
            <a:ext cx="66675" cy="2104768"/>
          </a:xfrm>
          <a:prstGeom prst="rect">
            <a:avLst/>
          </a:prstGeom>
          <a:solidFill>
            <a:srgbClr val="38BDF8"/>
          </a:solidFill>
          <a:ln w="11430">
            <a:solidFill>
              <a:srgbClr val="38BDF8"/>
            </a:solidFill>
            <a:prstDash val="solid"/>
          </a:ln>
        </p:spPr>
        <p:txBody>
          <a:bodyPr/>
          <a:lstStyle/>
          <a:p>
            <a:endParaRPr/>
          </a:p>
        </p:txBody>
      </p:sp>
      <p:sp>
        <p:nvSpPr>
          <p:cNvPr id="17" name="Rectangle 16">
            <a:extLst>
              <a:ext uri="{FF2B5EF4-FFF2-40B4-BE49-F238E27FC236}">
                <a16:creationId xmlns:a16="http://schemas.microsoft.com/office/drawing/2014/main" id="{00CD64E1-0850-4A1F-9DD4-E2B5254B8529}"/>
              </a:ext>
            </a:extLst>
          </p:cNvPr>
          <p:cNvSpPr>
            <a:spLocks noGrp="1"/>
          </p:cNvSpPr>
          <p:nvPr/>
        </p:nvSpPr>
        <p:spPr>
          <a:xfrm>
            <a:off x="3337560" y="3086099"/>
            <a:ext cx="1356360" cy="749643"/>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Structure</a:t>
            </a:r>
          </a:p>
        </p:txBody>
      </p:sp>
      <p:sp>
        <p:nvSpPr>
          <p:cNvPr id="18" name="Rectangle 17">
            <a:extLst>
              <a:ext uri="{FF2B5EF4-FFF2-40B4-BE49-F238E27FC236}">
                <a16:creationId xmlns:a16="http://schemas.microsoft.com/office/drawing/2014/main" id="{D308C16C-00CE-43FB-9412-154E2BBC1064}"/>
              </a:ext>
            </a:extLst>
          </p:cNvPr>
          <p:cNvSpPr>
            <a:spLocks noGrp="1"/>
          </p:cNvSpPr>
          <p:nvPr/>
        </p:nvSpPr>
        <p:spPr>
          <a:xfrm>
            <a:off x="3337560" y="3600450"/>
            <a:ext cx="1356360" cy="10668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Taxonomy and metadata make it findable.</a:t>
            </a:r>
          </a:p>
        </p:txBody>
      </p:sp>
      <p:sp>
        <p:nvSpPr>
          <p:cNvPr id="19" name="Rectangle 18">
            <a:extLst>
              <a:ext uri="{FF2B5EF4-FFF2-40B4-BE49-F238E27FC236}">
                <a16:creationId xmlns:a16="http://schemas.microsoft.com/office/drawing/2014/main" id="{45B4FC10-A0F1-48EC-A6A0-303819E0EB61}"/>
              </a:ext>
            </a:extLst>
          </p:cNvPr>
          <p:cNvSpPr>
            <a:spLocks noGrp="1"/>
          </p:cNvSpPr>
          <p:nvPr/>
        </p:nvSpPr>
        <p:spPr>
          <a:xfrm>
            <a:off x="4903470" y="3467099"/>
            <a:ext cx="304800" cy="57665"/>
          </a:xfrm>
          <a:prstGeom prst="rect">
            <a:avLst/>
          </a:prstGeom>
          <a:solidFill>
            <a:srgbClr val="05D6A4"/>
          </a:solidFill>
          <a:ln w="11430">
            <a:solidFill>
              <a:srgbClr val="05D6A4"/>
            </a:solidFill>
            <a:prstDash val="solid"/>
          </a:ln>
        </p:spPr>
        <p:txBody>
          <a:bodyPr/>
          <a:lstStyle/>
          <a:p>
            <a:endParaRPr/>
          </a:p>
        </p:txBody>
      </p:sp>
      <p:sp>
        <p:nvSpPr>
          <p:cNvPr id="20" name="Oval 19">
            <a:extLst>
              <a:ext uri="{FF2B5EF4-FFF2-40B4-BE49-F238E27FC236}">
                <a16:creationId xmlns:a16="http://schemas.microsoft.com/office/drawing/2014/main" id="{FF12E521-41DA-478F-9A5F-4B92EC87F772}"/>
              </a:ext>
            </a:extLst>
          </p:cNvPr>
          <p:cNvSpPr>
            <a:spLocks noGrp="1"/>
          </p:cNvSpPr>
          <p:nvPr/>
        </p:nvSpPr>
        <p:spPr>
          <a:xfrm>
            <a:off x="5857875" y="2362200"/>
            <a:ext cx="476250" cy="476250"/>
          </a:xfrm>
          <a:prstGeom prst="ellipse">
            <a:avLst/>
          </a:prstGeom>
          <a:solidFill>
            <a:srgbClr val="0F2F46"/>
          </a:solidFill>
          <a:ln w="11430">
            <a:solidFill>
              <a:srgbClr val="A78BFA"/>
            </a:solidFill>
            <a:prstDash val="solid"/>
          </a:ln>
        </p:spPr>
        <p:txBody>
          <a:bodyPr/>
          <a:lstStyle/>
          <a:p>
            <a:endParaRPr/>
          </a:p>
        </p:txBody>
      </p:sp>
      <p:sp>
        <p:nvSpPr>
          <p:cNvPr id="21" name="Rectangle 20">
            <a:extLst>
              <a:ext uri="{FF2B5EF4-FFF2-40B4-BE49-F238E27FC236}">
                <a16:creationId xmlns:a16="http://schemas.microsoft.com/office/drawing/2014/main" id="{E61B2B82-0050-4393-8039-D84FC845A542}"/>
              </a:ext>
            </a:extLst>
          </p:cNvPr>
          <p:cNvSpPr>
            <a:spLocks noGrp="1"/>
          </p:cNvSpPr>
          <p:nvPr/>
        </p:nvSpPr>
        <p:spPr>
          <a:xfrm>
            <a:off x="596265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3</a:t>
            </a:r>
          </a:p>
        </p:txBody>
      </p:sp>
      <p:sp>
        <p:nvSpPr>
          <p:cNvPr id="22" name="Rectangle: Rounded Corners 21">
            <a:extLst>
              <a:ext uri="{FF2B5EF4-FFF2-40B4-BE49-F238E27FC236}">
                <a16:creationId xmlns:a16="http://schemas.microsoft.com/office/drawing/2014/main" id="{E4E27FE3-2A6A-4AFA-9973-1A48D688018C}"/>
              </a:ext>
            </a:extLst>
          </p:cNvPr>
          <p:cNvSpPr>
            <a:spLocks noGrp="1"/>
          </p:cNvSpPr>
          <p:nvPr/>
        </p:nvSpPr>
        <p:spPr>
          <a:xfrm>
            <a:off x="5208270" y="2914650"/>
            <a:ext cx="1775460" cy="2104768"/>
          </a:xfrm>
          <a:prstGeom prst="roundRect">
            <a:avLst>
              <a:gd name="adj" fmla="val 8219"/>
            </a:avLst>
          </a:prstGeom>
          <a:solidFill>
            <a:srgbClr val="10243A"/>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B84A14B2-BA4E-4299-9190-0815881E62C0}"/>
              </a:ext>
            </a:extLst>
          </p:cNvPr>
          <p:cNvSpPr>
            <a:spLocks noGrp="1"/>
          </p:cNvSpPr>
          <p:nvPr/>
        </p:nvSpPr>
        <p:spPr>
          <a:xfrm>
            <a:off x="5208270" y="2914650"/>
            <a:ext cx="66675" cy="2104768"/>
          </a:xfrm>
          <a:prstGeom prst="rect">
            <a:avLst/>
          </a:prstGeom>
          <a:solidFill>
            <a:srgbClr val="A78BFA"/>
          </a:solidFill>
          <a:ln w="11430">
            <a:solidFill>
              <a:srgbClr val="A78BFA"/>
            </a:solidFill>
            <a:prstDash val="solid"/>
          </a:ln>
        </p:spPr>
        <p:txBody>
          <a:bodyPr/>
          <a:lstStyle/>
          <a:p>
            <a:endParaRPr/>
          </a:p>
        </p:txBody>
      </p:sp>
      <p:sp>
        <p:nvSpPr>
          <p:cNvPr id="24" name="Rectangle 23">
            <a:extLst>
              <a:ext uri="{FF2B5EF4-FFF2-40B4-BE49-F238E27FC236}">
                <a16:creationId xmlns:a16="http://schemas.microsoft.com/office/drawing/2014/main" id="{389688EC-BE47-4C38-A441-97FD859B5F8C}"/>
              </a:ext>
            </a:extLst>
          </p:cNvPr>
          <p:cNvSpPr>
            <a:spLocks noGrp="1"/>
          </p:cNvSpPr>
          <p:nvPr/>
        </p:nvSpPr>
        <p:spPr>
          <a:xfrm>
            <a:off x="5417820" y="3086099"/>
            <a:ext cx="1356360" cy="749643"/>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Retrieve</a:t>
            </a:r>
          </a:p>
        </p:txBody>
      </p:sp>
      <p:sp>
        <p:nvSpPr>
          <p:cNvPr id="25" name="Rectangle 24">
            <a:extLst>
              <a:ext uri="{FF2B5EF4-FFF2-40B4-BE49-F238E27FC236}">
                <a16:creationId xmlns:a16="http://schemas.microsoft.com/office/drawing/2014/main" id="{8ACF4056-211A-4158-AF19-E6ECB3E16579}"/>
              </a:ext>
            </a:extLst>
          </p:cNvPr>
          <p:cNvSpPr>
            <a:spLocks noGrp="1"/>
          </p:cNvSpPr>
          <p:nvPr/>
        </p:nvSpPr>
        <p:spPr>
          <a:xfrm>
            <a:off x="5417820" y="3600450"/>
            <a:ext cx="1356360" cy="10668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The best evidence is selected.</a:t>
            </a:r>
          </a:p>
        </p:txBody>
      </p:sp>
      <p:sp>
        <p:nvSpPr>
          <p:cNvPr id="26" name="Rectangle 25">
            <a:extLst>
              <a:ext uri="{FF2B5EF4-FFF2-40B4-BE49-F238E27FC236}">
                <a16:creationId xmlns:a16="http://schemas.microsoft.com/office/drawing/2014/main" id="{782D9A65-A60F-4702-B6FE-32D4C4BD4569}"/>
              </a:ext>
            </a:extLst>
          </p:cNvPr>
          <p:cNvSpPr>
            <a:spLocks noGrp="1"/>
          </p:cNvSpPr>
          <p:nvPr/>
        </p:nvSpPr>
        <p:spPr>
          <a:xfrm>
            <a:off x="6983730" y="3467099"/>
            <a:ext cx="304800" cy="57665"/>
          </a:xfrm>
          <a:prstGeom prst="rect">
            <a:avLst/>
          </a:prstGeom>
          <a:solidFill>
            <a:srgbClr val="05D6A4"/>
          </a:solidFill>
          <a:ln w="11430">
            <a:solidFill>
              <a:srgbClr val="05D6A4"/>
            </a:solidFill>
            <a:prstDash val="solid"/>
          </a:ln>
        </p:spPr>
        <p:txBody>
          <a:bodyPr/>
          <a:lstStyle/>
          <a:p>
            <a:endParaRPr/>
          </a:p>
        </p:txBody>
      </p:sp>
      <p:sp>
        <p:nvSpPr>
          <p:cNvPr id="27" name="Oval 26">
            <a:extLst>
              <a:ext uri="{FF2B5EF4-FFF2-40B4-BE49-F238E27FC236}">
                <a16:creationId xmlns:a16="http://schemas.microsoft.com/office/drawing/2014/main" id="{40A22C8D-4295-48D8-809B-8D2D13C3E4B1}"/>
              </a:ext>
            </a:extLst>
          </p:cNvPr>
          <p:cNvSpPr>
            <a:spLocks noGrp="1"/>
          </p:cNvSpPr>
          <p:nvPr/>
        </p:nvSpPr>
        <p:spPr>
          <a:xfrm>
            <a:off x="7938135" y="2362200"/>
            <a:ext cx="476250" cy="476250"/>
          </a:xfrm>
          <a:prstGeom prst="ellipse">
            <a:avLst/>
          </a:prstGeom>
          <a:solidFill>
            <a:srgbClr val="0F2F46"/>
          </a:solidFill>
          <a:ln w="11430">
            <a:solidFill>
              <a:srgbClr val="22C55E"/>
            </a:solidFill>
            <a:prstDash val="solid"/>
          </a:ln>
        </p:spPr>
        <p:txBody>
          <a:bodyPr/>
          <a:lstStyle/>
          <a:p>
            <a:endParaRPr/>
          </a:p>
        </p:txBody>
      </p:sp>
      <p:sp>
        <p:nvSpPr>
          <p:cNvPr id="28" name="Rectangle 27">
            <a:extLst>
              <a:ext uri="{FF2B5EF4-FFF2-40B4-BE49-F238E27FC236}">
                <a16:creationId xmlns:a16="http://schemas.microsoft.com/office/drawing/2014/main" id="{CBDC4085-729F-45C9-AF77-E1216B0F927D}"/>
              </a:ext>
            </a:extLst>
          </p:cNvPr>
          <p:cNvSpPr>
            <a:spLocks noGrp="1"/>
          </p:cNvSpPr>
          <p:nvPr/>
        </p:nvSpPr>
        <p:spPr>
          <a:xfrm>
            <a:off x="804291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4</a:t>
            </a:r>
          </a:p>
        </p:txBody>
      </p:sp>
      <p:sp>
        <p:nvSpPr>
          <p:cNvPr id="29" name="Rectangle: Rounded Corners 28">
            <a:extLst>
              <a:ext uri="{FF2B5EF4-FFF2-40B4-BE49-F238E27FC236}">
                <a16:creationId xmlns:a16="http://schemas.microsoft.com/office/drawing/2014/main" id="{727C0DFC-E791-4DA5-B0AA-B6BF6CB8B173}"/>
              </a:ext>
            </a:extLst>
          </p:cNvPr>
          <p:cNvSpPr>
            <a:spLocks noGrp="1"/>
          </p:cNvSpPr>
          <p:nvPr/>
        </p:nvSpPr>
        <p:spPr>
          <a:xfrm>
            <a:off x="7288530" y="2914650"/>
            <a:ext cx="1775460" cy="2104768"/>
          </a:xfrm>
          <a:prstGeom prst="roundRect">
            <a:avLst>
              <a:gd name="adj" fmla="val 8219"/>
            </a:avLst>
          </a:prstGeom>
          <a:solidFill>
            <a:srgbClr val="10243A"/>
          </a:solidFill>
          <a:ln w="11430">
            <a:solidFill>
              <a:srgbClr val="22C55E"/>
            </a:solidFill>
            <a:prstDash val="solid"/>
          </a:ln>
        </p:spPr>
        <p:txBody>
          <a:bodyPr/>
          <a:lstStyle/>
          <a:p>
            <a:endParaRPr/>
          </a:p>
        </p:txBody>
      </p:sp>
      <p:sp>
        <p:nvSpPr>
          <p:cNvPr id="30" name="Rectangle 29">
            <a:extLst>
              <a:ext uri="{FF2B5EF4-FFF2-40B4-BE49-F238E27FC236}">
                <a16:creationId xmlns:a16="http://schemas.microsoft.com/office/drawing/2014/main" id="{9051C704-2D35-409A-B027-582533D186FA}"/>
              </a:ext>
            </a:extLst>
          </p:cNvPr>
          <p:cNvSpPr>
            <a:spLocks noGrp="1"/>
          </p:cNvSpPr>
          <p:nvPr/>
        </p:nvSpPr>
        <p:spPr>
          <a:xfrm>
            <a:off x="7288530" y="2914650"/>
            <a:ext cx="66675" cy="2104768"/>
          </a:xfrm>
          <a:prstGeom prst="rect">
            <a:avLst/>
          </a:prstGeom>
          <a:solidFill>
            <a:srgbClr val="22C55E"/>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111DCFFE-7C71-456D-80AD-D04FA55BD08D}"/>
              </a:ext>
            </a:extLst>
          </p:cNvPr>
          <p:cNvSpPr>
            <a:spLocks noGrp="1"/>
          </p:cNvSpPr>
          <p:nvPr/>
        </p:nvSpPr>
        <p:spPr>
          <a:xfrm>
            <a:off x="7498080" y="3086099"/>
            <a:ext cx="1356360" cy="749643"/>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Answer</a:t>
            </a:r>
          </a:p>
        </p:txBody>
      </p:sp>
      <p:sp>
        <p:nvSpPr>
          <p:cNvPr id="32" name="Rectangle 31">
            <a:extLst>
              <a:ext uri="{FF2B5EF4-FFF2-40B4-BE49-F238E27FC236}">
                <a16:creationId xmlns:a16="http://schemas.microsoft.com/office/drawing/2014/main" id="{4695580A-2A28-430C-9495-0278AC0CB86E}"/>
              </a:ext>
            </a:extLst>
          </p:cNvPr>
          <p:cNvSpPr>
            <a:spLocks noGrp="1"/>
          </p:cNvSpPr>
          <p:nvPr/>
        </p:nvSpPr>
        <p:spPr>
          <a:xfrm>
            <a:off x="7498080" y="3600450"/>
            <a:ext cx="1356360" cy="10668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The response cites and qualifies evidence.</a:t>
            </a:r>
          </a:p>
        </p:txBody>
      </p:sp>
      <p:sp>
        <p:nvSpPr>
          <p:cNvPr id="33" name="Rectangle 32">
            <a:extLst>
              <a:ext uri="{FF2B5EF4-FFF2-40B4-BE49-F238E27FC236}">
                <a16:creationId xmlns:a16="http://schemas.microsoft.com/office/drawing/2014/main" id="{A9AE0027-B6CE-410D-8E5B-24CA4D934DC8}"/>
              </a:ext>
            </a:extLst>
          </p:cNvPr>
          <p:cNvSpPr>
            <a:spLocks noGrp="1"/>
          </p:cNvSpPr>
          <p:nvPr/>
        </p:nvSpPr>
        <p:spPr>
          <a:xfrm>
            <a:off x="9063990" y="3467099"/>
            <a:ext cx="304800" cy="57665"/>
          </a:xfrm>
          <a:prstGeom prst="rect">
            <a:avLst/>
          </a:prstGeom>
          <a:solidFill>
            <a:srgbClr val="05D6A4"/>
          </a:solidFill>
          <a:ln w="11430">
            <a:solidFill>
              <a:srgbClr val="05D6A4"/>
            </a:solidFill>
            <a:prstDash val="solid"/>
          </a:ln>
        </p:spPr>
        <p:txBody>
          <a:bodyPr/>
          <a:lstStyle/>
          <a:p>
            <a:endParaRPr/>
          </a:p>
        </p:txBody>
      </p:sp>
      <p:sp>
        <p:nvSpPr>
          <p:cNvPr id="34" name="Oval 33">
            <a:extLst>
              <a:ext uri="{FF2B5EF4-FFF2-40B4-BE49-F238E27FC236}">
                <a16:creationId xmlns:a16="http://schemas.microsoft.com/office/drawing/2014/main" id="{609C564D-3E9F-413A-BC28-6A154AFBFA86}"/>
              </a:ext>
            </a:extLst>
          </p:cNvPr>
          <p:cNvSpPr>
            <a:spLocks noGrp="1"/>
          </p:cNvSpPr>
          <p:nvPr/>
        </p:nvSpPr>
        <p:spPr>
          <a:xfrm>
            <a:off x="10018395" y="2362200"/>
            <a:ext cx="476250" cy="476250"/>
          </a:xfrm>
          <a:prstGeom prst="ellipse">
            <a:avLst/>
          </a:prstGeom>
          <a:solidFill>
            <a:srgbClr val="0F2F46"/>
          </a:solidFill>
          <a:ln w="11430">
            <a:solidFill>
              <a:srgbClr val="FBBF24"/>
            </a:solidFill>
            <a:prstDash val="solid"/>
          </a:ln>
        </p:spPr>
        <p:txBody>
          <a:bodyPr/>
          <a:lstStyle/>
          <a:p>
            <a:endParaRPr/>
          </a:p>
        </p:txBody>
      </p:sp>
      <p:sp>
        <p:nvSpPr>
          <p:cNvPr id="35" name="Rectangle 34">
            <a:extLst>
              <a:ext uri="{FF2B5EF4-FFF2-40B4-BE49-F238E27FC236}">
                <a16:creationId xmlns:a16="http://schemas.microsoft.com/office/drawing/2014/main" id="{4D8037BA-D53A-4F11-AF01-4E2FF89D6962}"/>
              </a:ext>
            </a:extLst>
          </p:cNvPr>
          <p:cNvSpPr>
            <a:spLocks noGrp="1"/>
          </p:cNvSpPr>
          <p:nvPr/>
        </p:nvSpPr>
        <p:spPr>
          <a:xfrm>
            <a:off x="1012317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5</a:t>
            </a:r>
          </a:p>
        </p:txBody>
      </p:sp>
      <p:sp>
        <p:nvSpPr>
          <p:cNvPr id="36" name="Rectangle: Rounded Corners 35">
            <a:extLst>
              <a:ext uri="{FF2B5EF4-FFF2-40B4-BE49-F238E27FC236}">
                <a16:creationId xmlns:a16="http://schemas.microsoft.com/office/drawing/2014/main" id="{8AE55954-17F2-484F-98CF-4D6BE7646D35}"/>
              </a:ext>
            </a:extLst>
          </p:cNvPr>
          <p:cNvSpPr>
            <a:spLocks noGrp="1"/>
          </p:cNvSpPr>
          <p:nvPr/>
        </p:nvSpPr>
        <p:spPr>
          <a:xfrm>
            <a:off x="9368790" y="2914650"/>
            <a:ext cx="1775460" cy="2104768"/>
          </a:xfrm>
          <a:prstGeom prst="roundRect">
            <a:avLst>
              <a:gd name="adj" fmla="val 8219"/>
            </a:avLst>
          </a:prstGeom>
          <a:solidFill>
            <a:srgbClr val="10243A"/>
          </a:solidFill>
          <a:ln w="11430">
            <a:solidFill>
              <a:srgbClr val="FBBF24"/>
            </a:solidFill>
            <a:prstDash val="solid"/>
          </a:ln>
        </p:spPr>
        <p:txBody>
          <a:bodyPr/>
          <a:lstStyle/>
          <a:p>
            <a:endParaRPr/>
          </a:p>
        </p:txBody>
      </p:sp>
      <p:sp>
        <p:nvSpPr>
          <p:cNvPr id="37" name="Rectangle 36">
            <a:extLst>
              <a:ext uri="{FF2B5EF4-FFF2-40B4-BE49-F238E27FC236}">
                <a16:creationId xmlns:a16="http://schemas.microsoft.com/office/drawing/2014/main" id="{D76ACCE5-D297-447F-A20A-AECD7B8169A9}"/>
              </a:ext>
            </a:extLst>
          </p:cNvPr>
          <p:cNvSpPr>
            <a:spLocks noGrp="1"/>
          </p:cNvSpPr>
          <p:nvPr/>
        </p:nvSpPr>
        <p:spPr>
          <a:xfrm>
            <a:off x="9368790" y="2914650"/>
            <a:ext cx="66675" cy="2104768"/>
          </a:xfrm>
          <a:prstGeom prst="rect">
            <a:avLst/>
          </a:prstGeom>
          <a:solidFill>
            <a:srgbClr val="FBBF24"/>
          </a:solidFill>
          <a:ln w="11430">
            <a:solidFill>
              <a:srgbClr val="FBBF24"/>
            </a:solidFill>
            <a:prstDash val="solid"/>
          </a:ln>
        </p:spPr>
        <p:txBody>
          <a:bodyPr/>
          <a:lstStyle/>
          <a:p>
            <a:endParaRPr/>
          </a:p>
        </p:txBody>
      </p:sp>
      <p:sp>
        <p:nvSpPr>
          <p:cNvPr id="38" name="Rectangle 37">
            <a:extLst>
              <a:ext uri="{FF2B5EF4-FFF2-40B4-BE49-F238E27FC236}">
                <a16:creationId xmlns:a16="http://schemas.microsoft.com/office/drawing/2014/main" id="{37857A8C-D39D-4037-82CD-5D43ABD44092}"/>
              </a:ext>
            </a:extLst>
          </p:cNvPr>
          <p:cNvSpPr>
            <a:spLocks noGrp="1"/>
          </p:cNvSpPr>
          <p:nvPr/>
        </p:nvSpPr>
        <p:spPr>
          <a:xfrm>
            <a:off x="9578340" y="3086099"/>
            <a:ext cx="1356360" cy="749643"/>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Improve</a:t>
            </a:r>
          </a:p>
        </p:txBody>
      </p:sp>
      <p:sp>
        <p:nvSpPr>
          <p:cNvPr id="39" name="Rectangle 38">
            <a:extLst>
              <a:ext uri="{FF2B5EF4-FFF2-40B4-BE49-F238E27FC236}">
                <a16:creationId xmlns:a16="http://schemas.microsoft.com/office/drawing/2014/main" id="{5FE10737-CD73-4736-8979-9FD28672BF48}"/>
              </a:ext>
            </a:extLst>
          </p:cNvPr>
          <p:cNvSpPr>
            <a:spLocks noGrp="1"/>
          </p:cNvSpPr>
          <p:nvPr/>
        </p:nvSpPr>
        <p:spPr>
          <a:xfrm>
            <a:off x="9578340" y="3600450"/>
            <a:ext cx="1356360" cy="10668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Feedback updates sources and tests.</a:t>
            </a:r>
          </a:p>
        </p:txBody>
      </p:sp>
      <p:sp>
        <p:nvSpPr>
          <p:cNvPr id="40" name="Rectangle: Rounded Corners 39">
            <a:extLst>
              <a:ext uri="{FF2B5EF4-FFF2-40B4-BE49-F238E27FC236}">
                <a16:creationId xmlns:a16="http://schemas.microsoft.com/office/drawing/2014/main" id="{33D6E7F0-8D1C-44BA-AF19-A59E002B10F2}"/>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41" name="Rectangle 40">
            <a:extLst>
              <a:ext uri="{FF2B5EF4-FFF2-40B4-BE49-F238E27FC236}">
                <a16:creationId xmlns:a16="http://schemas.microsoft.com/office/drawing/2014/main" id="{D5A6349B-0467-4996-B646-799E0DB55E87}"/>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42" name="Rectangle 41">
            <a:extLst>
              <a:ext uri="{FF2B5EF4-FFF2-40B4-BE49-F238E27FC236}">
                <a16:creationId xmlns:a16="http://schemas.microsoft.com/office/drawing/2014/main" id="{68705D1F-4E6F-4194-B8B9-04CDB4DF072C}"/>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The answer is only the visible tip of the operating model.</a:t>
            </a:r>
          </a:p>
        </p:txBody>
      </p:sp>
      <p:sp>
        <p:nvSpPr>
          <p:cNvPr id="44" name="Oval 43">
            <a:extLst>
              <a:ext uri="{FF2B5EF4-FFF2-40B4-BE49-F238E27FC236}">
                <a16:creationId xmlns:a16="http://schemas.microsoft.com/office/drawing/2014/main" id="{00C78EC1-261E-45E8-A38B-E03CEF2CAB5D}"/>
              </a:ext>
            </a:extLst>
          </p:cNvPr>
          <p:cNvSpPr>
            <a:spLocks noGrp="1"/>
          </p:cNvSpPr>
          <p:nvPr/>
        </p:nvSpPr>
        <p:spPr>
          <a:xfrm>
            <a:off x="945261" y="2750439"/>
            <a:ext cx="400050" cy="400050"/>
          </a:xfrm>
          <a:prstGeom prst="ellipse">
            <a:avLst/>
          </a:prstGeom>
          <a:solidFill>
            <a:srgbClr val="38BDF8"/>
          </a:solidFill>
          <a:ln w="9525">
            <a:solidFill>
              <a:srgbClr val="0B1A2A"/>
            </a:solidFill>
            <a:prstDash val="solid"/>
          </a:ln>
        </p:spPr>
        <p:txBody>
          <a:bodyPr/>
          <a:lstStyle/>
          <a:p>
            <a:endParaRPr lang="en-SG"/>
          </a:p>
        </p:txBody>
      </p:sp>
      <p:pic>
        <p:nvPicPr>
          <p:cNvPr id="97" name="Graphic 96"/>
          <p:cNvPicPr>
            <a:picLocks noChangeAspect="1"/>
          </p:cNvPicPr>
          <p:nvPr/>
        </p:nvPicPr>
        <p:blipFill>
          <a:blip>
            <a:extLst>
              <a:ext uri="{96DAC541-7B7A-43D3-8B79-37D633B846F1}">
                <asvg:svgBlip xmlns:asvg="http://schemas.microsoft.com/office/drawing/2016/SVG/main" r:embed="rId3"/>
              </a:ext>
            </a:extLst>
          </a:blip>
          <a:stretch/>
        </p:blipFill>
        <p:spPr>
          <a:xfrm>
            <a:off x="1033272" y="2838450"/>
            <a:ext cx="224028" cy="224028"/>
          </a:xfrm>
          <a:prstGeom prst="rect">
            <a:avLst/>
          </a:prstGeom>
        </p:spPr>
      </p:pic>
      <p:sp>
        <p:nvSpPr>
          <p:cNvPr id="46" name="Oval 45">
            <a:extLst>
              <a:ext uri="{FF2B5EF4-FFF2-40B4-BE49-F238E27FC236}">
                <a16:creationId xmlns:a16="http://schemas.microsoft.com/office/drawing/2014/main" id="{D2AB974C-48A7-4068-B7DD-8844791411E0}"/>
              </a:ext>
            </a:extLst>
          </p:cNvPr>
          <p:cNvSpPr>
            <a:spLocks noGrp="1"/>
          </p:cNvSpPr>
          <p:nvPr/>
        </p:nvSpPr>
        <p:spPr>
          <a:xfrm>
            <a:off x="3025521" y="2750439"/>
            <a:ext cx="400050" cy="400050"/>
          </a:xfrm>
          <a:prstGeom prst="ellipse">
            <a:avLst/>
          </a:prstGeom>
          <a:solidFill>
            <a:srgbClr val="05D6A4"/>
          </a:solidFill>
          <a:ln w="9525">
            <a:solidFill>
              <a:srgbClr val="0B1A2A"/>
            </a:solidFill>
            <a:prstDash val="solid"/>
          </a:ln>
        </p:spPr>
        <p:txBody>
          <a:bodyPr/>
          <a:lstStyle/>
          <a:p>
            <a:endParaRPr lang="en-SG"/>
          </a:p>
        </p:txBody>
      </p:sp>
      <p:pic>
        <p:nvPicPr>
          <p:cNvPr id="99" name="Graphic 98"/>
          <p:cNvPicPr>
            <a:picLocks noChangeAspect="1"/>
          </p:cNvPicPr>
          <p:nvPr/>
        </p:nvPicPr>
        <p:blipFill>
          <a:blip>
            <a:extLst>
              <a:ext uri="{96DAC541-7B7A-43D3-8B79-37D633B846F1}">
                <asvg:svgBlip xmlns:asvg="http://schemas.microsoft.com/office/drawing/2016/SVG/main" r:embed="rId4"/>
              </a:ext>
            </a:extLst>
          </a:blip>
          <a:stretch/>
        </p:blipFill>
        <p:spPr>
          <a:xfrm>
            <a:off x="3113532" y="2838450"/>
            <a:ext cx="224028" cy="224028"/>
          </a:xfrm>
          <a:prstGeom prst="rect">
            <a:avLst/>
          </a:prstGeom>
        </p:spPr>
      </p:pic>
      <p:sp>
        <p:nvSpPr>
          <p:cNvPr id="48" name="Oval 47">
            <a:extLst>
              <a:ext uri="{FF2B5EF4-FFF2-40B4-BE49-F238E27FC236}">
                <a16:creationId xmlns:a16="http://schemas.microsoft.com/office/drawing/2014/main" id="{613DBDCA-2C44-4763-97EC-2CFC73C02A4B}"/>
              </a:ext>
            </a:extLst>
          </p:cNvPr>
          <p:cNvSpPr>
            <a:spLocks noGrp="1"/>
          </p:cNvSpPr>
          <p:nvPr/>
        </p:nvSpPr>
        <p:spPr>
          <a:xfrm>
            <a:off x="5105781" y="2750439"/>
            <a:ext cx="400050" cy="400050"/>
          </a:xfrm>
          <a:prstGeom prst="ellipse">
            <a:avLst/>
          </a:prstGeom>
          <a:solidFill>
            <a:srgbClr val="05D6A4"/>
          </a:solidFill>
          <a:ln w="9525">
            <a:solidFill>
              <a:srgbClr val="0B1A2A"/>
            </a:solidFill>
            <a:prstDash val="solid"/>
          </a:ln>
        </p:spPr>
        <p:txBody>
          <a:bodyPr/>
          <a:lstStyle/>
          <a:p>
            <a:endParaRPr lang="en-SG"/>
          </a:p>
        </p:txBody>
      </p:sp>
      <p:pic>
        <p:nvPicPr>
          <p:cNvPr id="101" name="Graphic 100"/>
          <p:cNvPicPr>
            <a:picLocks noChangeAspect="1"/>
          </p:cNvPicPr>
          <p:nvPr/>
        </p:nvPicPr>
        <p:blipFill>
          <a:blip>
            <a:extLst>
              <a:ext uri="{96DAC541-7B7A-43D3-8B79-37D633B846F1}">
                <asvg:svgBlip xmlns:asvg="http://schemas.microsoft.com/office/drawing/2016/SVG/main" r:embed="rId5"/>
              </a:ext>
            </a:extLst>
          </a:blip>
          <a:stretch/>
        </p:blipFill>
        <p:spPr>
          <a:xfrm>
            <a:off x="5193792" y="2838450"/>
            <a:ext cx="224028" cy="224028"/>
          </a:xfrm>
          <a:prstGeom prst="rect">
            <a:avLst/>
          </a:prstGeom>
        </p:spPr>
      </p:pic>
      <p:sp>
        <p:nvSpPr>
          <p:cNvPr id="50" name="Oval 49">
            <a:extLst>
              <a:ext uri="{FF2B5EF4-FFF2-40B4-BE49-F238E27FC236}">
                <a16:creationId xmlns:a16="http://schemas.microsoft.com/office/drawing/2014/main" id="{3F2F937E-37D7-4179-A079-9D5EEF81AFFF}"/>
              </a:ext>
            </a:extLst>
          </p:cNvPr>
          <p:cNvSpPr>
            <a:spLocks noGrp="1"/>
          </p:cNvSpPr>
          <p:nvPr/>
        </p:nvSpPr>
        <p:spPr>
          <a:xfrm>
            <a:off x="7186041" y="2750439"/>
            <a:ext cx="400050" cy="400050"/>
          </a:xfrm>
          <a:prstGeom prst="ellipse">
            <a:avLst/>
          </a:prstGeom>
          <a:solidFill>
            <a:srgbClr val="22C55E"/>
          </a:solidFill>
          <a:ln w="9525">
            <a:solidFill>
              <a:srgbClr val="0B1A2A"/>
            </a:solidFill>
            <a:prstDash val="solid"/>
          </a:ln>
        </p:spPr>
        <p:txBody>
          <a:bodyPr/>
          <a:lstStyle/>
          <a:p>
            <a:endParaRPr lang="en-SG"/>
          </a:p>
        </p:txBody>
      </p:sp>
      <p:pic>
        <p:nvPicPr>
          <p:cNvPr id="103" name="Graphic 102"/>
          <p:cNvPicPr>
            <a:picLocks noChangeAspect="1"/>
          </p:cNvPicPr>
          <p:nvPr/>
        </p:nvPicPr>
        <p:blipFill>
          <a:blip>
            <a:extLst>
              <a:ext uri="{96DAC541-7B7A-43D3-8B79-37D633B846F1}">
                <asvg:svgBlip xmlns:asvg="http://schemas.microsoft.com/office/drawing/2016/SVG/main" r:embed="rId6"/>
              </a:ext>
            </a:extLst>
          </a:blip>
          <a:stretch/>
        </p:blipFill>
        <p:spPr>
          <a:xfrm>
            <a:off x="7274052" y="2838450"/>
            <a:ext cx="224028" cy="224028"/>
          </a:xfrm>
          <a:prstGeom prst="rect">
            <a:avLst/>
          </a:prstGeom>
        </p:spPr>
      </p:pic>
      <p:sp>
        <p:nvSpPr>
          <p:cNvPr id="52" name="Oval 51">
            <a:extLst>
              <a:ext uri="{FF2B5EF4-FFF2-40B4-BE49-F238E27FC236}">
                <a16:creationId xmlns:a16="http://schemas.microsoft.com/office/drawing/2014/main" id="{A47F84CA-5D02-4B28-929A-5670ABBF4899}"/>
              </a:ext>
            </a:extLst>
          </p:cNvPr>
          <p:cNvSpPr>
            <a:spLocks noGrp="1"/>
          </p:cNvSpPr>
          <p:nvPr/>
        </p:nvSpPr>
        <p:spPr>
          <a:xfrm>
            <a:off x="9266301" y="2750439"/>
            <a:ext cx="400050" cy="400050"/>
          </a:xfrm>
          <a:prstGeom prst="ellipse">
            <a:avLst/>
          </a:prstGeom>
          <a:solidFill>
            <a:srgbClr val="38BDF8"/>
          </a:solidFill>
          <a:ln w="9525">
            <a:solidFill>
              <a:srgbClr val="0B1A2A"/>
            </a:solidFill>
            <a:prstDash val="solid"/>
          </a:ln>
        </p:spPr>
        <p:txBody>
          <a:bodyPr/>
          <a:lstStyle/>
          <a:p>
            <a:endParaRPr lang="en-SG"/>
          </a:p>
        </p:txBody>
      </p:sp>
      <p:pic>
        <p:nvPicPr>
          <p:cNvPr id="105" name="Graphic 104"/>
          <p:cNvPicPr>
            <a:picLocks noChangeAspect="1"/>
          </p:cNvPicPr>
          <p:nvPr/>
        </p:nvPicPr>
        <p:blipFill>
          <a:blip>
            <a:extLst>
              <a:ext uri="{96DAC541-7B7A-43D3-8B79-37D633B846F1}">
                <asvg:svgBlip xmlns:asvg="http://schemas.microsoft.com/office/drawing/2016/SVG/main" r:embed="rId3"/>
              </a:ext>
            </a:extLst>
          </a:blip>
          <a:stretch/>
        </p:blipFill>
        <p:spPr>
          <a:xfrm>
            <a:off x="9354312" y="2838450"/>
            <a:ext cx="224028" cy="224028"/>
          </a:xfrm>
          <a:prstGeom prst="rect">
            <a:avLst/>
          </a:prstGeom>
        </p:spPr>
      </p:pic>
      <p:pic>
        <p:nvPicPr>
          <p:cNvPr id="47" name="Picture 46">
            <a:extLst>
              <a:ext uri="{FF2B5EF4-FFF2-40B4-BE49-F238E27FC236}">
                <a16:creationId xmlns:a16="http://schemas.microsoft.com/office/drawing/2014/main" id="{B3194898-CE85-DC37-315E-10CE3BB992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618018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3795A401-FF2F-4D05-9E59-652E6D26A461}"/>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ARCHITECTURE</a:t>
            </a:r>
          </a:p>
        </p:txBody>
      </p:sp>
      <p:sp>
        <p:nvSpPr>
          <p:cNvPr id="2" name="Rectangle 1">
            <a:extLst>
              <a:ext uri="{FF2B5EF4-FFF2-40B4-BE49-F238E27FC236}">
                <a16:creationId xmlns:a16="http://schemas.microsoft.com/office/drawing/2014/main" id="{3A592F66-F3D5-49EE-87C2-17B7E872EF37}"/>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The six building blocks</a:t>
            </a:r>
          </a:p>
        </p:txBody>
      </p:sp>
      <p:sp>
        <p:nvSpPr>
          <p:cNvPr id="3" name="Rectangle 2">
            <a:extLst>
              <a:ext uri="{FF2B5EF4-FFF2-40B4-BE49-F238E27FC236}">
                <a16:creationId xmlns:a16="http://schemas.microsoft.com/office/drawing/2014/main" id="{29D3B605-E32F-4A70-AEF1-3D4A0E1379B6}"/>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E7AE9DF3-729F-40B6-8314-101074EA4F04}"/>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08</a:t>
            </a:r>
          </a:p>
        </p:txBody>
      </p:sp>
      <p:sp>
        <p:nvSpPr>
          <p:cNvPr id="5" name="Rectangle: Rounded Corners 4">
            <a:extLst>
              <a:ext uri="{FF2B5EF4-FFF2-40B4-BE49-F238E27FC236}">
                <a16:creationId xmlns:a16="http://schemas.microsoft.com/office/drawing/2014/main" id="{2DF2669E-222B-44E5-BCAC-AB2F8DB35017}"/>
              </a:ext>
            </a:extLst>
          </p:cNvPr>
          <p:cNvSpPr>
            <a:spLocks noGrp="1"/>
          </p:cNvSpPr>
          <p:nvPr/>
        </p:nvSpPr>
        <p:spPr>
          <a:xfrm>
            <a:off x="2076450" y="1752600"/>
            <a:ext cx="8039100" cy="552450"/>
          </a:xfrm>
          <a:prstGeom prst="roundRect">
            <a:avLst>
              <a:gd name="adj" fmla="val 20690"/>
            </a:avLst>
          </a:prstGeom>
          <a:solidFill>
            <a:srgbClr val="10243A"/>
          </a:solidFill>
          <a:ln w="11430">
            <a:solidFill>
              <a:srgbClr val="05D6A4"/>
            </a:solidFill>
            <a:prstDash val="solid"/>
          </a:ln>
        </p:spPr>
        <p:txBody>
          <a:bodyPr/>
          <a:lstStyle/>
          <a:p>
            <a:endParaRPr/>
          </a:p>
        </p:txBody>
      </p:sp>
      <p:sp>
        <p:nvSpPr>
          <p:cNvPr id="6" name="Rectangle 5">
            <a:extLst>
              <a:ext uri="{FF2B5EF4-FFF2-40B4-BE49-F238E27FC236}">
                <a16:creationId xmlns:a16="http://schemas.microsoft.com/office/drawing/2014/main" id="{A421A21C-4848-42A2-9E69-D2D37E163F7F}"/>
              </a:ext>
            </a:extLst>
          </p:cNvPr>
          <p:cNvSpPr>
            <a:spLocks noGrp="1"/>
          </p:cNvSpPr>
          <p:nvPr/>
        </p:nvSpPr>
        <p:spPr>
          <a:xfrm>
            <a:off x="2343150" y="1866900"/>
            <a:ext cx="2857500" cy="323850"/>
          </a:xfrm>
          <a:prstGeom prst="rect">
            <a:avLst/>
          </a:prstGeom>
          <a:noFill/>
          <a:ln w="0">
            <a:noFill/>
            <a:prstDash val="solid"/>
          </a:ln>
        </p:spPr>
        <p:txBody>
          <a:bodyPr/>
          <a:lstStyle/>
          <a:p>
            <a:pPr algn="l">
              <a:buNone/>
              <a:defRPr sz="1875" b="1">
                <a:solidFill>
                  <a:srgbClr val="F8FAFC"/>
                </a:solidFill>
              </a:defRPr>
            </a:pPr>
            <a:r>
              <a:rPr sz="1875" b="1">
                <a:solidFill>
                  <a:srgbClr val="F8FAFC"/>
                </a:solidFill>
              </a:rPr>
              <a:t>Sources</a:t>
            </a:r>
          </a:p>
        </p:txBody>
      </p:sp>
      <p:sp>
        <p:nvSpPr>
          <p:cNvPr id="7" name="Rectangle 6">
            <a:extLst>
              <a:ext uri="{FF2B5EF4-FFF2-40B4-BE49-F238E27FC236}">
                <a16:creationId xmlns:a16="http://schemas.microsoft.com/office/drawing/2014/main" id="{DDCE755A-14A1-4567-B3AE-173F710382DF}"/>
              </a:ext>
            </a:extLst>
          </p:cNvPr>
          <p:cNvSpPr>
            <a:spLocks noGrp="1"/>
          </p:cNvSpPr>
          <p:nvPr/>
        </p:nvSpPr>
        <p:spPr>
          <a:xfrm>
            <a:off x="5314950" y="1876425"/>
            <a:ext cx="4419600" cy="304800"/>
          </a:xfrm>
          <a:prstGeom prst="rect">
            <a:avLst/>
          </a:prstGeom>
          <a:noFill/>
          <a:ln w="0">
            <a:noFill/>
            <a:prstDash val="solid"/>
          </a:ln>
        </p:spPr>
        <p:txBody>
          <a:bodyPr/>
          <a:lstStyle/>
          <a:p>
            <a:pPr algn="l">
              <a:buNone/>
              <a:defRPr sz="1650" b="0">
                <a:solidFill>
                  <a:srgbClr val="A8B6C7"/>
                </a:solidFill>
              </a:defRPr>
            </a:pPr>
            <a:r>
              <a:rPr sz="1650" b="0">
                <a:solidFill>
                  <a:srgbClr val="A8B6C7"/>
                </a:solidFill>
              </a:rPr>
              <a:t>Approved policies, SOPs, specs, records</a:t>
            </a:r>
          </a:p>
        </p:txBody>
      </p:sp>
      <p:sp>
        <p:nvSpPr>
          <p:cNvPr id="8" name="Rectangle: Rounded Corners 7">
            <a:extLst>
              <a:ext uri="{FF2B5EF4-FFF2-40B4-BE49-F238E27FC236}">
                <a16:creationId xmlns:a16="http://schemas.microsoft.com/office/drawing/2014/main" id="{C4148F1A-49D0-49BF-BB40-388F0639D986}"/>
              </a:ext>
            </a:extLst>
          </p:cNvPr>
          <p:cNvSpPr>
            <a:spLocks noGrp="1"/>
          </p:cNvSpPr>
          <p:nvPr/>
        </p:nvSpPr>
        <p:spPr>
          <a:xfrm>
            <a:off x="2247900" y="2333625"/>
            <a:ext cx="7696200" cy="552450"/>
          </a:xfrm>
          <a:prstGeom prst="roundRect">
            <a:avLst>
              <a:gd name="adj" fmla="val 20690"/>
            </a:avLst>
          </a:prstGeom>
          <a:solidFill>
            <a:srgbClr val="132D47"/>
          </a:solidFill>
          <a:ln w="11430">
            <a:solidFill>
              <a:srgbClr val="38BDF8"/>
            </a:solidFill>
            <a:prstDash val="solid"/>
          </a:ln>
        </p:spPr>
        <p:txBody>
          <a:bodyPr/>
          <a:lstStyle/>
          <a:p>
            <a:endParaRPr/>
          </a:p>
        </p:txBody>
      </p:sp>
      <p:sp>
        <p:nvSpPr>
          <p:cNvPr id="9" name="Rectangle 8">
            <a:extLst>
              <a:ext uri="{FF2B5EF4-FFF2-40B4-BE49-F238E27FC236}">
                <a16:creationId xmlns:a16="http://schemas.microsoft.com/office/drawing/2014/main" id="{560A8AD8-8799-4A99-A427-1ACF83D4B4F3}"/>
              </a:ext>
            </a:extLst>
          </p:cNvPr>
          <p:cNvSpPr>
            <a:spLocks noGrp="1"/>
          </p:cNvSpPr>
          <p:nvPr/>
        </p:nvSpPr>
        <p:spPr>
          <a:xfrm>
            <a:off x="2514600" y="2447925"/>
            <a:ext cx="2857500" cy="323850"/>
          </a:xfrm>
          <a:prstGeom prst="rect">
            <a:avLst/>
          </a:prstGeom>
          <a:noFill/>
          <a:ln w="0">
            <a:noFill/>
            <a:prstDash val="solid"/>
          </a:ln>
        </p:spPr>
        <p:txBody>
          <a:bodyPr/>
          <a:lstStyle/>
          <a:p>
            <a:pPr algn="l">
              <a:buNone/>
              <a:defRPr sz="1875" b="1">
                <a:solidFill>
                  <a:srgbClr val="F8FAFC"/>
                </a:solidFill>
              </a:defRPr>
            </a:pPr>
            <a:r>
              <a:rPr sz="1875" b="1">
                <a:solidFill>
                  <a:srgbClr val="F8FAFC"/>
                </a:solidFill>
              </a:rPr>
              <a:t>Taxonomy</a:t>
            </a:r>
          </a:p>
        </p:txBody>
      </p:sp>
      <p:sp>
        <p:nvSpPr>
          <p:cNvPr id="10" name="Rectangle 9">
            <a:extLst>
              <a:ext uri="{FF2B5EF4-FFF2-40B4-BE49-F238E27FC236}">
                <a16:creationId xmlns:a16="http://schemas.microsoft.com/office/drawing/2014/main" id="{9907048F-7DE1-4D5A-AEF0-546B48DC124C}"/>
              </a:ext>
            </a:extLst>
          </p:cNvPr>
          <p:cNvSpPr>
            <a:spLocks noGrp="1"/>
          </p:cNvSpPr>
          <p:nvPr/>
        </p:nvSpPr>
        <p:spPr>
          <a:xfrm>
            <a:off x="5486400" y="2457450"/>
            <a:ext cx="4076700" cy="304800"/>
          </a:xfrm>
          <a:prstGeom prst="rect">
            <a:avLst/>
          </a:prstGeom>
          <a:noFill/>
          <a:ln w="0">
            <a:noFill/>
            <a:prstDash val="solid"/>
          </a:ln>
        </p:spPr>
        <p:txBody>
          <a:bodyPr/>
          <a:lstStyle/>
          <a:p>
            <a:pPr algn="l">
              <a:buNone/>
              <a:defRPr sz="1650" b="0">
                <a:solidFill>
                  <a:srgbClr val="A8B6C7"/>
                </a:solidFill>
              </a:defRPr>
            </a:pPr>
            <a:r>
              <a:rPr sz="1650" b="0">
                <a:solidFill>
                  <a:srgbClr val="A8B6C7"/>
                </a:solidFill>
              </a:rPr>
              <a:t>Categories that guide retrieval</a:t>
            </a:r>
          </a:p>
        </p:txBody>
      </p:sp>
      <p:sp>
        <p:nvSpPr>
          <p:cNvPr id="11" name="Rectangle: Rounded Corners 10">
            <a:extLst>
              <a:ext uri="{FF2B5EF4-FFF2-40B4-BE49-F238E27FC236}">
                <a16:creationId xmlns:a16="http://schemas.microsoft.com/office/drawing/2014/main" id="{6644123E-BD52-4BF2-BB27-F04C1F0D84F5}"/>
              </a:ext>
            </a:extLst>
          </p:cNvPr>
          <p:cNvSpPr>
            <a:spLocks noGrp="1"/>
          </p:cNvSpPr>
          <p:nvPr/>
        </p:nvSpPr>
        <p:spPr>
          <a:xfrm>
            <a:off x="2419350" y="2914650"/>
            <a:ext cx="7353300" cy="552450"/>
          </a:xfrm>
          <a:prstGeom prst="roundRect">
            <a:avLst>
              <a:gd name="adj" fmla="val 20690"/>
            </a:avLst>
          </a:prstGeom>
          <a:solidFill>
            <a:srgbClr val="10243A"/>
          </a:solidFill>
          <a:ln w="11430">
            <a:solidFill>
              <a:srgbClr val="A78BFA"/>
            </a:solidFill>
            <a:prstDash val="solid"/>
          </a:ln>
        </p:spPr>
        <p:txBody>
          <a:bodyPr/>
          <a:lstStyle/>
          <a:p>
            <a:endParaRPr/>
          </a:p>
        </p:txBody>
      </p:sp>
      <p:sp>
        <p:nvSpPr>
          <p:cNvPr id="12" name="Rectangle 11">
            <a:extLst>
              <a:ext uri="{FF2B5EF4-FFF2-40B4-BE49-F238E27FC236}">
                <a16:creationId xmlns:a16="http://schemas.microsoft.com/office/drawing/2014/main" id="{1C57A019-B5A4-4D9F-8E3C-39C45923F292}"/>
              </a:ext>
            </a:extLst>
          </p:cNvPr>
          <p:cNvSpPr>
            <a:spLocks noGrp="1"/>
          </p:cNvSpPr>
          <p:nvPr/>
        </p:nvSpPr>
        <p:spPr>
          <a:xfrm>
            <a:off x="2686050" y="3028950"/>
            <a:ext cx="2857500" cy="323850"/>
          </a:xfrm>
          <a:prstGeom prst="rect">
            <a:avLst/>
          </a:prstGeom>
          <a:noFill/>
          <a:ln w="0">
            <a:noFill/>
            <a:prstDash val="solid"/>
          </a:ln>
        </p:spPr>
        <p:txBody>
          <a:bodyPr/>
          <a:lstStyle/>
          <a:p>
            <a:pPr algn="l">
              <a:buNone/>
              <a:defRPr sz="1875" b="1">
                <a:solidFill>
                  <a:srgbClr val="F8FAFC"/>
                </a:solidFill>
              </a:defRPr>
            </a:pPr>
            <a:r>
              <a:rPr sz="1875" b="1">
                <a:solidFill>
                  <a:srgbClr val="F8FAFC"/>
                </a:solidFill>
              </a:rPr>
              <a:t>Metadata</a:t>
            </a:r>
          </a:p>
        </p:txBody>
      </p:sp>
      <p:sp>
        <p:nvSpPr>
          <p:cNvPr id="13" name="Rectangle 12">
            <a:extLst>
              <a:ext uri="{FF2B5EF4-FFF2-40B4-BE49-F238E27FC236}">
                <a16:creationId xmlns:a16="http://schemas.microsoft.com/office/drawing/2014/main" id="{FA96BE56-DE2D-4875-B2A3-965DB7E8FA92}"/>
              </a:ext>
            </a:extLst>
          </p:cNvPr>
          <p:cNvSpPr>
            <a:spLocks noGrp="1"/>
          </p:cNvSpPr>
          <p:nvPr/>
        </p:nvSpPr>
        <p:spPr>
          <a:xfrm>
            <a:off x="5657850" y="3038475"/>
            <a:ext cx="3733800" cy="304800"/>
          </a:xfrm>
          <a:prstGeom prst="rect">
            <a:avLst/>
          </a:prstGeom>
          <a:noFill/>
          <a:ln w="0">
            <a:noFill/>
            <a:prstDash val="solid"/>
          </a:ln>
        </p:spPr>
        <p:txBody>
          <a:bodyPr/>
          <a:lstStyle/>
          <a:p>
            <a:pPr algn="l">
              <a:buNone/>
              <a:defRPr sz="1650" b="0">
                <a:solidFill>
                  <a:srgbClr val="A8B6C7"/>
                </a:solidFill>
              </a:defRPr>
            </a:pPr>
            <a:r>
              <a:rPr sz="1650" b="0">
                <a:solidFill>
                  <a:srgbClr val="A8B6C7"/>
                </a:solidFill>
              </a:rPr>
              <a:t>Owner, status, sensitivity, freshness</a:t>
            </a:r>
          </a:p>
        </p:txBody>
      </p:sp>
      <p:sp>
        <p:nvSpPr>
          <p:cNvPr id="14" name="Rectangle: Rounded Corners 13">
            <a:extLst>
              <a:ext uri="{FF2B5EF4-FFF2-40B4-BE49-F238E27FC236}">
                <a16:creationId xmlns:a16="http://schemas.microsoft.com/office/drawing/2014/main" id="{3226774D-4E66-4115-99CA-68CBBA043E3A}"/>
              </a:ext>
            </a:extLst>
          </p:cNvPr>
          <p:cNvSpPr>
            <a:spLocks noGrp="1"/>
          </p:cNvSpPr>
          <p:nvPr/>
        </p:nvSpPr>
        <p:spPr>
          <a:xfrm>
            <a:off x="2590800" y="3495675"/>
            <a:ext cx="7010400" cy="552450"/>
          </a:xfrm>
          <a:prstGeom prst="roundRect">
            <a:avLst>
              <a:gd name="adj" fmla="val 20690"/>
            </a:avLst>
          </a:prstGeom>
          <a:solidFill>
            <a:srgbClr val="132D47"/>
          </a:solidFill>
          <a:ln w="11430">
            <a:solidFill>
              <a:srgbClr val="22C55E"/>
            </a:solidFill>
            <a:prstDash val="solid"/>
          </a:ln>
        </p:spPr>
        <p:txBody>
          <a:bodyPr/>
          <a:lstStyle/>
          <a:p>
            <a:endParaRPr/>
          </a:p>
        </p:txBody>
      </p:sp>
      <p:sp>
        <p:nvSpPr>
          <p:cNvPr id="15" name="Rectangle 14">
            <a:extLst>
              <a:ext uri="{FF2B5EF4-FFF2-40B4-BE49-F238E27FC236}">
                <a16:creationId xmlns:a16="http://schemas.microsoft.com/office/drawing/2014/main" id="{56B1E977-6E62-4D2F-A56D-90DE227E1C8A}"/>
              </a:ext>
            </a:extLst>
          </p:cNvPr>
          <p:cNvSpPr>
            <a:spLocks noGrp="1"/>
          </p:cNvSpPr>
          <p:nvPr/>
        </p:nvSpPr>
        <p:spPr>
          <a:xfrm>
            <a:off x="2857500" y="3609975"/>
            <a:ext cx="2857500" cy="323850"/>
          </a:xfrm>
          <a:prstGeom prst="rect">
            <a:avLst/>
          </a:prstGeom>
          <a:noFill/>
          <a:ln w="0">
            <a:noFill/>
            <a:prstDash val="solid"/>
          </a:ln>
        </p:spPr>
        <p:txBody>
          <a:bodyPr/>
          <a:lstStyle/>
          <a:p>
            <a:pPr algn="l">
              <a:buNone/>
              <a:defRPr sz="1875" b="1">
                <a:solidFill>
                  <a:srgbClr val="F8FAFC"/>
                </a:solidFill>
              </a:defRPr>
            </a:pPr>
            <a:r>
              <a:rPr sz="1875" b="1">
                <a:solidFill>
                  <a:srgbClr val="F8FAFC"/>
                </a:solidFill>
              </a:rPr>
              <a:t>Retrieval</a:t>
            </a:r>
          </a:p>
        </p:txBody>
      </p:sp>
      <p:sp>
        <p:nvSpPr>
          <p:cNvPr id="16" name="Rectangle 15">
            <a:extLst>
              <a:ext uri="{FF2B5EF4-FFF2-40B4-BE49-F238E27FC236}">
                <a16:creationId xmlns:a16="http://schemas.microsoft.com/office/drawing/2014/main" id="{DDE40C5F-9936-4E3E-AF19-7716D5B1C65E}"/>
              </a:ext>
            </a:extLst>
          </p:cNvPr>
          <p:cNvSpPr>
            <a:spLocks noGrp="1"/>
          </p:cNvSpPr>
          <p:nvPr/>
        </p:nvSpPr>
        <p:spPr>
          <a:xfrm>
            <a:off x="5829300" y="3619500"/>
            <a:ext cx="3390900" cy="304800"/>
          </a:xfrm>
          <a:prstGeom prst="rect">
            <a:avLst/>
          </a:prstGeom>
          <a:noFill/>
          <a:ln w="0">
            <a:noFill/>
            <a:prstDash val="solid"/>
          </a:ln>
        </p:spPr>
        <p:txBody>
          <a:bodyPr/>
          <a:lstStyle/>
          <a:p>
            <a:pPr algn="l">
              <a:buNone/>
              <a:defRPr sz="1650" b="0">
                <a:solidFill>
                  <a:srgbClr val="A8B6C7"/>
                </a:solidFill>
              </a:defRPr>
            </a:pPr>
            <a:r>
              <a:rPr sz="1650" b="0">
                <a:solidFill>
                  <a:srgbClr val="A8B6C7"/>
                </a:solidFill>
              </a:rPr>
              <a:t>Find and rank relevant evidence</a:t>
            </a:r>
          </a:p>
        </p:txBody>
      </p:sp>
      <p:sp>
        <p:nvSpPr>
          <p:cNvPr id="17" name="Rectangle: Rounded Corners 16">
            <a:extLst>
              <a:ext uri="{FF2B5EF4-FFF2-40B4-BE49-F238E27FC236}">
                <a16:creationId xmlns:a16="http://schemas.microsoft.com/office/drawing/2014/main" id="{C4018812-0177-4F74-91AC-7B2A80D61849}"/>
              </a:ext>
            </a:extLst>
          </p:cNvPr>
          <p:cNvSpPr>
            <a:spLocks noGrp="1"/>
          </p:cNvSpPr>
          <p:nvPr/>
        </p:nvSpPr>
        <p:spPr>
          <a:xfrm>
            <a:off x="2762250" y="4076700"/>
            <a:ext cx="6667500" cy="552450"/>
          </a:xfrm>
          <a:prstGeom prst="roundRect">
            <a:avLst>
              <a:gd name="adj" fmla="val 20690"/>
            </a:avLst>
          </a:prstGeom>
          <a:solidFill>
            <a:srgbClr val="10243A"/>
          </a:solidFill>
          <a:ln w="11430">
            <a:solidFill>
              <a:srgbClr val="FBBF24"/>
            </a:solidFill>
            <a:prstDash val="solid"/>
          </a:ln>
        </p:spPr>
        <p:txBody>
          <a:bodyPr/>
          <a:lstStyle/>
          <a:p>
            <a:endParaRPr/>
          </a:p>
        </p:txBody>
      </p:sp>
      <p:sp>
        <p:nvSpPr>
          <p:cNvPr id="18" name="Rectangle 17">
            <a:extLst>
              <a:ext uri="{FF2B5EF4-FFF2-40B4-BE49-F238E27FC236}">
                <a16:creationId xmlns:a16="http://schemas.microsoft.com/office/drawing/2014/main" id="{4531BD57-0ED0-477D-B0E4-D3C6A0228D1C}"/>
              </a:ext>
            </a:extLst>
          </p:cNvPr>
          <p:cNvSpPr>
            <a:spLocks noGrp="1"/>
          </p:cNvSpPr>
          <p:nvPr/>
        </p:nvSpPr>
        <p:spPr>
          <a:xfrm>
            <a:off x="3028950" y="4191000"/>
            <a:ext cx="2857500" cy="323850"/>
          </a:xfrm>
          <a:prstGeom prst="rect">
            <a:avLst/>
          </a:prstGeom>
          <a:noFill/>
          <a:ln w="0">
            <a:noFill/>
            <a:prstDash val="solid"/>
          </a:ln>
        </p:spPr>
        <p:txBody>
          <a:bodyPr/>
          <a:lstStyle/>
          <a:p>
            <a:pPr algn="l">
              <a:buNone/>
              <a:defRPr sz="1875" b="1">
                <a:solidFill>
                  <a:srgbClr val="F8FAFC"/>
                </a:solidFill>
              </a:defRPr>
            </a:pPr>
            <a:r>
              <a:rPr sz="1875" b="1">
                <a:solidFill>
                  <a:srgbClr val="F8FAFC"/>
                </a:solidFill>
              </a:rPr>
              <a:t>Citations</a:t>
            </a:r>
          </a:p>
        </p:txBody>
      </p:sp>
      <p:sp>
        <p:nvSpPr>
          <p:cNvPr id="19" name="Rectangle 18">
            <a:extLst>
              <a:ext uri="{FF2B5EF4-FFF2-40B4-BE49-F238E27FC236}">
                <a16:creationId xmlns:a16="http://schemas.microsoft.com/office/drawing/2014/main" id="{5EC5B9D0-005E-4423-94C1-A0A86AECD368}"/>
              </a:ext>
            </a:extLst>
          </p:cNvPr>
          <p:cNvSpPr>
            <a:spLocks noGrp="1"/>
          </p:cNvSpPr>
          <p:nvPr/>
        </p:nvSpPr>
        <p:spPr>
          <a:xfrm>
            <a:off x="6000750" y="4200525"/>
            <a:ext cx="3048000" cy="304800"/>
          </a:xfrm>
          <a:prstGeom prst="rect">
            <a:avLst/>
          </a:prstGeom>
          <a:noFill/>
          <a:ln w="0">
            <a:noFill/>
            <a:prstDash val="solid"/>
          </a:ln>
        </p:spPr>
        <p:txBody>
          <a:bodyPr/>
          <a:lstStyle/>
          <a:p>
            <a:pPr algn="l">
              <a:buNone/>
              <a:defRPr sz="1650" b="0">
                <a:solidFill>
                  <a:srgbClr val="A8B6C7"/>
                </a:solidFill>
              </a:defRPr>
            </a:pPr>
            <a:r>
              <a:rPr sz="1650" b="0">
                <a:solidFill>
                  <a:srgbClr val="A8B6C7"/>
                </a:solidFill>
              </a:rPr>
              <a:t>Make answers inspectable</a:t>
            </a:r>
          </a:p>
        </p:txBody>
      </p:sp>
      <p:sp>
        <p:nvSpPr>
          <p:cNvPr id="20" name="Rectangle: Rounded Corners 19">
            <a:extLst>
              <a:ext uri="{FF2B5EF4-FFF2-40B4-BE49-F238E27FC236}">
                <a16:creationId xmlns:a16="http://schemas.microsoft.com/office/drawing/2014/main" id="{4F23A5C3-3F90-4794-9243-484D03FD5DC3}"/>
              </a:ext>
            </a:extLst>
          </p:cNvPr>
          <p:cNvSpPr>
            <a:spLocks noGrp="1"/>
          </p:cNvSpPr>
          <p:nvPr/>
        </p:nvSpPr>
        <p:spPr>
          <a:xfrm>
            <a:off x="2933700" y="4657725"/>
            <a:ext cx="6324600" cy="552450"/>
          </a:xfrm>
          <a:prstGeom prst="roundRect">
            <a:avLst>
              <a:gd name="adj" fmla="val 20690"/>
            </a:avLst>
          </a:prstGeom>
          <a:solidFill>
            <a:srgbClr val="132D47"/>
          </a:solidFill>
          <a:ln w="11430">
            <a:solidFill>
              <a:srgbClr val="F87171"/>
            </a:solidFill>
            <a:prstDash val="solid"/>
          </a:ln>
        </p:spPr>
        <p:txBody>
          <a:bodyPr/>
          <a:lstStyle/>
          <a:p>
            <a:endParaRPr/>
          </a:p>
        </p:txBody>
      </p:sp>
      <p:sp>
        <p:nvSpPr>
          <p:cNvPr id="21" name="Rectangle 20">
            <a:extLst>
              <a:ext uri="{FF2B5EF4-FFF2-40B4-BE49-F238E27FC236}">
                <a16:creationId xmlns:a16="http://schemas.microsoft.com/office/drawing/2014/main" id="{205834BE-C423-45B0-B0AB-2BCCCF5724CE}"/>
              </a:ext>
            </a:extLst>
          </p:cNvPr>
          <p:cNvSpPr>
            <a:spLocks noGrp="1"/>
          </p:cNvSpPr>
          <p:nvPr/>
        </p:nvSpPr>
        <p:spPr>
          <a:xfrm>
            <a:off x="3200400" y="4772025"/>
            <a:ext cx="2857500" cy="323850"/>
          </a:xfrm>
          <a:prstGeom prst="rect">
            <a:avLst/>
          </a:prstGeom>
          <a:noFill/>
          <a:ln w="0">
            <a:noFill/>
            <a:prstDash val="solid"/>
          </a:ln>
        </p:spPr>
        <p:txBody>
          <a:bodyPr/>
          <a:lstStyle/>
          <a:p>
            <a:pPr algn="l">
              <a:buNone/>
              <a:defRPr sz="1875" b="1">
                <a:solidFill>
                  <a:srgbClr val="F8FAFC"/>
                </a:solidFill>
              </a:defRPr>
            </a:pPr>
            <a:r>
              <a:rPr sz="1875" b="1">
                <a:solidFill>
                  <a:srgbClr val="F8FAFC"/>
                </a:solidFill>
              </a:rPr>
              <a:t>Feedback</a:t>
            </a:r>
          </a:p>
        </p:txBody>
      </p:sp>
      <p:sp>
        <p:nvSpPr>
          <p:cNvPr id="22" name="Rectangle 21">
            <a:extLst>
              <a:ext uri="{FF2B5EF4-FFF2-40B4-BE49-F238E27FC236}">
                <a16:creationId xmlns:a16="http://schemas.microsoft.com/office/drawing/2014/main" id="{70D1B5F5-BDA7-413D-8ACA-B119FCD8D09B}"/>
              </a:ext>
            </a:extLst>
          </p:cNvPr>
          <p:cNvSpPr>
            <a:spLocks noGrp="1"/>
          </p:cNvSpPr>
          <p:nvPr/>
        </p:nvSpPr>
        <p:spPr>
          <a:xfrm>
            <a:off x="6172200" y="4781550"/>
            <a:ext cx="2705100" cy="304800"/>
          </a:xfrm>
          <a:prstGeom prst="rect">
            <a:avLst/>
          </a:prstGeom>
          <a:noFill/>
          <a:ln w="0">
            <a:noFill/>
            <a:prstDash val="solid"/>
          </a:ln>
        </p:spPr>
        <p:txBody>
          <a:bodyPr/>
          <a:lstStyle/>
          <a:p>
            <a:pPr algn="l">
              <a:buNone/>
              <a:defRPr sz="1650" b="0">
                <a:solidFill>
                  <a:srgbClr val="A8B6C7"/>
                </a:solidFill>
              </a:defRPr>
            </a:pPr>
            <a:r>
              <a:rPr sz="1650" b="0">
                <a:solidFill>
                  <a:srgbClr val="A8B6C7"/>
                </a:solidFill>
              </a:rPr>
              <a:t>Correct, update, and retest</a:t>
            </a:r>
          </a:p>
        </p:txBody>
      </p:sp>
      <p:sp>
        <p:nvSpPr>
          <p:cNvPr id="23" name="Rectangle: Rounded Corners 22">
            <a:extLst>
              <a:ext uri="{FF2B5EF4-FFF2-40B4-BE49-F238E27FC236}">
                <a16:creationId xmlns:a16="http://schemas.microsoft.com/office/drawing/2014/main" id="{C00FD126-B3C3-47F8-A63B-08EA7FDDE1FE}"/>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4" name="Rectangle 23">
            <a:extLst>
              <a:ext uri="{FF2B5EF4-FFF2-40B4-BE49-F238E27FC236}">
                <a16:creationId xmlns:a16="http://schemas.microsoft.com/office/drawing/2014/main" id="{902FABC8-1C8F-4BAE-8E1D-56E43207A106}"/>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ARCHITECTURE</a:t>
            </a:r>
          </a:p>
        </p:txBody>
      </p:sp>
      <p:sp>
        <p:nvSpPr>
          <p:cNvPr id="25" name="Rectangle 24">
            <a:extLst>
              <a:ext uri="{FF2B5EF4-FFF2-40B4-BE49-F238E27FC236}">
                <a16:creationId xmlns:a16="http://schemas.microsoft.com/office/drawing/2014/main" id="{C53FBAA3-48AD-49F0-AEDE-791D180AB995}"/>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If one layer is weak, answer quality becomes fragile.</a:t>
            </a:r>
          </a:p>
        </p:txBody>
      </p:sp>
      <p:sp>
        <p:nvSpPr>
          <p:cNvPr id="27" name="Oval 26">
            <a:extLst>
              <a:ext uri="{FF2B5EF4-FFF2-40B4-BE49-F238E27FC236}">
                <a16:creationId xmlns:a16="http://schemas.microsoft.com/office/drawing/2014/main" id="{A3C457A9-C579-4D38-BA49-E5AE92C4ED1B}"/>
              </a:ext>
            </a:extLst>
          </p:cNvPr>
          <p:cNvSpPr>
            <a:spLocks noGrp="1"/>
          </p:cNvSpPr>
          <p:nvPr/>
        </p:nvSpPr>
        <p:spPr>
          <a:xfrm>
            <a:off x="1885523" y="1829943"/>
            <a:ext cx="397764" cy="397764"/>
          </a:xfrm>
          <a:prstGeom prst="ellipse">
            <a:avLst/>
          </a:prstGeom>
          <a:solidFill>
            <a:srgbClr val="38BDF8"/>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3"/>
              </a:ext>
            </a:extLst>
          </a:blip>
          <a:stretch/>
        </p:blipFill>
        <p:spPr>
          <a:xfrm>
            <a:off x="1973031" y="1917451"/>
            <a:ext cx="222748" cy="222748"/>
          </a:xfrm>
          <a:prstGeom prst="rect">
            <a:avLst/>
          </a:prstGeom>
        </p:spPr>
      </p:pic>
      <p:sp>
        <p:nvSpPr>
          <p:cNvPr id="29" name="Oval 28">
            <a:extLst>
              <a:ext uri="{FF2B5EF4-FFF2-40B4-BE49-F238E27FC236}">
                <a16:creationId xmlns:a16="http://schemas.microsoft.com/office/drawing/2014/main" id="{18216E83-19AA-4996-AAEF-7BC0965152D3}"/>
              </a:ext>
            </a:extLst>
          </p:cNvPr>
          <p:cNvSpPr>
            <a:spLocks noGrp="1"/>
          </p:cNvSpPr>
          <p:nvPr/>
        </p:nvSpPr>
        <p:spPr>
          <a:xfrm>
            <a:off x="2056973" y="2410968"/>
            <a:ext cx="397764" cy="397764"/>
          </a:xfrm>
          <a:prstGeom prst="ellipse">
            <a:avLst/>
          </a:prstGeom>
          <a:solidFill>
            <a:srgbClr val="05D6A4"/>
          </a:solidFill>
          <a:ln w="9525">
            <a:solidFill>
              <a:srgbClr val="0B1A2A"/>
            </a:solidFill>
            <a:prstDash val="solid"/>
          </a:ln>
        </p:spPr>
        <p:txBody>
          <a:bodyPr/>
          <a:lstStyle/>
          <a:p>
            <a:endParaRPr lang="en-SG"/>
          </a:p>
        </p:txBody>
      </p:sp>
      <p:pic>
        <p:nvPicPr>
          <p:cNvPr id="67" name="Graphic 66"/>
          <p:cNvPicPr>
            <a:picLocks noChangeAspect="1"/>
          </p:cNvPicPr>
          <p:nvPr/>
        </p:nvPicPr>
        <p:blipFill>
          <a:blip>
            <a:extLst>
              <a:ext uri="{96DAC541-7B7A-43D3-8B79-37D633B846F1}">
                <asvg:svgBlip xmlns:asvg="http://schemas.microsoft.com/office/drawing/2016/SVG/main" r:embed="rId4"/>
              </a:ext>
            </a:extLst>
          </a:blip>
          <a:stretch/>
        </p:blipFill>
        <p:spPr>
          <a:xfrm>
            <a:off x="2144481" y="2498476"/>
            <a:ext cx="222748" cy="222748"/>
          </a:xfrm>
          <a:prstGeom prst="rect">
            <a:avLst/>
          </a:prstGeom>
        </p:spPr>
      </p:pic>
      <p:sp>
        <p:nvSpPr>
          <p:cNvPr id="31" name="Oval 30">
            <a:extLst>
              <a:ext uri="{FF2B5EF4-FFF2-40B4-BE49-F238E27FC236}">
                <a16:creationId xmlns:a16="http://schemas.microsoft.com/office/drawing/2014/main" id="{8706D238-9587-46D9-8E66-C4D7514E5D16}"/>
              </a:ext>
            </a:extLst>
          </p:cNvPr>
          <p:cNvSpPr>
            <a:spLocks noGrp="1"/>
          </p:cNvSpPr>
          <p:nvPr/>
        </p:nvSpPr>
        <p:spPr>
          <a:xfrm>
            <a:off x="2228423" y="2991993"/>
            <a:ext cx="397764" cy="397764"/>
          </a:xfrm>
          <a:prstGeom prst="ellipse">
            <a:avLst/>
          </a:prstGeom>
          <a:solidFill>
            <a:srgbClr val="05D6A4"/>
          </a:solidFill>
          <a:ln w="9525">
            <a:solidFill>
              <a:srgbClr val="0B1A2A"/>
            </a:solidFill>
            <a:prstDash val="solid"/>
          </a:ln>
        </p:spPr>
        <p:txBody>
          <a:bodyPr/>
          <a:lstStyle/>
          <a:p>
            <a:endParaRPr lang="en-SG"/>
          </a:p>
        </p:txBody>
      </p:sp>
      <p:pic>
        <p:nvPicPr>
          <p:cNvPr id="69" name="Graphic 68"/>
          <p:cNvPicPr>
            <a:picLocks noChangeAspect="1"/>
          </p:cNvPicPr>
          <p:nvPr/>
        </p:nvPicPr>
        <p:blipFill>
          <a:blip>
            <a:extLst>
              <a:ext uri="{96DAC541-7B7A-43D3-8B79-37D633B846F1}">
                <asvg:svgBlip xmlns:asvg="http://schemas.microsoft.com/office/drawing/2016/SVG/main" r:embed="rId4"/>
              </a:ext>
            </a:extLst>
          </a:blip>
          <a:stretch/>
        </p:blipFill>
        <p:spPr>
          <a:xfrm>
            <a:off x="2315931" y="3079501"/>
            <a:ext cx="222748" cy="222748"/>
          </a:xfrm>
          <a:prstGeom prst="rect">
            <a:avLst/>
          </a:prstGeom>
        </p:spPr>
      </p:pic>
      <p:sp>
        <p:nvSpPr>
          <p:cNvPr id="33" name="Oval 32">
            <a:extLst>
              <a:ext uri="{FF2B5EF4-FFF2-40B4-BE49-F238E27FC236}">
                <a16:creationId xmlns:a16="http://schemas.microsoft.com/office/drawing/2014/main" id="{BBB53671-DDBD-4D31-9DEC-59DF28AFC48E}"/>
              </a:ext>
            </a:extLst>
          </p:cNvPr>
          <p:cNvSpPr>
            <a:spLocks noGrp="1"/>
          </p:cNvSpPr>
          <p:nvPr/>
        </p:nvSpPr>
        <p:spPr>
          <a:xfrm>
            <a:off x="2399873" y="3573018"/>
            <a:ext cx="397764" cy="397764"/>
          </a:xfrm>
          <a:prstGeom prst="ellipse">
            <a:avLst/>
          </a:prstGeom>
          <a:solidFill>
            <a:srgbClr val="05D6A4"/>
          </a:solidFill>
          <a:ln w="9525">
            <a:solidFill>
              <a:srgbClr val="0B1A2A"/>
            </a:solidFill>
            <a:prstDash val="solid"/>
          </a:ln>
        </p:spPr>
        <p:txBody>
          <a:bodyPr/>
          <a:lstStyle/>
          <a:p>
            <a:endParaRPr lang="en-SG"/>
          </a:p>
        </p:txBody>
      </p:sp>
      <p:pic>
        <p:nvPicPr>
          <p:cNvPr id="71" name="Graphic 70"/>
          <p:cNvPicPr>
            <a:picLocks noChangeAspect="1"/>
          </p:cNvPicPr>
          <p:nvPr/>
        </p:nvPicPr>
        <p:blipFill>
          <a:blip>
            <a:extLst>
              <a:ext uri="{96DAC541-7B7A-43D3-8B79-37D633B846F1}">
                <asvg:svgBlip xmlns:asvg="http://schemas.microsoft.com/office/drawing/2016/SVG/main" r:embed="rId5"/>
              </a:ext>
            </a:extLst>
          </a:blip>
          <a:stretch/>
        </p:blipFill>
        <p:spPr>
          <a:xfrm>
            <a:off x="2487381" y="3660526"/>
            <a:ext cx="222748" cy="222748"/>
          </a:xfrm>
          <a:prstGeom prst="rect">
            <a:avLst/>
          </a:prstGeom>
        </p:spPr>
      </p:pic>
      <p:sp>
        <p:nvSpPr>
          <p:cNvPr id="35" name="Oval 34">
            <a:extLst>
              <a:ext uri="{FF2B5EF4-FFF2-40B4-BE49-F238E27FC236}">
                <a16:creationId xmlns:a16="http://schemas.microsoft.com/office/drawing/2014/main" id="{639C318A-47BE-42CE-88BE-9AE8F1AF0000}"/>
              </a:ext>
            </a:extLst>
          </p:cNvPr>
          <p:cNvSpPr>
            <a:spLocks noGrp="1"/>
          </p:cNvSpPr>
          <p:nvPr/>
        </p:nvSpPr>
        <p:spPr>
          <a:xfrm>
            <a:off x="2571323" y="4154043"/>
            <a:ext cx="397764" cy="397764"/>
          </a:xfrm>
          <a:prstGeom prst="ellipse">
            <a:avLst/>
          </a:prstGeom>
          <a:solidFill>
            <a:srgbClr val="22C55E"/>
          </a:solidFill>
          <a:ln w="9525">
            <a:solidFill>
              <a:srgbClr val="0B1A2A"/>
            </a:solidFill>
            <a:prstDash val="solid"/>
          </a:ln>
        </p:spPr>
        <p:txBody>
          <a:bodyPr/>
          <a:lstStyle/>
          <a:p>
            <a:endParaRPr lang="en-SG"/>
          </a:p>
        </p:txBody>
      </p:sp>
      <p:pic>
        <p:nvPicPr>
          <p:cNvPr id="73" name="Graphic 72"/>
          <p:cNvPicPr>
            <a:picLocks noChangeAspect="1"/>
          </p:cNvPicPr>
          <p:nvPr/>
        </p:nvPicPr>
        <p:blipFill>
          <a:blip>
            <a:extLst>
              <a:ext uri="{96DAC541-7B7A-43D3-8B79-37D633B846F1}">
                <asvg:svgBlip xmlns:asvg="http://schemas.microsoft.com/office/drawing/2016/SVG/main" r:embed="rId6"/>
              </a:ext>
            </a:extLst>
          </a:blip>
          <a:stretch/>
        </p:blipFill>
        <p:spPr>
          <a:xfrm>
            <a:off x="2658831" y="4241551"/>
            <a:ext cx="222748" cy="222748"/>
          </a:xfrm>
          <a:prstGeom prst="rect">
            <a:avLst/>
          </a:prstGeom>
        </p:spPr>
      </p:pic>
      <p:sp>
        <p:nvSpPr>
          <p:cNvPr id="37" name="Oval 36">
            <a:extLst>
              <a:ext uri="{FF2B5EF4-FFF2-40B4-BE49-F238E27FC236}">
                <a16:creationId xmlns:a16="http://schemas.microsoft.com/office/drawing/2014/main" id="{6139DBFD-11F3-4F13-8F78-EE21414B7161}"/>
              </a:ext>
            </a:extLst>
          </p:cNvPr>
          <p:cNvSpPr>
            <a:spLocks noGrp="1"/>
          </p:cNvSpPr>
          <p:nvPr/>
        </p:nvSpPr>
        <p:spPr>
          <a:xfrm>
            <a:off x="2742773" y="4735068"/>
            <a:ext cx="397764" cy="397764"/>
          </a:xfrm>
          <a:prstGeom prst="ellipse">
            <a:avLst/>
          </a:prstGeom>
          <a:solidFill>
            <a:srgbClr val="22C55E"/>
          </a:solidFill>
          <a:ln w="9525">
            <a:solidFill>
              <a:srgbClr val="0B1A2A"/>
            </a:solidFill>
            <a:prstDash val="solid"/>
          </a:ln>
        </p:spPr>
        <p:txBody>
          <a:bodyPr/>
          <a:lstStyle/>
          <a:p>
            <a:endParaRPr lang="en-SG"/>
          </a:p>
        </p:txBody>
      </p:sp>
      <p:pic>
        <p:nvPicPr>
          <p:cNvPr id="75" name="Graphic 74"/>
          <p:cNvPicPr>
            <a:picLocks noChangeAspect="1"/>
          </p:cNvPicPr>
          <p:nvPr/>
        </p:nvPicPr>
        <p:blipFill>
          <a:blip>
            <a:extLst>
              <a:ext uri="{96DAC541-7B7A-43D3-8B79-37D633B846F1}">
                <asvg:svgBlip xmlns:asvg="http://schemas.microsoft.com/office/drawing/2016/SVG/main" r:embed="rId6"/>
              </a:ext>
            </a:extLst>
          </a:blip>
          <a:stretch/>
        </p:blipFill>
        <p:spPr>
          <a:xfrm>
            <a:off x="2830281" y="4822576"/>
            <a:ext cx="222748" cy="222748"/>
          </a:xfrm>
          <a:prstGeom prst="rect">
            <a:avLst/>
          </a:prstGeom>
        </p:spPr>
      </p:pic>
      <p:pic>
        <p:nvPicPr>
          <p:cNvPr id="30" name="Picture 29">
            <a:extLst>
              <a:ext uri="{FF2B5EF4-FFF2-40B4-BE49-F238E27FC236}">
                <a16:creationId xmlns:a16="http://schemas.microsoft.com/office/drawing/2014/main" id="{F68708A1-DC3F-C16A-031C-C21696092E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72505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E0DCE5A-9FDD-409D-A4C8-240FD3547235}"/>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REFERENCE IMPLEMENTATION</a:t>
            </a:r>
          </a:p>
        </p:txBody>
      </p:sp>
      <p:sp>
        <p:nvSpPr>
          <p:cNvPr id="2" name="Rectangle 1">
            <a:extLst>
              <a:ext uri="{FF2B5EF4-FFF2-40B4-BE49-F238E27FC236}">
                <a16:creationId xmlns:a16="http://schemas.microsoft.com/office/drawing/2014/main" id="{7691A348-F867-4E45-A079-C971469385A6}"/>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GBrain is a working reference pattern</a:t>
            </a:r>
          </a:p>
        </p:txBody>
      </p:sp>
      <p:sp>
        <p:nvSpPr>
          <p:cNvPr id="3" name="Rectangle 2">
            <a:extLst>
              <a:ext uri="{FF2B5EF4-FFF2-40B4-BE49-F238E27FC236}">
                <a16:creationId xmlns:a16="http://schemas.microsoft.com/office/drawing/2014/main" id="{4C4CCE71-312F-4AA2-84A0-CAA14F4E5D37}"/>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787B5606-83DA-48B7-8803-BD3255D3A024}"/>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09</a:t>
            </a:r>
          </a:p>
        </p:txBody>
      </p:sp>
      <p:sp>
        <p:nvSpPr>
          <p:cNvPr id="5" name="Rectangle 4">
            <a:extLst>
              <a:ext uri="{FF2B5EF4-FFF2-40B4-BE49-F238E27FC236}">
                <a16:creationId xmlns:a16="http://schemas.microsoft.com/office/drawing/2014/main" id="{08DDB98E-B881-47C3-B244-6DD6EA46F610}"/>
              </a:ext>
            </a:extLst>
          </p:cNvPr>
          <p:cNvSpPr>
            <a:spLocks noGrp="1"/>
          </p:cNvSpPr>
          <p:nvPr/>
        </p:nvSpPr>
        <p:spPr>
          <a:xfrm>
            <a:off x="685800" y="1714500"/>
            <a:ext cx="8763000"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Use it as a concrete example of the architecture, not as the only way to build one.</a:t>
            </a:r>
          </a:p>
        </p:txBody>
      </p:sp>
      <p:sp>
        <p:nvSpPr>
          <p:cNvPr id="6" name="Rectangle: Rounded Corners 5">
            <a:extLst>
              <a:ext uri="{FF2B5EF4-FFF2-40B4-BE49-F238E27FC236}">
                <a16:creationId xmlns:a16="http://schemas.microsoft.com/office/drawing/2014/main" id="{D73B6949-1E7B-456C-97FF-D76A3F3D4215}"/>
              </a:ext>
            </a:extLst>
          </p:cNvPr>
          <p:cNvSpPr>
            <a:spLocks noGrp="1"/>
          </p:cNvSpPr>
          <p:nvPr/>
        </p:nvSpPr>
        <p:spPr>
          <a:xfrm>
            <a:off x="752475" y="2324100"/>
            <a:ext cx="3333750" cy="1428750"/>
          </a:xfrm>
          <a:prstGeom prst="roundRect">
            <a:avLst>
              <a:gd name="adj" fmla="val 8000"/>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FEB733F3-435F-4F22-BFB7-5693737020FF}"/>
              </a:ext>
            </a:extLst>
          </p:cNvPr>
          <p:cNvSpPr>
            <a:spLocks noGrp="1"/>
          </p:cNvSpPr>
          <p:nvPr/>
        </p:nvSpPr>
        <p:spPr>
          <a:xfrm>
            <a:off x="752475" y="2324100"/>
            <a:ext cx="66675" cy="142875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8ECE7633-0BCC-4C8C-9964-2032D845A33E}"/>
              </a:ext>
            </a:extLst>
          </p:cNvPr>
          <p:cNvSpPr>
            <a:spLocks noGrp="1"/>
          </p:cNvSpPr>
          <p:nvPr/>
        </p:nvSpPr>
        <p:spPr>
          <a:xfrm>
            <a:off x="962025" y="24955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Answer synthesis</a:t>
            </a:r>
          </a:p>
        </p:txBody>
      </p:sp>
      <p:sp>
        <p:nvSpPr>
          <p:cNvPr id="9" name="Rectangle 8">
            <a:extLst>
              <a:ext uri="{FF2B5EF4-FFF2-40B4-BE49-F238E27FC236}">
                <a16:creationId xmlns:a16="http://schemas.microsoft.com/office/drawing/2014/main" id="{F6109280-262F-4D7B-9373-66043D9C9952}"/>
              </a:ext>
            </a:extLst>
          </p:cNvPr>
          <p:cNvSpPr>
            <a:spLocks noGrp="1"/>
          </p:cNvSpPr>
          <p:nvPr/>
        </p:nvSpPr>
        <p:spPr>
          <a:xfrm>
            <a:off x="962025" y="3009900"/>
            <a:ext cx="2914650" cy="742950"/>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Cited answers, not raw </a:t>
            </a:r>
            <a:endParaRPr lang="en-SG" sz="1725" b="0" dirty="0">
              <a:solidFill>
                <a:srgbClr val="A8B6C7"/>
              </a:solidFill>
            </a:endParaRPr>
          </a:p>
          <a:p>
            <a:pPr algn="l">
              <a:buNone/>
              <a:defRPr sz="1725" b="0">
                <a:solidFill>
                  <a:srgbClr val="A8B6C7"/>
                </a:solidFill>
              </a:defRPr>
            </a:pPr>
            <a:r>
              <a:rPr sz="1725" b="0" dirty="0">
                <a:solidFill>
                  <a:srgbClr val="A8B6C7"/>
                </a:solidFill>
              </a:rPr>
              <a:t>result lists.</a:t>
            </a:r>
          </a:p>
        </p:txBody>
      </p:sp>
      <p:sp>
        <p:nvSpPr>
          <p:cNvPr id="10" name="Rectangle: Rounded Corners 9">
            <a:extLst>
              <a:ext uri="{FF2B5EF4-FFF2-40B4-BE49-F238E27FC236}">
                <a16:creationId xmlns:a16="http://schemas.microsoft.com/office/drawing/2014/main" id="{90287345-F06F-44BB-B596-3DAE1465997D}"/>
              </a:ext>
            </a:extLst>
          </p:cNvPr>
          <p:cNvSpPr>
            <a:spLocks noGrp="1"/>
          </p:cNvSpPr>
          <p:nvPr/>
        </p:nvSpPr>
        <p:spPr>
          <a:xfrm>
            <a:off x="4429125" y="2324100"/>
            <a:ext cx="3333750" cy="1428750"/>
          </a:xfrm>
          <a:prstGeom prst="roundRect">
            <a:avLst>
              <a:gd name="adj" fmla="val 8000"/>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07463B7C-D166-4887-8422-AB978F357323}"/>
              </a:ext>
            </a:extLst>
          </p:cNvPr>
          <p:cNvSpPr>
            <a:spLocks noGrp="1"/>
          </p:cNvSpPr>
          <p:nvPr/>
        </p:nvSpPr>
        <p:spPr>
          <a:xfrm>
            <a:off x="4429125" y="2324100"/>
            <a:ext cx="66675" cy="142875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E45E76A0-049B-47AB-B511-D004B446E9EC}"/>
              </a:ext>
            </a:extLst>
          </p:cNvPr>
          <p:cNvSpPr>
            <a:spLocks noGrp="1"/>
          </p:cNvSpPr>
          <p:nvPr/>
        </p:nvSpPr>
        <p:spPr>
          <a:xfrm>
            <a:off x="4638675" y="24955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Gap analysis</a:t>
            </a:r>
          </a:p>
        </p:txBody>
      </p:sp>
      <p:sp>
        <p:nvSpPr>
          <p:cNvPr id="13" name="Rectangle 12">
            <a:extLst>
              <a:ext uri="{FF2B5EF4-FFF2-40B4-BE49-F238E27FC236}">
                <a16:creationId xmlns:a16="http://schemas.microsoft.com/office/drawing/2014/main" id="{F9FE4A85-CD91-41BD-9C56-85B66E6EB6AA}"/>
              </a:ext>
            </a:extLst>
          </p:cNvPr>
          <p:cNvSpPr>
            <a:spLocks noGrp="1"/>
          </p:cNvSpPr>
          <p:nvPr/>
        </p:nvSpPr>
        <p:spPr>
          <a:xfrm>
            <a:off x="4638675" y="3009900"/>
            <a:ext cx="2914650" cy="7429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Shows what the brain does not know.</a:t>
            </a:r>
          </a:p>
        </p:txBody>
      </p:sp>
      <p:sp>
        <p:nvSpPr>
          <p:cNvPr id="14" name="Rectangle: Rounded Corners 13">
            <a:extLst>
              <a:ext uri="{FF2B5EF4-FFF2-40B4-BE49-F238E27FC236}">
                <a16:creationId xmlns:a16="http://schemas.microsoft.com/office/drawing/2014/main" id="{FA19F88D-034E-4ED9-92DD-4E0BCAE30C13}"/>
              </a:ext>
            </a:extLst>
          </p:cNvPr>
          <p:cNvSpPr>
            <a:spLocks noGrp="1"/>
          </p:cNvSpPr>
          <p:nvPr/>
        </p:nvSpPr>
        <p:spPr>
          <a:xfrm>
            <a:off x="8105775" y="2324100"/>
            <a:ext cx="3333750" cy="1428750"/>
          </a:xfrm>
          <a:prstGeom prst="roundRect">
            <a:avLst>
              <a:gd name="adj" fmla="val 8000"/>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B7028F40-F39A-4624-8862-1003A92182C5}"/>
              </a:ext>
            </a:extLst>
          </p:cNvPr>
          <p:cNvSpPr>
            <a:spLocks noGrp="1"/>
          </p:cNvSpPr>
          <p:nvPr/>
        </p:nvSpPr>
        <p:spPr>
          <a:xfrm>
            <a:off x="8105775" y="2324100"/>
            <a:ext cx="66675" cy="142875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BE90BC96-1D2C-4C77-A9DC-1E346FD79AE2}"/>
              </a:ext>
            </a:extLst>
          </p:cNvPr>
          <p:cNvSpPr>
            <a:spLocks noGrp="1"/>
          </p:cNvSpPr>
          <p:nvPr/>
        </p:nvSpPr>
        <p:spPr>
          <a:xfrm>
            <a:off x="8315325" y="24955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Knowledge graph</a:t>
            </a:r>
          </a:p>
        </p:txBody>
      </p:sp>
      <p:sp>
        <p:nvSpPr>
          <p:cNvPr id="17" name="Rectangle 16">
            <a:extLst>
              <a:ext uri="{FF2B5EF4-FFF2-40B4-BE49-F238E27FC236}">
                <a16:creationId xmlns:a16="http://schemas.microsoft.com/office/drawing/2014/main" id="{4596F444-7706-48EB-A0D2-7681A0140FB1}"/>
              </a:ext>
            </a:extLst>
          </p:cNvPr>
          <p:cNvSpPr>
            <a:spLocks noGrp="1"/>
          </p:cNvSpPr>
          <p:nvPr/>
        </p:nvSpPr>
        <p:spPr>
          <a:xfrm>
            <a:off x="8315325" y="3009900"/>
            <a:ext cx="2914650" cy="7429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Typed links connect entities.</a:t>
            </a:r>
          </a:p>
        </p:txBody>
      </p:sp>
      <p:sp>
        <p:nvSpPr>
          <p:cNvPr id="18" name="Rectangle: Rounded Corners 17">
            <a:extLst>
              <a:ext uri="{FF2B5EF4-FFF2-40B4-BE49-F238E27FC236}">
                <a16:creationId xmlns:a16="http://schemas.microsoft.com/office/drawing/2014/main" id="{79B8DC3A-9628-4D18-B1BD-3569AA2317A9}"/>
              </a:ext>
            </a:extLst>
          </p:cNvPr>
          <p:cNvSpPr>
            <a:spLocks noGrp="1"/>
          </p:cNvSpPr>
          <p:nvPr/>
        </p:nvSpPr>
        <p:spPr>
          <a:xfrm>
            <a:off x="752475" y="3962400"/>
            <a:ext cx="3333750" cy="1428750"/>
          </a:xfrm>
          <a:prstGeom prst="roundRect">
            <a:avLst>
              <a:gd name="adj" fmla="val 8000"/>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6E4F70C2-CC58-487B-8457-E81DFCEFDF7B}"/>
              </a:ext>
            </a:extLst>
          </p:cNvPr>
          <p:cNvSpPr>
            <a:spLocks noGrp="1"/>
          </p:cNvSpPr>
          <p:nvPr/>
        </p:nvSpPr>
        <p:spPr>
          <a:xfrm>
            <a:off x="752475" y="3962400"/>
            <a:ext cx="66675" cy="1428750"/>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B69CE37D-B108-47FC-BD9B-34B21751EAFE}"/>
              </a:ext>
            </a:extLst>
          </p:cNvPr>
          <p:cNvSpPr>
            <a:spLocks noGrp="1"/>
          </p:cNvSpPr>
          <p:nvPr/>
        </p:nvSpPr>
        <p:spPr>
          <a:xfrm>
            <a:off x="962025" y="41338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Agent access</a:t>
            </a:r>
          </a:p>
        </p:txBody>
      </p:sp>
      <p:sp>
        <p:nvSpPr>
          <p:cNvPr id="21" name="Rectangle 20">
            <a:extLst>
              <a:ext uri="{FF2B5EF4-FFF2-40B4-BE49-F238E27FC236}">
                <a16:creationId xmlns:a16="http://schemas.microsoft.com/office/drawing/2014/main" id="{FB71E1D1-DA18-4E45-BD30-D5B1D8603363}"/>
              </a:ext>
            </a:extLst>
          </p:cNvPr>
          <p:cNvSpPr>
            <a:spLocks noGrp="1"/>
          </p:cNvSpPr>
          <p:nvPr/>
        </p:nvSpPr>
        <p:spPr>
          <a:xfrm>
            <a:off x="962025" y="4724400"/>
            <a:ext cx="2914650" cy="742950"/>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CLI and MCP expose memory.</a:t>
            </a:r>
          </a:p>
        </p:txBody>
      </p:sp>
      <p:sp>
        <p:nvSpPr>
          <p:cNvPr id="22" name="Rectangle: Rounded Corners 21">
            <a:extLst>
              <a:ext uri="{FF2B5EF4-FFF2-40B4-BE49-F238E27FC236}">
                <a16:creationId xmlns:a16="http://schemas.microsoft.com/office/drawing/2014/main" id="{EAA1A034-973D-4B30-9973-1D5FD24DC1E8}"/>
              </a:ext>
            </a:extLst>
          </p:cNvPr>
          <p:cNvSpPr>
            <a:spLocks noGrp="1"/>
          </p:cNvSpPr>
          <p:nvPr/>
        </p:nvSpPr>
        <p:spPr>
          <a:xfrm>
            <a:off x="4429125" y="3962400"/>
            <a:ext cx="3333750" cy="1428750"/>
          </a:xfrm>
          <a:prstGeom prst="roundRect">
            <a:avLst>
              <a:gd name="adj" fmla="val 8000"/>
            </a:avLst>
          </a:prstGeom>
          <a:solidFill>
            <a:srgbClr val="10243A"/>
          </a:solidFill>
          <a:ln w="11430">
            <a:solidFill>
              <a:srgbClr val="FBBF24"/>
            </a:solidFill>
            <a:prstDash val="solid"/>
          </a:ln>
        </p:spPr>
        <p:txBody>
          <a:bodyPr/>
          <a:lstStyle/>
          <a:p>
            <a:endParaRPr/>
          </a:p>
        </p:txBody>
      </p:sp>
      <p:sp>
        <p:nvSpPr>
          <p:cNvPr id="23" name="Rectangle 22">
            <a:extLst>
              <a:ext uri="{FF2B5EF4-FFF2-40B4-BE49-F238E27FC236}">
                <a16:creationId xmlns:a16="http://schemas.microsoft.com/office/drawing/2014/main" id="{F4D8FF95-E382-4905-8FA1-66AB4FE879F9}"/>
              </a:ext>
            </a:extLst>
          </p:cNvPr>
          <p:cNvSpPr>
            <a:spLocks noGrp="1"/>
          </p:cNvSpPr>
          <p:nvPr/>
        </p:nvSpPr>
        <p:spPr>
          <a:xfrm>
            <a:off x="4429125" y="3962400"/>
            <a:ext cx="66675" cy="1428750"/>
          </a:xfrm>
          <a:prstGeom prst="rect">
            <a:avLst/>
          </a:prstGeom>
          <a:solidFill>
            <a:srgbClr val="FBBF24"/>
          </a:solidFill>
          <a:ln w="11430">
            <a:solidFill>
              <a:srgbClr val="FBBF24"/>
            </a:solidFill>
            <a:prstDash val="solid"/>
          </a:ln>
        </p:spPr>
        <p:txBody>
          <a:bodyPr/>
          <a:lstStyle/>
          <a:p>
            <a:endParaRPr/>
          </a:p>
        </p:txBody>
      </p:sp>
      <p:sp>
        <p:nvSpPr>
          <p:cNvPr id="24" name="Rectangle 23">
            <a:extLst>
              <a:ext uri="{FF2B5EF4-FFF2-40B4-BE49-F238E27FC236}">
                <a16:creationId xmlns:a16="http://schemas.microsoft.com/office/drawing/2014/main" id="{7DADA552-3F77-4DE8-9837-A61E8794AA3F}"/>
              </a:ext>
            </a:extLst>
          </p:cNvPr>
          <p:cNvSpPr>
            <a:spLocks noGrp="1"/>
          </p:cNvSpPr>
          <p:nvPr/>
        </p:nvSpPr>
        <p:spPr>
          <a:xfrm>
            <a:off x="4638675" y="41338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Scoped brain</a:t>
            </a:r>
          </a:p>
        </p:txBody>
      </p:sp>
      <p:sp>
        <p:nvSpPr>
          <p:cNvPr id="25" name="Rectangle 24">
            <a:extLst>
              <a:ext uri="{FF2B5EF4-FFF2-40B4-BE49-F238E27FC236}">
                <a16:creationId xmlns:a16="http://schemas.microsoft.com/office/drawing/2014/main" id="{BB06587C-6FE1-4723-B4CB-19E4B273BEA5}"/>
              </a:ext>
            </a:extLst>
          </p:cNvPr>
          <p:cNvSpPr>
            <a:spLocks noGrp="1"/>
          </p:cNvSpPr>
          <p:nvPr/>
        </p:nvSpPr>
        <p:spPr>
          <a:xfrm>
            <a:off x="4638675" y="4648200"/>
            <a:ext cx="2914650" cy="7429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Team access depends on boundaries.</a:t>
            </a:r>
          </a:p>
        </p:txBody>
      </p:sp>
      <p:sp>
        <p:nvSpPr>
          <p:cNvPr id="26" name="Rectangle: Rounded Corners 25">
            <a:extLst>
              <a:ext uri="{FF2B5EF4-FFF2-40B4-BE49-F238E27FC236}">
                <a16:creationId xmlns:a16="http://schemas.microsoft.com/office/drawing/2014/main" id="{85BF6F1C-B699-4AFB-BF26-6B36CDDDD70D}"/>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7" name="Rectangle 26">
            <a:extLst>
              <a:ext uri="{FF2B5EF4-FFF2-40B4-BE49-F238E27FC236}">
                <a16:creationId xmlns:a16="http://schemas.microsoft.com/office/drawing/2014/main" id="{DB070FA1-EEC0-4ACF-BF9C-AE6AB897677A}"/>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8" name="Rectangle 27">
            <a:extLst>
              <a:ext uri="{FF2B5EF4-FFF2-40B4-BE49-F238E27FC236}">
                <a16:creationId xmlns:a16="http://schemas.microsoft.com/office/drawing/2014/main" id="{0418F1C7-6DCC-4A38-84D9-798F93089DB3}"/>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Borrow the pattern: synthesize, cite, graph, scope, and improve.</a:t>
            </a:r>
          </a:p>
        </p:txBody>
      </p:sp>
      <p:sp>
        <p:nvSpPr>
          <p:cNvPr id="30" name="Oval 29">
            <a:extLst>
              <a:ext uri="{FF2B5EF4-FFF2-40B4-BE49-F238E27FC236}">
                <a16:creationId xmlns:a16="http://schemas.microsoft.com/office/drawing/2014/main" id="{6540B25A-5601-435A-8A20-AB60DF9E787A}"/>
              </a:ext>
            </a:extLst>
          </p:cNvPr>
          <p:cNvSpPr>
            <a:spLocks noGrp="1"/>
          </p:cNvSpPr>
          <p:nvPr/>
        </p:nvSpPr>
        <p:spPr>
          <a:xfrm>
            <a:off x="3381375" y="2590800"/>
            <a:ext cx="438150" cy="438150"/>
          </a:xfrm>
          <a:prstGeom prst="ellipse">
            <a:avLst/>
          </a:prstGeom>
          <a:solidFill>
            <a:srgbClr val="22C55E"/>
          </a:solidFill>
          <a:ln w="9525">
            <a:solidFill>
              <a:srgbClr val="0B1A2A"/>
            </a:solidFill>
            <a:prstDash val="solid"/>
          </a:ln>
        </p:spPr>
        <p:txBody>
          <a:bodyPr/>
          <a:lstStyle/>
          <a:p>
            <a:endParaRPr lang="en-SG"/>
          </a:p>
        </p:txBody>
      </p:sp>
      <p:pic>
        <p:nvPicPr>
          <p:cNvPr id="69" name="Graphic 68"/>
          <p:cNvPicPr>
            <a:picLocks noChangeAspect="1"/>
          </p:cNvPicPr>
          <p:nvPr/>
        </p:nvPicPr>
        <p:blipFill>
          <a:blip>
            <a:extLst>
              <a:ext uri="{96DAC541-7B7A-43D3-8B79-37D633B846F1}">
                <asvg:svgBlip xmlns:asvg="http://schemas.microsoft.com/office/drawing/2016/SVG/main" r:embed="rId3"/>
              </a:ext>
            </a:extLst>
          </a:blip>
          <a:stretch/>
        </p:blipFill>
        <p:spPr>
          <a:xfrm>
            <a:off x="3477768" y="2687193"/>
            <a:ext cx="245364" cy="245364"/>
          </a:xfrm>
          <a:prstGeom prst="rect">
            <a:avLst/>
          </a:prstGeom>
        </p:spPr>
      </p:pic>
      <p:sp>
        <p:nvSpPr>
          <p:cNvPr id="32" name="Oval 31">
            <a:extLst>
              <a:ext uri="{FF2B5EF4-FFF2-40B4-BE49-F238E27FC236}">
                <a16:creationId xmlns:a16="http://schemas.microsoft.com/office/drawing/2014/main" id="{7AE363C9-CB61-44E3-943F-86F5CF3CA243}"/>
              </a:ext>
            </a:extLst>
          </p:cNvPr>
          <p:cNvSpPr>
            <a:spLocks noGrp="1"/>
          </p:cNvSpPr>
          <p:nvPr/>
        </p:nvSpPr>
        <p:spPr>
          <a:xfrm>
            <a:off x="7058025" y="2590800"/>
            <a:ext cx="438150" cy="438150"/>
          </a:xfrm>
          <a:prstGeom prst="ellipse">
            <a:avLst/>
          </a:prstGeom>
          <a:solidFill>
            <a:srgbClr val="F87171"/>
          </a:solidFill>
          <a:ln w="9525">
            <a:solidFill>
              <a:srgbClr val="0B1A2A"/>
            </a:solidFill>
            <a:prstDash val="solid"/>
          </a:ln>
        </p:spPr>
        <p:txBody>
          <a:bodyPr/>
          <a:lstStyle/>
          <a:p>
            <a:endParaRPr lang="en-SG"/>
          </a:p>
        </p:txBody>
      </p:sp>
      <p:pic>
        <p:nvPicPr>
          <p:cNvPr id="71" name="Graphic 70"/>
          <p:cNvPicPr>
            <a:picLocks noChangeAspect="1"/>
          </p:cNvPicPr>
          <p:nvPr/>
        </p:nvPicPr>
        <p:blipFill>
          <a:blip>
            <a:extLst>
              <a:ext uri="{96DAC541-7B7A-43D3-8B79-37D633B846F1}">
                <asvg:svgBlip xmlns:asvg="http://schemas.microsoft.com/office/drawing/2016/SVG/main" r:embed="rId4"/>
              </a:ext>
            </a:extLst>
          </a:blip>
          <a:stretch/>
        </p:blipFill>
        <p:spPr>
          <a:xfrm>
            <a:off x="7154418" y="2687193"/>
            <a:ext cx="245364" cy="245364"/>
          </a:xfrm>
          <a:prstGeom prst="rect">
            <a:avLst/>
          </a:prstGeom>
        </p:spPr>
      </p:pic>
      <p:sp>
        <p:nvSpPr>
          <p:cNvPr id="34" name="Oval 33">
            <a:extLst>
              <a:ext uri="{FF2B5EF4-FFF2-40B4-BE49-F238E27FC236}">
                <a16:creationId xmlns:a16="http://schemas.microsoft.com/office/drawing/2014/main" id="{7475CD91-FC77-4D7E-8DD8-F9CAF9107910}"/>
              </a:ext>
            </a:extLst>
          </p:cNvPr>
          <p:cNvSpPr>
            <a:spLocks noGrp="1"/>
          </p:cNvSpPr>
          <p:nvPr/>
        </p:nvSpPr>
        <p:spPr>
          <a:xfrm>
            <a:off x="10734675" y="2590800"/>
            <a:ext cx="438150" cy="438150"/>
          </a:xfrm>
          <a:prstGeom prst="ellipse">
            <a:avLst/>
          </a:prstGeom>
          <a:solidFill>
            <a:srgbClr val="05D6A4"/>
          </a:solidFill>
          <a:ln w="9525">
            <a:solidFill>
              <a:srgbClr val="0B1A2A"/>
            </a:solidFill>
            <a:prstDash val="solid"/>
          </a:ln>
        </p:spPr>
        <p:txBody>
          <a:bodyPr/>
          <a:lstStyle/>
          <a:p>
            <a:endParaRPr lang="en-SG"/>
          </a:p>
        </p:txBody>
      </p:sp>
      <p:pic>
        <p:nvPicPr>
          <p:cNvPr id="73" name="Graphic 72"/>
          <p:cNvPicPr>
            <a:picLocks noChangeAspect="1"/>
          </p:cNvPicPr>
          <p:nvPr/>
        </p:nvPicPr>
        <p:blipFill>
          <a:blip>
            <a:extLst>
              <a:ext uri="{96DAC541-7B7A-43D3-8B79-37D633B846F1}">
                <asvg:svgBlip xmlns:asvg="http://schemas.microsoft.com/office/drawing/2016/SVG/main" r:embed="rId5"/>
              </a:ext>
            </a:extLst>
          </a:blip>
          <a:stretch/>
        </p:blipFill>
        <p:spPr>
          <a:xfrm>
            <a:off x="10831068" y="2687193"/>
            <a:ext cx="245364" cy="245364"/>
          </a:xfrm>
          <a:prstGeom prst="rect">
            <a:avLst/>
          </a:prstGeom>
        </p:spPr>
      </p:pic>
      <p:sp>
        <p:nvSpPr>
          <p:cNvPr id="36" name="Oval 35">
            <a:extLst>
              <a:ext uri="{FF2B5EF4-FFF2-40B4-BE49-F238E27FC236}">
                <a16:creationId xmlns:a16="http://schemas.microsoft.com/office/drawing/2014/main" id="{FE29647D-E579-4D4B-9EB1-4168FC1279E2}"/>
              </a:ext>
            </a:extLst>
          </p:cNvPr>
          <p:cNvSpPr>
            <a:spLocks noGrp="1"/>
          </p:cNvSpPr>
          <p:nvPr/>
        </p:nvSpPr>
        <p:spPr>
          <a:xfrm>
            <a:off x="3381375" y="4229100"/>
            <a:ext cx="438150" cy="438150"/>
          </a:xfrm>
          <a:prstGeom prst="ellipse">
            <a:avLst/>
          </a:prstGeom>
          <a:solidFill>
            <a:srgbClr val="A78BFA"/>
          </a:solidFill>
          <a:ln w="9525">
            <a:solidFill>
              <a:srgbClr val="0B1A2A"/>
            </a:solidFill>
            <a:prstDash val="solid"/>
          </a:ln>
        </p:spPr>
        <p:txBody>
          <a:bodyPr/>
          <a:lstStyle/>
          <a:p>
            <a:endParaRPr lang="en-SG"/>
          </a:p>
        </p:txBody>
      </p:sp>
      <p:pic>
        <p:nvPicPr>
          <p:cNvPr id="75" name="Graphic 74"/>
          <p:cNvPicPr>
            <a:picLocks noChangeAspect="1"/>
          </p:cNvPicPr>
          <p:nvPr/>
        </p:nvPicPr>
        <p:blipFill>
          <a:blip>
            <a:extLst>
              <a:ext uri="{96DAC541-7B7A-43D3-8B79-37D633B846F1}">
                <asvg:svgBlip xmlns:asvg="http://schemas.microsoft.com/office/drawing/2016/SVG/main" r:embed="rId6"/>
              </a:ext>
            </a:extLst>
          </a:blip>
          <a:stretch/>
        </p:blipFill>
        <p:spPr>
          <a:xfrm>
            <a:off x="3477768" y="4325493"/>
            <a:ext cx="245364" cy="245364"/>
          </a:xfrm>
          <a:prstGeom prst="rect">
            <a:avLst/>
          </a:prstGeom>
        </p:spPr>
      </p:pic>
      <p:sp>
        <p:nvSpPr>
          <p:cNvPr id="38" name="Oval 37">
            <a:extLst>
              <a:ext uri="{FF2B5EF4-FFF2-40B4-BE49-F238E27FC236}">
                <a16:creationId xmlns:a16="http://schemas.microsoft.com/office/drawing/2014/main" id="{DE392A97-EB50-4F50-BAF1-4CE9D3AE6A13}"/>
              </a:ext>
            </a:extLst>
          </p:cNvPr>
          <p:cNvSpPr>
            <a:spLocks noGrp="1"/>
          </p:cNvSpPr>
          <p:nvPr/>
        </p:nvSpPr>
        <p:spPr>
          <a:xfrm>
            <a:off x="7058025" y="4229100"/>
            <a:ext cx="438150" cy="438150"/>
          </a:xfrm>
          <a:prstGeom prst="ellipse">
            <a:avLst/>
          </a:prstGeom>
          <a:solidFill>
            <a:srgbClr val="A78BFA"/>
          </a:solidFill>
          <a:ln w="9525">
            <a:solidFill>
              <a:srgbClr val="0B1A2A"/>
            </a:solidFill>
            <a:prstDash val="solid"/>
          </a:ln>
        </p:spPr>
        <p:txBody>
          <a:bodyPr/>
          <a:lstStyle/>
          <a:p>
            <a:endParaRPr lang="en-SG"/>
          </a:p>
        </p:txBody>
      </p:sp>
      <p:pic>
        <p:nvPicPr>
          <p:cNvPr id="77" name="Graphic 76"/>
          <p:cNvPicPr>
            <a:picLocks noChangeAspect="1"/>
          </p:cNvPicPr>
          <p:nvPr/>
        </p:nvPicPr>
        <p:blipFill>
          <a:blip>
            <a:extLst>
              <a:ext uri="{96DAC541-7B7A-43D3-8B79-37D633B846F1}">
                <asvg:svgBlip xmlns:asvg="http://schemas.microsoft.com/office/drawing/2016/SVG/main" r:embed="rId6"/>
              </a:ext>
            </a:extLst>
          </a:blip>
          <a:stretch/>
        </p:blipFill>
        <p:spPr>
          <a:xfrm>
            <a:off x="7154418" y="4325493"/>
            <a:ext cx="245364" cy="245364"/>
          </a:xfrm>
          <a:prstGeom prst="rect">
            <a:avLst/>
          </a:prstGeom>
        </p:spPr>
      </p:pic>
      <p:pic>
        <p:nvPicPr>
          <p:cNvPr id="33" name="Picture 32">
            <a:extLst>
              <a:ext uri="{FF2B5EF4-FFF2-40B4-BE49-F238E27FC236}">
                <a16:creationId xmlns:a16="http://schemas.microsoft.com/office/drawing/2014/main" id="{706E9F48-2FA7-C0A5-EDC4-78BE04ED68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437945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A59AB89-025F-4F5C-931C-F0AD207DDFA8}"/>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IMPLEMENTATION MAPPING</a:t>
            </a:r>
          </a:p>
        </p:txBody>
      </p:sp>
      <p:sp>
        <p:nvSpPr>
          <p:cNvPr id="2" name="Rectangle 1">
            <a:extLst>
              <a:ext uri="{FF2B5EF4-FFF2-40B4-BE49-F238E27FC236}">
                <a16:creationId xmlns:a16="http://schemas.microsoft.com/office/drawing/2014/main" id="{127E21BD-972C-4CF2-B7AA-D63EE599F896}"/>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Map GBrain to the Day 2 blueprint</a:t>
            </a:r>
          </a:p>
        </p:txBody>
      </p:sp>
      <p:sp>
        <p:nvSpPr>
          <p:cNvPr id="3" name="Rectangle 2">
            <a:extLst>
              <a:ext uri="{FF2B5EF4-FFF2-40B4-BE49-F238E27FC236}">
                <a16:creationId xmlns:a16="http://schemas.microsoft.com/office/drawing/2014/main" id="{7A76FD39-7701-453E-8EFE-BB491D8F12EA}"/>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7453A9EA-0EB0-460B-9DC8-ED36B7344B60}"/>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10</a:t>
            </a:r>
          </a:p>
        </p:txBody>
      </p:sp>
      <p:sp>
        <p:nvSpPr>
          <p:cNvPr id="5" name="Rectangle 4">
            <a:extLst>
              <a:ext uri="{FF2B5EF4-FFF2-40B4-BE49-F238E27FC236}">
                <a16:creationId xmlns:a16="http://schemas.microsoft.com/office/drawing/2014/main" id="{FDFBC116-D978-48AC-8D1D-3D65B6DF3B42}"/>
              </a:ext>
            </a:extLst>
          </p:cNvPr>
          <p:cNvSpPr>
            <a:spLocks noGrp="1"/>
          </p:cNvSpPr>
          <p:nvPr/>
        </p:nvSpPr>
        <p:spPr>
          <a:xfrm>
            <a:off x="685800" y="1457325"/>
            <a:ext cx="8572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The useful question is not 'should we install it today?' It is 'which design decisions does it force us to make?'</a:t>
            </a:r>
          </a:p>
        </p:txBody>
      </p:sp>
      <p:sp>
        <p:nvSpPr>
          <p:cNvPr id="6" name="Rectangle: Rounded Corners 5">
            <a:extLst>
              <a:ext uri="{FF2B5EF4-FFF2-40B4-BE49-F238E27FC236}">
                <a16:creationId xmlns:a16="http://schemas.microsoft.com/office/drawing/2014/main" id="{F859EB29-3EF5-40FF-836F-35D08548D66F}"/>
              </a:ext>
            </a:extLst>
          </p:cNvPr>
          <p:cNvSpPr>
            <a:spLocks noGrp="1"/>
          </p:cNvSpPr>
          <p:nvPr/>
        </p:nvSpPr>
        <p:spPr>
          <a:xfrm>
            <a:off x="914400" y="2476500"/>
            <a:ext cx="1943100" cy="2857500"/>
          </a:xfrm>
          <a:prstGeom prst="roundRect">
            <a:avLst>
              <a:gd name="adj" fmla="val 5882"/>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A304EEEB-E91E-413C-87D2-1D1175621A09}"/>
              </a:ext>
            </a:extLst>
          </p:cNvPr>
          <p:cNvSpPr>
            <a:spLocks noGrp="1"/>
          </p:cNvSpPr>
          <p:nvPr/>
        </p:nvSpPr>
        <p:spPr>
          <a:xfrm>
            <a:off x="1123950" y="270510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Sources</a:t>
            </a:r>
          </a:p>
        </p:txBody>
      </p:sp>
      <p:sp>
        <p:nvSpPr>
          <p:cNvPr id="8" name="Rectangle 7">
            <a:extLst>
              <a:ext uri="{FF2B5EF4-FFF2-40B4-BE49-F238E27FC236}">
                <a16:creationId xmlns:a16="http://schemas.microsoft.com/office/drawing/2014/main" id="{4E2A9BB0-42D5-4D44-9B75-ABEE152D658C}"/>
              </a:ext>
            </a:extLst>
          </p:cNvPr>
          <p:cNvSpPr>
            <a:spLocks noGrp="1"/>
          </p:cNvSpPr>
          <p:nvPr/>
        </p:nvSpPr>
        <p:spPr>
          <a:xfrm>
            <a:off x="1143000" y="350520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What should enter the brain?</a:t>
            </a:r>
          </a:p>
        </p:txBody>
      </p:sp>
      <p:sp>
        <p:nvSpPr>
          <p:cNvPr id="9" name="Rectangle: Rounded Corners 8">
            <a:extLst>
              <a:ext uri="{FF2B5EF4-FFF2-40B4-BE49-F238E27FC236}">
                <a16:creationId xmlns:a16="http://schemas.microsoft.com/office/drawing/2014/main" id="{8BE000FD-E674-4DB6-B68A-2512F06A6690}"/>
              </a:ext>
            </a:extLst>
          </p:cNvPr>
          <p:cNvSpPr>
            <a:spLocks noGrp="1"/>
          </p:cNvSpPr>
          <p:nvPr/>
        </p:nvSpPr>
        <p:spPr>
          <a:xfrm>
            <a:off x="2971800" y="2476500"/>
            <a:ext cx="1943100" cy="2857500"/>
          </a:xfrm>
          <a:prstGeom prst="roundRect">
            <a:avLst>
              <a:gd name="adj" fmla="val 5882"/>
            </a:avLst>
          </a:prstGeom>
          <a:solidFill>
            <a:srgbClr val="10243A"/>
          </a:solidFill>
          <a:ln w="11430">
            <a:solidFill>
              <a:srgbClr val="38BDF8"/>
            </a:solidFill>
            <a:prstDash val="solid"/>
          </a:ln>
        </p:spPr>
        <p:txBody>
          <a:bodyPr/>
          <a:lstStyle/>
          <a:p>
            <a:endParaRPr/>
          </a:p>
        </p:txBody>
      </p:sp>
      <p:sp>
        <p:nvSpPr>
          <p:cNvPr id="10" name="Rectangle 9">
            <a:extLst>
              <a:ext uri="{FF2B5EF4-FFF2-40B4-BE49-F238E27FC236}">
                <a16:creationId xmlns:a16="http://schemas.microsoft.com/office/drawing/2014/main" id="{FA27FCBE-D3E8-424C-BC81-259E451657A8}"/>
              </a:ext>
            </a:extLst>
          </p:cNvPr>
          <p:cNvSpPr>
            <a:spLocks noGrp="1"/>
          </p:cNvSpPr>
          <p:nvPr/>
        </p:nvSpPr>
        <p:spPr>
          <a:xfrm>
            <a:off x="3181350" y="270510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Schema</a:t>
            </a:r>
          </a:p>
        </p:txBody>
      </p:sp>
      <p:sp>
        <p:nvSpPr>
          <p:cNvPr id="11" name="Rectangle 10">
            <a:extLst>
              <a:ext uri="{FF2B5EF4-FFF2-40B4-BE49-F238E27FC236}">
                <a16:creationId xmlns:a16="http://schemas.microsoft.com/office/drawing/2014/main" id="{FDAC8259-4139-4F84-BDD2-F286D1582634}"/>
              </a:ext>
            </a:extLst>
          </p:cNvPr>
          <p:cNvSpPr>
            <a:spLocks noGrp="1"/>
          </p:cNvSpPr>
          <p:nvPr/>
        </p:nvSpPr>
        <p:spPr>
          <a:xfrm>
            <a:off x="3200400" y="350520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Which page types and links matter?</a:t>
            </a:r>
          </a:p>
        </p:txBody>
      </p:sp>
      <p:sp>
        <p:nvSpPr>
          <p:cNvPr id="12" name="Rectangle: Rounded Corners 11">
            <a:extLst>
              <a:ext uri="{FF2B5EF4-FFF2-40B4-BE49-F238E27FC236}">
                <a16:creationId xmlns:a16="http://schemas.microsoft.com/office/drawing/2014/main" id="{1BF26B22-8A10-43FA-A470-5F0129E88F5D}"/>
              </a:ext>
            </a:extLst>
          </p:cNvPr>
          <p:cNvSpPr>
            <a:spLocks noGrp="1"/>
          </p:cNvSpPr>
          <p:nvPr/>
        </p:nvSpPr>
        <p:spPr>
          <a:xfrm>
            <a:off x="5029200" y="2476500"/>
            <a:ext cx="1943100" cy="2857500"/>
          </a:xfrm>
          <a:prstGeom prst="roundRect">
            <a:avLst>
              <a:gd name="adj" fmla="val 5882"/>
            </a:avLst>
          </a:prstGeom>
          <a:solidFill>
            <a:srgbClr val="10243A"/>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75361589-D54E-4D87-8307-0221D9E790FE}"/>
              </a:ext>
            </a:extLst>
          </p:cNvPr>
          <p:cNvSpPr>
            <a:spLocks noGrp="1"/>
          </p:cNvSpPr>
          <p:nvPr/>
        </p:nvSpPr>
        <p:spPr>
          <a:xfrm>
            <a:off x="5238750" y="270510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Access</a:t>
            </a:r>
          </a:p>
        </p:txBody>
      </p:sp>
      <p:sp>
        <p:nvSpPr>
          <p:cNvPr id="14" name="Rectangle 13">
            <a:extLst>
              <a:ext uri="{FF2B5EF4-FFF2-40B4-BE49-F238E27FC236}">
                <a16:creationId xmlns:a16="http://schemas.microsoft.com/office/drawing/2014/main" id="{C252E295-76FA-452F-A75E-DCE622789FE6}"/>
              </a:ext>
            </a:extLst>
          </p:cNvPr>
          <p:cNvSpPr>
            <a:spLocks noGrp="1"/>
          </p:cNvSpPr>
          <p:nvPr/>
        </p:nvSpPr>
        <p:spPr>
          <a:xfrm>
            <a:off x="5257800" y="350520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Who can query which slice?</a:t>
            </a:r>
          </a:p>
        </p:txBody>
      </p:sp>
      <p:sp>
        <p:nvSpPr>
          <p:cNvPr id="15" name="Rectangle: Rounded Corners 14">
            <a:extLst>
              <a:ext uri="{FF2B5EF4-FFF2-40B4-BE49-F238E27FC236}">
                <a16:creationId xmlns:a16="http://schemas.microsoft.com/office/drawing/2014/main" id="{D9EE62D0-E8E3-4294-9932-F1820D617D14}"/>
              </a:ext>
            </a:extLst>
          </p:cNvPr>
          <p:cNvSpPr>
            <a:spLocks noGrp="1"/>
          </p:cNvSpPr>
          <p:nvPr/>
        </p:nvSpPr>
        <p:spPr>
          <a:xfrm>
            <a:off x="7086600" y="2476500"/>
            <a:ext cx="1943100" cy="2857500"/>
          </a:xfrm>
          <a:prstGeom prst="roundRect">
            <a:avLst>
              <a:gd name="adj" fmla="val 5882"/>
            </a:avLst>
          </a:prstGeom>
          <a:solidFill>
            <a:srgbClr val="10243A"/>
          </a:solidFill>
          <a:ln w="11430">
            <a:solidFill>
              <a:srgbClr val="22C55E"/>
            </a:solidFill>
            <a:prstDash val="solid"/>
          </a:ln>
        </p:spPr>
        <p:txBody>
          <a:bodyPr/>
          <a:lstStyle/>
          <a:p>
            <a:endParaRPr/>
          </a:p>
        </p:txBody>
      </p:sp>
      <p:sp>
        <p:nvSpPr>
          <p:cNvPr id="16" name="Rectangle 15">
            <a:extLst>
              <a:ext uri="{FF2B5EF4-FFF2-40B4-BE49-F238E27FC236}">
                <a16:creationId xmlns:a16="http://schemas.microsoft.com/office/drawing/2014/main" id="{5B86ADE0-3FE7-4A08-BA3D-BEC181742623}"/>
              </a:ext>
            </a:extLst>
          </p:cNvPr>
          <p:cNvSpPr>
            <a:spLocks noGrp="1"/>
          </p:cNvSpPr>
          <p:nvPr/>
        </p:nvSpPr>
        <p:spPr>
          <a:xfrm>
            <a:off x="7296150" y="270510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Evaluation</a:t>
            </a:r>
          </a:p>
        </p:txBody>
      </p:sp>
      <p:sp>
        <p:nvSpPr>
          <p:cNvPr id="17" name="Rectangle 16">
            <a:extLst>
              <a:ext uri="{FF2B5EF4-FFF2-40B4-BE49-F238E27FC236}">
                <a16:creationId xmlns:a16="http://schemas.microsoft.com/office/drawing/2014/main" id="{FBC9C158-5F9D-4F13-B11A-B5E99664AC06}"/>
              </a:ext>
            </a:extLst>
          </p:cNvPr>
          <p:cNvSpPr>
            <a:spLocks noGrp="1"/>
          </p:cNvSpPr>
          <p:nvPr/>
        </p:nvSpPr>
        <p:spPr>
          <a:xfrm>
            <a:off x="7315200" y="350520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Do answers cite and admit gaps?</a:t>
            </a:r>
          </a:p>
        </p:txBody>
      </p:sp>
      <p:sp>
        <p:nvSpPr>
          <p:cNvPr id="18" name="Rectangle: Rounded Corners 17">
            <a:extLst>
              <a:ext uri="{FF2B5EF4-FFF2-40B4-BE49-F238E27FC236}">
                <a16:creationId xmlns:a16="http://schemas.microsoft.com/office/drawing/2014/main" id="{9E3B7A95-215A-4A3C-8FCC-6D29BB6DF432}"/>
              </a:ext>
            </a:extLst>
          </p:cNvPr>
          <p:cNvSpPr>
            <a:spLocks noGrp="1"/>
          </p:cNvSpPr>
          <p:nvPr/>
        </p:nvSpPr>
        <p:spPr>
          <a:xfrm>
            <a:off x="9144000" y="2476500"/>
            <a:ext cx="1943100" cy="2857500"/>
          </a:xfrm>
          <a:prstGeom prst="roundRect">
            <a:avLst>
              <a:gd name="adj" fmla="val 5882"/>
            </a:avLst>
          </a:prstGeom>
          <a:solidFill>
            <a:srgbClr val="10243A"/>
          </a:solidFill>
          <a:ln w="11430">
            <a:solidFill>
              <a:srgbClr val="FBBF24"/>
            </a:solidFill>
            <a:prstDash val="solid"/>
          </a:ln>
        </p:spPr>
        <p:txBody>
          <a:bodyPr/>
          <a:lstStyle/>
          <a:p>
            <a:endParaRPr/>
          </a:p>
        </p:txBody>
      </p:sp>
      <p:sp>
        <p:nvSpPr>
          <p:cNvPr id="19" name="Rectangle 18">
            <a:extLst>
              <a:ext uri="{FF2B5EF4-FFF2-40B4-BE49-F238E27FC236}">
                <a16:creationId xmlns:a16="http://schemas.microsoft.com/office/drawing/2014/main" id="{2BAB171E-B642-4662-8074-FFF168585D9E}"/>
              </a:ext>
            </a:extLst>
          </p:cNvPr>
          <p:cNvSpPr>
            <a:spLocks noGrp="1"/>
          </p:cNvSpPr>
          <p:nvPr/>
        </p:nvSpPr>
        <p:spPr>
          <a:xfrm>
            <a:off x="9353550" y="2705100"/>
            <a:ext cx="16383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Operations</a:t>
            </a:r>
          </a:p>
        </p:txBody>
      </p:sp>
      <p:sp>
        <p:nvSpPr>
          <p:cNvPr id="20" name="Rectangle 19">
            <a:extLst>
              <a:ext uri="{FF2B5EF4-FFF2-40B4-BE49-F238E27FC236}">
                <a16:creationId xmlns:a16="http://schemas.microsoft.com/office/drawing/2014/main" id="{8C5EFF20-E5F9-4214-98BC-75572BBA6197}"/>
              </a:ext>
            </a:extLst>
          </p:cNvPr>
          <p:cNvSpPr>
            <a:spLocks noGrp="1"/>
          </p:cNvSpPr>
          <p:nvPr/>
        </p:nvSpPr>
        <p:spPr>
          <a:xfrm>
            <a:off x="9372600" y="350520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Who maintains jobs, keys, and updates?</a:t>
            </a:r>
          </a:p>
        </p:txBody>
      </p:sp>
      <p:sp>
        <p:nvSpPr>
          <p:cNvPr id="21" name="Rectangle: Rounded Corners 20">
            <a:extLst>
              <a:ext uri="{FF2B5EF4-FFF2-40B4-BE49-F238E27FC236}">
                <a16:creationId xmlns:a16="http://schemas.microsoft.com/office/drawing/2014/main" id="{AACB6128-39F5-4A6D-916E-549AED27F816}"/>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2" name="Rectangle 21">
            <a:extLst>
              <a:ext uri="{FF2B5EF4-FFF2-40B4-BE49-F238E27FC236}">
                <a16:creationId xmlns:a16="http://schemas.microsoft.com/office/drawing/2014/main" id="{09A1546C-BAB8-4D69-A03A-CD17E6CCADFE}"/>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DECISION</a:t>
            </a:r>
          </a:p>
        </p:txBody>
      </p:sp>
      <p:sp>
        <p:nvSpPr>
          <p:cNvPr id="23" name="Rectangle 22">
            <a:extLst>
              <a:ext uri="{FF2B5EF4-FFF2-40B4-BE49-F238E27FC236}">
                <a16:creationId xmlns:a16="http://schemas.microsoft.com/office/drawing/2014/main" id="{1A50C7A6-615A-4275-A146-8F7ECD3A27B6}"/>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The tool does not remove governance decisions. It makes them visible.</a:t>
            </a:r>
          </a:p>
        </p:txBody>
      </p:sp>
      <p:sp>
        <p:nvSpPr>
          <p:cNvPr id="25" name="Oval 24">
            <a:extLst>
              <a:ext uri="{FF2B5EF4-FFF2-40B4-BE49-F238E27FC236}">
                <a16:creationId xmlns:a16="http://schemas.microsoft.com/office/drawing/2014/main" id="{A33CC046-A2FD-4613-8A0C-695BE18BDA70}"/>
              </a:ext>
            </a:extLst>
          </p:cNvPr>
          <p:cNvSpPr>
            <a:spLocks noGrp="1"/>
          </p:cNvSpPr>
          <p:nvPr/>
        </p:nvSpPr>
        <p:spPr>
          <a:xfrm>
            <a:off x="830961" y="2286000"/>
            <a:ext cx="400050" cy="400050"/>
          </a:xfrm>
          <a:prstGeom prst="ellipse">
            <a:avLst/>
          </a:prstGeom>
          <a:solidFill>
            <a:srgbClr val="38BDF8"/>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918972" y="2374011"/>
            <a:ext cx="224028" cy="224028"/>
          </a:xfrm>
          <a:prstGeom prst="rect">
            <a:avLst/>
          </a:prstGeom>
        </p:spPr>
      </p:pic>
      <p:sp>
        <p:nvSpPr>
          <p:cNvPr id="27" name="Oval 26">
            <a:extLst>
              <a:ext uri="{FF2B5EF4-FFF2-40B4-BE49-F238E27FC236}">
                <a16:creationId xmlns:a16="http://schemas.microsoft.com/office/drawing/2014/main" id="{C35D663C-6C11-4A4D-A3D0-36A2DA115E58}"/>
              </a:ext>
            </a:extLst>
          </p:cNvPr>
          <p:cNvSpPr>
            <a:spLocks noGrp="1"/>
          </p:cNvSpPr>
          <p:nvPr/>
        </p:nvSpPr>
        <p:spPr>
          <a:xfrm>
            <a:off x="2888361" y="2286000"/>
            <a:ext cx="400050" cy="400050"/>
          </a:xfrm>
          <a:prstGeom prst="ellipse">
            <a:avLst/>
          </a:prstGeom>
          <a:solidFill>
            <a:srgbClr val="05D6A4"/>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2976372" y="2374011"/>
            <a:ext cx="224028" cy="224028"/>
          </a:xfrm>
          <a:prstGeom prst="rect">
            <a:avLst/>
          </a:prstGeom>
        </p:spPr>
      </p:pic>
      <p:sp>
        <p:nvSpPr>
          <p:cNvPr id="29" name="Oval 28">
            <a:extLst>
              <a:ext uri="{FF2B5EF4-FFF2-40B4-BE49-F238E27FC236}">
                <a16:creationId xmlns:a16="http://schemas.microsoft.com/office/drawing/2014/main" id="{3CEFB725-4D2F-454E-BA50-5C93DC75EE13}"/>
              </a:ext>
            </a:extLst>
          </p:cNvPr>
          <p:cNvSpPr>
            <a:spLocks noGrp="1"/>
          </p:cNvSpPr>
          <p:nvPr/>
        </p:nvSpPr>
        <p:spPr>
          <a:xfrm>
            <a:off x="4945761" y="2286000"/>
            <a:ext cx="400050" cy="400050"/>
          </a:xfrm>
          <a:prstGeom prst="ellipse">
            <a:avLst/>
          </a:prstGeom>
          <a:solidFill>
            <a:srgbClr val="A78BFA"/>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5"/>
              </a:ext>
            </a:extLst>
          </a:blip>
          <a:stretch/>
        </p:blipFill>
        <p:spPr>
          <a:xfrm>
            <a:off x="5033772" y="2374011"/>
            <a:ext cx="224028" cy="224028"/>
          </a:xfrm>
          <a:prstGeom prst="rect">
            <a:avLst/>
          </a:prstGeom>
        </p:spPr>
      </p:pic>
      <p:sp>
        <p:nvSpPr>
          <p:cNvPr id="31" name="Oval 30">
            <a:extLst>
              <a:ext uri="{FF2B5EF4-FFF2-40B4-BE49-F238E27FC236}">
                <a16:creationId xmlns:a16="http://schemas.microsoft.com/office/drawing/2014/main" id="{0DDBEBBE-2CBC-4959-9B08-218A78133F84}"/>
              </a:ext>
            </a:extLst>
          </p:cNvPr>
          <p:cNvSpPr>
            <a:spLocks noGrp="1"/>
          </p:cNvSpPr>
          <p:nvPr/>
        </p:nvSpPr>
        <p:spPr>
          <a:xfrm>
            <a:off x="7003161" y="2286000"/>
            <a:ext cx="400050" cy="400050"/>
          </a:xfrm>
          <a:prstGeom prst="ellipse">
            <a:avLst/>
          </a:prstGeom>
          <a:solidFill>
            <a:srgbClr val="22C55E"/>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6"/>
              </a:ext>
            </a:extLst>
          </a:blip>
          <a:stretch/>
        </p:blipFill>
        <p:spPr>
          <a:xfrm>
            <a:off x="7091172" y="2374011"/>
            <a:ext cx="224028" cy="224028"/>
          </a:xfrm>
          <a:prstGeom prst="rect">
            <a:avLst/>
          </a:prstGeom>
        </p:spPr>
      </p:pic>
      <p:sp>
        <p:nvSpPr>
          <p:cNvPr id="33" name="Oval 32">
            <a:extLst>
              <a:ext uri="{FF2B5EF4-FFF2-40B4-BE49-F238E27FC236}">
                <a16:creationId xmlns:a16="http://schemas.microsoft.com/office/drawing/2014/main" id="{E45701FE-2D2E-4756-A75B-D1C2AD1366FA}"/>
              </a:ext>
            </a:extLst>
          </p:cNvPr>
          <p:cNvSpPr>
            <a:spLocks noGrp="1"/>
          </p:cNvSpPr>
          <p:nvPr/>
        </p:nvSpPr>
        <p:spPr>
          <a:xfrm>
            <a:off x="9060561" y="2286000"/>
            <a:ext cx="400050" cy="400050"/>
          </a:xfrm>
          <a:prstGeom prst="ellipse">
            <a:avLst/>
          </a:prstGeom>
          <a:solidFill>
            <a:srgbClr val="22C55E"/>
          </a:solidFill>
          <a:ln w="9525">
            <a:solidFill>
              <a:srgbClr val="0B1A2A"/>
            </a:solidFill>
            <a:prstDash val="solid"/>
          </a:ln>
        </p:spPr>
        <p:txBody>
          <a:bodyPr/>
          <a:lstStyle/>
          <a:p>
            <a:endParaRPr lang="en-SG"/>
          </a:p>
        </p:txBody>
      </p:sp>
      <p:pic>
        <p:nvPicPr>
          <p:cNvPr id="67" name="Graphic 66"/>
          <p:cNvPicPr>
            <a:picLocks noChangeAspect="1"/>
          </p:cNvPicPr>
          <p:nvPr/>
        </p:nvPicPr>
        <p:blipFill>
          <a:blip>
            <a:extLst>
              <a:ext uri="{96DAC541-7B7A-43D3-8B79-37D633B846F1}">
                <asvg:svgBlip xmlns:asvg="http://schemas.microsoft.com/office/drawing/2016/SVG/main" r:embed="rId7"/>
              </a:ext>
            </a:extLst>
          </a:blip>
          <a:stretch/>
        </p:blipFill>
        <p:spPr>
          <a:xfrm>
            <a:off x="9148572" y="2374011"/>
            <a:ext cx="224028" cy="224028"/>
          </a:xfrm>
          <a:prstGeom prst="rect">
            <a:avLst/>
          </a:prstGeom>
        </p:spPr>
      </p:pic>
      <p:pic>
        <p:nvPicPr>
          <p:cNvPr id="28" name="Picture 27">
            <a:extLst>
              <a:ext uri="{FF2B5EF4-FFF2-40B4-BE49-F238E27FC236}">
                <a16:creationId xmlns:a16="http://schemas.microsoft.com/office/drawing/2014/main" id="{64787A59-F3F5-2EE8-19BC-1943FFA9C25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979686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D3B58BA2-2F72-4CFA-8337-14CDA1966122}"/>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PILOT PATH</a:t>
            </a:r>
          </a:p>
        </p:txBody>
      </p:sp>
      <p:sp>
        <p:nvSpPr>
          <p:cNvPr id="2" name="Rectangle 1">
            <a:extLst>
              <a:ext uri="{FF2B5EF4-FFF2-40B4-BE49-F238E27FC236}">
                <a16:creationId xmlns:a16="http://schemas.microsoft.com/office/drawing/2014/main" id="{13AB4E92-A481-47B7-8387-07545739A93E}"/>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Pilot before company-wide rollout</a:t>
            </a:r>
          </a:p>
        </p:txBody>
      </p:sp>
      <p:sp>
        <p:nvSpPr>
          <p:cNvPr id="3" name="Rectangle 2">
            <a:extLst>
              <a:ext uri="{FF2B5EF4-FFF2-40B4-BE49-F238E27FC236}">
                <a16:creationId xmlns:a16="http://schemas.microsoft.com/office/drawing/2014/main" id="{BCA2C35F-6F15-457F-B81A-037882A0A8BF}"/>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1AB8F49F-6A3E-432E-8BCC-0572B13986BD}"/>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11</a:t>
            </a:r>
          </a:p>
        </p:txBody>
      </p:sp>
      <p:sp>
        <p:nvSpPr>
          <p:cNvPr id="5" name="Rectangle 4">
            <a:extLst>
              <a:ext uri="{FF2B5EF4-FFF2-40B4-BE49-F238E27FC236}">
                <a16:creationId xmlns:a16="http://schemas.microsoft.com/office/drawing/2014/main" id="{299ECF28-EB52-43F0-AC8D-CE3CA730A196}"/>
              </a:ext>
            </a:extLst>
          </p:cNvPr>
          <p:cNvSpPr>
            <a:spLocks noGrp="1"/>
          </p:cNvSpPr>
          <p:nvPr/>
        </p:nvSpPr>
        <p:spPr>
          <a:xfrm>
            <a:off x="685800" y="1695450"/>
            <a:ext cx="8572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A small governed pilot teaches more than a broad uncontrolled import.</a:t>
            </a:r>
          </a:p>
        </p:txBody>
      </p:sp>
      <p:sp>
        <p:nvSpPr>
          <p:cNvPr id="6" name="Oval 5">
            <a:extLst>
              <a:ext uri="{FF2B5EF4-FFF2-40B4-BE49-F238E27FC236}">
                <a16:creationId xmlns:a16="http://schemas.microsoft.com/office/drawing/2014/main" id="{80A7C963-7B38-4F22-BBCB-12BD5393DF47}"/>
              </a:ext>
            </a:extLst>
          </p:cNvPr>
          <p:cNvSpPr>
            <a:spLocks noGrp="1"/>
          </p:cNvSpPr>
          <p:nvPr/>
        </p:nvSpPr>
        <p:spPr>
          <a:xfrm>
            <a:off x="1697355" y="2362200"/>
            <a:ext cx="476250" cy="476250"/>
          </a:xfrm>
          <a:prstGeom prst="ellipse">
            <a:avLst/>
          </a:prstGeom>
          <a:solidFill>
            <a:srgbClr val="0F2F46"/>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C13A0F2E-DE06-4FCC-8CD9-F2382CA5C3BE}"/>
              </a:ext>
            </a:extLst>
          </p:cNvPr>
          <p:cNvSpPr>
            <a:spLocks noGrp="1"/>
          </p:cNvSpPr>
          <p:nvPr/>
        </p:nvSpPr>
        <p:spPr>
          <a:xfrm>
            <a:off x="180213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1</a:t>
            </a:r>
          </a:p>
        </p:txBody>
      </p:sp>
      <p:sp>
        <p:nvSpPr>
          <p:cNvPr id="8" name="Rectangle: Rounded Corners 7">
            <a:extLst>
              <a:ext uri="{FF2B5EF4-FFF2-40B4-BE49-F238E27FC236}">
                <a16:creationId xmlns:a16="http://schemas.microsoft.com/office/drawing/2014/main" id="{18D383AE-3B6B-45A9-BB19-EE65DEBED2EB}"/>
              </a:ext>
            </a:extLst>
          </p:cNvPr>
          <p:cNvSpPr>
            <a:spLocks noGrp="1"/>
          </p:cNvSpPr>
          <p:nvPr/>
        </p:nvSpPr>
        <p:spPr>
          <a:xfrm>
            <a:off x="1047750" y="2914649"/>
            <a:ext cx="1775460" cy="2308479"/>
          </a:xfrm>
          <a:prstGeom prst="roundRect">
            <a:avLst>
              <a:gd name="adj" fmla="val 7229"/>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B1F659B2-ADEF-448E-8ABA-72CB0F30EE2C}"/>
              </a:ext>
            </a:extLst>
          </p:cNvPr>
          <p:cNvSpPr>
            <a:spLocks noGrp="1"/>
          </p:cNvSpPr>
          <p:nvPr/>
        </p:nvSpPr>
        <p:spPr>
          <a:xfrm>
            <a:off x="1047750" y="2914649"/>
            <a:ext cx="66675" cy="2308479"/>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E92C3666-F6FA-40D8-A54E-A7C9D178E3AA}"/>
              </a:ext>
            </a:extLst>
          </p:cNvPr>
          <p:cNvSpPr>
            <a:spLocks noGrp="1"/>
          </p:cNvSpPr>
          <p:nvPr/>
        </p:nvSpPr>
        <p:spPr>
          <a:xfrm>
            <a:off x="1257300" y="3086100"/>
            <a:ext cx="1356360" cy="723138"/>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Pick scope</a:t>
            </a:r>
          </a:p>
        </p:txBody>
      </p:sp>
      <p:sp>
        <p:nvSpPr>
          <p:cNvPr id="11" name="Rectangle 10">
            <a:extLst>
              <a:ext uri="{FF2B5EF4-FFF2-40B4-BE49-F238E27FC236}">
                <a16:creationId xmlns:a16="http://schemas.microsoft.com/office/drawing/2014/main" id="{6C4BED4B-A770-47A3-9B3E-F3AA9DCCF6D7}"/>
              </a:ext>
            </a:extLst>
          </p:cNvPr>
          <p:cNvSpPr>
            <a:spLocks noGrp="1"/>
          </p:cNvSpPr>
          <p:nvPr/>
        </p:nvSpPr>
        <p:spPr>
          <a:xfrm>
            <a:off x="1257300" y="3733800"/>
            <a:ext cx="1356360" cy="111252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One department or workflow.</a:t>
            </a:r>
          </a:p>
        </p:txBody>
      </p:sp>
      <p:sp>
        <p:nvSpPr>
          <p:cNvPr id="12" name="Rectangle 11">
            <a:extLst>
              <a:ext uri="{FF2B5EF4-FFF2-40B4-BE49-F238E27FC236}">
                <a16:creationId xmlns:a16="http://schemas.microsoft.com/office/drawing/2014/main" id="{8F4F74F2-2332-4E0F-87A2-A7E9321EBFC3}"/>
              </a:ext>
            </a:extLst>
          </p:cNvPr>
          <p:cNvSpPr>
            <a:spLocks noGrp="1"/>
          </p:cNvSpPr>
          <p:nvPr/>
        </p:nvSpPr>
        <p:spPr>
          <a:xfrm>
            <a:off x="2823210" y="3467100"/>
            <a:ext cx="304800" cy="55626"/>
          </a:xfrm>
          <a:prstGeom prst="rect">
            <a:avLst/>
          </a:prstGeom>
          <a:solidFill>
            <a:srgbClr val="05D6A4"/>
          </a:solidFill>
          <a:ln w="11430">
            <a:solidFill>
              <a:srgbClr val="05D6A4"/>
            </a:solidFill>
            <a:prstDash val="solid"/>
          </a:ln>
        </p:spPr>
        <p:txBody>
          <a:bodyPr/>
          <a:lstStyle/>
          <a:p>
            <a:endParaRPr/>
          </a:p>
        </p:txBody>
      </p:sp>
      <p:sp>
        <p:nvSpPr>
          <p:cNvPr id="13" name="Oval 12">
            <a:extLst>
              <a:ext uri="{FF2B5EF4-FFF2-40B4-BE49-F238E27FC236}">
                <a16:creationId xmlns:a16="http://schemas.microsoft.com/office/drawing/2014/main" id="{92877F1D-A46B-4906-AEC4-3499FBB990DA}"/>
              </a:ext>
            </a:extLst>
          </p:cNvPr>
          <p:cNvSpPr>
            <a:spLocks noGrp="1"/>
          </p:cNvSpPr>
          <p:nvPr/>
        </p:nvSpPr>
        <p:spPr>
          <a:xfrm>
            <a:off x="3777615" y="2362200"/>
            <a:ext cx="476250" cy="476250"/>
          </a:xfrm>
          <a:prstGeom prst="ellipse">
            <a:avLst/>
          </a:prstGeom>
          <a:solidFill>
            <a:srgbClr val="0F2F46"/>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97C9D12C-457B-4A05-8A96-AED43BC4AA5B}"/>
              </a:ext>
            </a:extLst>
          </p:cNvPr>
          <p:cNvSpPr>
            <a:spLocks noGrp="1"/>
          </p:cNvSpPr>
          <p:nvPr/>
        </p:nvSpPr>
        <p:spPr>
          <a:xfrm>
            <a:off x="388239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2</a:t>
            </a:r>
          </a:p>
        </p:txBody>
      </p:sp>
      <p:sp>
        <p:nvSpPr>
          <p:cNvPr id="15" name="Rectangle: Rounded Corners 14">
            <a:extLst>
              <a:ext uri="{FF2B5EF4-FFF2-40B4-BE49-F238E27FC236}">
                <a16:creationId xmlns:a16="http://schemas.microsoft.com/office/drawing/2014/main" id="{3A4332B2-0F82-445B-9E6B-52C81C3FB822}"/>
              </a:ext>
            </a:extLst>
          </p:cNvPr>
          <p:cNvSpPr>
            <a:spLocks noGrp="1"/>
          </p:cNvSpPr>
          <p:nvPr/>
        </p:nvSpPr>
        <p:spPr>
          <a:xfrm>
            <a:off x="3128010" y="2914649"/>
            <a:ext cx="1775460" cy="2308479"/>
          </a:xfrm>
          <a:prstGeom prst="roundRect">
            <a:avLst>
              <a:gd name="adj" fmla="val 7229"/>
            </a:avLst>
          </a:prstGeom>
          <a:solidFill>
            <a:srgbClr val="10243A"/>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55675428-2122-44CE-BEEB-52B6C010B8D6}"/>
              </a:ext>
            </a:extLst>
          </p:cNvPr>
          <p:cNvSpPr>
            <a:spLocks noGrp="1"/>
          </p:cNvSpPr>
          <p:nvPr/>
        </p:nvSpPr>
        <p:spPr>
          <a:xfrm>
            <a:off x="3128010" y="2914649"/>
            <a:ext cx="66675" cy="2308479"/>
          </a:xfrm>
          <a:prstGeom prst="rect">
            <a:avLst/>
          </a:prstGeom>
          <a:solidFill>
            <a:srgbClr val="38BDF8"/>
          </a:solidFill>
          <a:ln w="11430">
            <a:solidFill>
              <a:srgbClr val="38BDF8"/>
            </a:solidFill>
            <a:prstDash val="solid"/>
          </a:ln>
        </p:spPr>
        <p:txBody>
          <a:bodyPr/>
          <a:lstStyle/>
          <a:p>
            <a:endParaRPr/>
          </a:p>
        </p:txBody>
      </p:sp>
      <p:sp>
        <p:nvSpPr>
          <p:cNvPr id="17" name="Rectangle 16">
            <a:extLst>
              <a:ext uri="{FF2B5EF4-FFF2-40B4-BE49-F238E27FC236}">
                <a16:creationId xmlns:a16="http://schemas.microsoft.com/office/drawing/2014/main" id="{B9D794B6-68F4-40F5-997A-CF6ACD4A519F}"/>
              </a:ext>
            </a:extLst>
          </p:cNvPr>
          <p:cNvSpPr>
            <a:spLocks noGrp="1"/>
          </p:cNvSpPr>
          <p:nvPr/>
        </p:nvSpPr>
        <p:spPr>
          <a:xfrm>
            <a:off x="3337560" y="3086100"/>
            <a:ext cx="1356360" cy="723138"/>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Ingest sources</a:t>
            </a:r>
          </a:p>
        </p:txBody>
      </p:sp>
      <p:sp>
        <p:nvSpPr>
          <p:cNvPr id="18" name="Rectangle 17">
            <a:extLst>
              <a:ext uri="{FF2B5EF4-FFF2-40B4-BE49-F238E27FC236}">
                <a16:creationId xmlns:a16="http://schemas.microsoft.com/office/drawing/2014/main" id="{D1CCDC82-FCC4-43E3-AB41-32F581AB1A7A}"/>
              </a:ext>
            </a:extLst>
          </p:cNvPr>
          <p:cNvSpPr>
            <a:spLocks noGrp="1"/>
          </p:cNvSpPr>
          <p:nvPr/>
        </p:nvSpPr>
        <p:spPr>
          <a:xfrm>
            <a:off x="3337560" y="3733800"/>
            <a:ext cx="1356360" cy="111252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Approved, owned content.</a:t>
            </a:r>
          </a:p>
        </p:txBody>
      </p:sp>
      <p:sp>
        <p:nvSpPr>
          <p:cNvPr id="19" name="Rectangle 18">
            <a:extLst>
              <a:ext uri="{FF2B5EF4-FFF2-40B4-BE49-F238E27FC236}">
                <a16:creationId xmlns:a16="http://schemas.microsoft.com/office/drawing/2014/main" id="{BFEBA2AA-9FBF-45CF-BA76-D084675B9BF5}"/>
              </a:ext>
            </a:extLst>
          </p:cNvPr>
          <p:cNvSpPr>
            <a:spLocks noGrp="1"/>
          </p:cNvSpPr>
          <p:nvPr/>
        </p:nvSpPr>
        <p:spPr>
          <a:xfrm>
            <a:off x="4903470" y="3467100"/>
            <a:ext cx="304800" cy="55626"/>
          </a:xfrm>
          <a:prstGeom prst="rect">
            <a:avLst/>
          </a:prstGeom>
          <a:solidFill>
            <a:srgbClr val="05D6A4"/>
          </a:solidFill>
          <a:ln w="11430">
            <a:solidFill>
              <a:srgbClr val="05D6A4"/>
            </a:solidFill>
            <a:prstDash val="solid"/>
          </a:ln>
        </p:spPr>
        <p:txBody>
          <a:bodyPr/>
          <a:lstStyle/>
          <a:p>
            <a:endParaRPr/>
          </a:p>
        </p:txBody>
      </p:sp>
      <p:sp>
        <p:nvSpPr>
          <p:cNvPr id="20" name="Oval 19">
            <a:extLst>
              <a:ext uri="{FF2B5EF4-FFF2-40B4-BE49-F238E27FC236}">
                <a16:creationId xmlns:a16="http://schemas.microsoft.com/office/drawing/2014/main" id="{9E463716-6C89-440C-B670-77A5F21188D0}"/>
              </a:ext>
            </a:extLst>
          </p:cNvPr>
          <p:cNvSpPr>
            <a:spLocks noGrp="1"/>
          </p:cNvSpPr>
          <p:nvPr/>
        </p:nvSpPr>
        <p:spPr>
          <a:xfrm>
            <a:off x="5857875" y="2362200"/>
            <a:ext cx="476250" cy="476250"/>
          </a:xfrm>
          <a:prstGeom prst="ellipse">
            <a:avLst/>
          </a:prstGeom>
          <a:solidFill>
            <a:srgbClr val="0F2F46"/>
          </a:solidFill>
          <a:ln w="11430">
            <a:solidFill>
              <a:srgbClr val="A78BFA"/>
            </a:solidFill>
            <a:prstDash val="solid"/>
          </a:ln>
        </p:spPr>
        <p:txBody>
          <a:bodyPr/>
          <a:lstStyle/>
          <a:p>
            <a:endParaRPr/>
          </a:p>
        </p:txBody>
      </p:sp>
      <p:sp>
        <p:nvSpPr>
          <p:cNvPr id="21" name="Rectangle 20">
            <a:extLst>
              <a:ext uri="{FF2B5EF4-FFF2-40B4-BE49-F238E27FC236}">
                <a16:creationId xmlns:a16="http://schemas.microsoft.com/office/drawing/2014/main" id="{815674BF-526C-4B7D-B9E0-231E923AA792}"/>
              </a:ext>
            </a:extLst>
          </p:cNvPr>
          <p:cNvSpPr>
            <a:spLocks noGrp="1"/>
          </p:cNvSpPr>
          <p:nvPr/>
        </p:nvSpPr>
        <p:spPr>
          <a:xfrm>
            <a:off x="596265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3</a:t>
            </a:r>
          </a:p>
        </p:txBody>
      </p:sp>
      <p:sp>
        <p:nvSpPr>
          <p:cNvPr id="22" name="Rectangle: Rounded Corners 21">
            <a:extLst>
              <a:ext uri="{FF2B5EF4-FFF2-40B4-BE49-F238E27FC236}">
                <a16:creationId xmlns:a16="http://schemas.microsoft.com/office/drawing/2014/main" id="{FE10456F-D758-4370-8C27-076E4BF45DCB}"/>
              </a:ext>
            </a:extLst>
          </p:cNvPr>
          <p:cNvSpPr>
            <a:spLocks noGrp="1"/>
          </p:cNvSpPr>
          <p:nvPr/>
        </p:nvSpPr>
        <p:spPr>
          <a:xfrm>
            <a:off x="5208270" y="2914649"/>
            <a:ext cx="1775460" cy="2308479"/>
          </a:xfrm>
          <a:prstGeom prst="roundRect">
            <a:avLst>
              <a:gd name="adj" fmla="val 7229"/>
            </a:avLst>
          </a:prstGeom>
          <a:solidFill>
            <a:srgbClr val="10243A"/>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D979F0C5-8465-45DF-897B-D33CB9B69F3F}"/>
              </a:ext>
            </a:extLst>
          </p:cNvPr>
          <p:cNvSpPr>
            <a:spLocks noGrp="1"/>
          </p:cNvSpPr>
          <p:nvPr/>
        </p:nvSpPr>
        <p:spPr>
          <a:xfrm>
            <a:off x="5208270" y="2914649"/>
            <a:ext cx="66675" cy="2308479"/>
          </a:xfrm>
          <a:prstGeom prst="rect">
            <a:avLst/>
          </a:prstGeom>
          <a:solidFill>
            <a:srgbClr val="A78BFA"/>
          </a:solidFill>
          <a:ln w="11430">
            <a:solidFill>
              <a:srgbClr val="A78BFA"/>
            </a:solidFill>
            <a:prstDash val="solid"/>
          </a:ln>
        </p:spPr>
        <p:txBody>
          <a:bodyPr/>
          <a:lstStyle/>
          <a:p>
            <a:endParaRPr/>
          </a:p>
        </p:txBody>
      </p:sp>
      <p:sp>
        <p:nvSpPr>
          <p:cNvPr id="24" name="Rectangle 23">
            <a:extLst>
              <a:ext uri="{FF2B5EF4-FFF2-40B4-BE49-F238E27FC236}">
                <a16:creationId xmlns:a16="http://schemas.microsoft.com/office/drawing/2014/main" id="{AFDDC8BA-94F5-4A03-B75F-4F7DBBCD9E6F}"/>
              </a:ext>
            </a:extLst>
          </p:cNvPr>
          <p:cNvSpPr>
            <a:spLocks noGrp="1"/>
          </p:cNvSpPr>
          <p:nvPr/>
        </p:nvSpPr>
        <p:spPr>
          <a:xfrm>
            <a:off x="5417820" y="3086100"/>
            <a:ext cx="1356360" cy="723138"/>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Connect agent</a:t>
            </a:r>
          </a:p>
        </p:txBody>
      </p:sp>
      <p:sp>
        <p:nvSpPr>
          <p:cNvPr id="25" name="Rectangle 24">
            <a:extLst>
              <a:ext uri="{FF2B5EF4-FFF2-40B4-BE49-F238E27FC236}">
                <a16:creationId xmlns:a16="http://schemas.microsoft.com/office/drawing/2014/main" id="{65CD7E72-E84D-4FAA-A237-C4A22802DBAD}"/>
              </a:ext>
            </a:extLst>
          </p:cNvPr>
          <p:cNvSpPr>
            <a:spLocks noGrp="1"/>
          </p:cNvSpPr>
          <p:nvPr/>
        </p:nvSpPr>
        <p:spPr>
          <a:xfrm>
            <a:off x="5417820" y="3733800"/>
            <a:ext cx="1356360" cy="111252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MCP or CLI for real work.</a:t>
            </a:r>
          </a:p>
        </p:txBody>
      </p:sp>
      <p:sp>
        <p:nvSpPr>
          <p:cNvPr id="26" name="Rectangle 25">
            <a:extLst>
              <a:ext uri="{FF2B5EF4-FFF2-40B4-BE49-F238E27FC236}">
                <a16:creationId xmlns:a16="http://schemas.microsoft.com/office/drawing/2014/main" id="{1B69CD2A-2E26-4F20-B344-774E4E73EBE3}"/>
              </a:ext>
            </a:extLst>
          </p:cNvPr>
          <p:cNvSpPr>
            <a:spLocks noGrp="1"/>
          </p:cNvSpPr>
          <p:nvPr/>
        </p:nvSpPr>
        <p:spPr>
          <a:xfrm>
            <a:off x="6983730" y="3467100"/>
            <a:ext cx="304800" cy="55626"/>
          </a:xfrm>
          <a:prstGeom prst="rect">
            <a:avLst/>
          </a:prstGeom>
          <a:solidFill>
            <a:srgbClr val="05D6A4"/>
          </a:solidFill>
          <a:ln w="11430">
            <a:solidFill>
              <a:srgbClr val="05D6A4"/>
            </a:solidFill>
            <a:prstDash val="solid"/>
          </a:ln>
        </p:spPr>
        <p:txBody>
          <a:bodyPr/>
          <a:lstStyle/>
          <a:p>
            <a:endParaRPr/>
          </a:p>
        </p:txBody>
      </p:sp>
      <p:sp>
        <p:nvSpPr>
          <p:cNvPr id="27" name="Oval 26">
            <a:extLst>
              <a:ext uri="{FF2B5EF4-FFF2-40B4-BE49-F238E27FC236}">
                <a16:creationId xmlns:a16="http://schemas.microsoft.com/office/drawing/2014/main" id="{B87143D1-D135-44E4-A9AD-5AFBF0B4AD02}"/>
              </a:ext>
            </a:extLst>
          </p:cNvPr>
          <p:cNvSpPr>
            <a:spLocks noGrp="1"/>
          </p:cNvSpPr>
          <p:nvPr/>
        </p:nvSpPr>
        <p:spPr>
          <a:xfrm>
            <a:off x="7938135" y="2362200"/>
            <a:ext cx="476250" cy="476250"/>
          </a:xfrm>
          <a:prstGeom prst="ellipse">
            <a:avLst/>
          </a:prstGeom>
          <a:solidFill>
            <a:srgbClr val="0F2F46"/>
          </a:solidFill>
          <a:ln w="11430">
            <a:solidFill>
              <a:srgbClr val="22C55E"/>
            </a:solidFill>
            <a:prstDash val="solid"/>
          </a:ln>
        </p:spPr>
        <p:txBody>
          <a:bodyPr/>
          <a:lstStyle/>
          <a:p>
            <a:endParaRPr/>
          </a:p>
        </p:txBody>
      </p:sp>
      <p:sp>
        <p:nvSpPr>
          <p:cNvPr id="28" name="Rectangle 27">
            <a:extLst>
              <a:ext uri="{FF2B5EF4-FFF2-40B4-BE49-F238E27FC236}">
                <a16:creationId xmlns:a16="http://schemas.microsoft.com/office/drawing/2014/main" id="{BF83D5A5-7B6C-453C-8F06-634D8FB692D2}"/>
              </a:ext>
            </a:extLst>
          </p:cNvPr>
          <p:cNvSpPr>
            <a:spLocks noGrp="1"/>
          </p:cNvSpPr>
          <p:nvPr/>
        </p:nvSpPr>
        <p:spPr>
          <a:xfrm>
            <a:off x="804291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4</a:t>
            </a:r>
          </a:p>
        </p:txBody>
      </p:sp>
      <p:sp>
        <p:nvSpPr>
          <p:cNvPr id="29" name="Rectangle: Rounded Corners 28">
            <a:extLst>
              <a:ext uri="{FF2B5EF4-FFF2-40B4-BE49-F238E27FC236}">
                <a16:creationId xmlns:a16="http://schemas.microsoft.com/office/drawing/2014/main" id="{8070D7D1-98DB-424E-9424-E6981E40CCEF}"/>
              </a:ext>
            </a:extLst>
          </p:cNvPr>
          <p:cNvSpPr>
            <a:spLocks noGrp="1"/>
          </p:cNvSpPr>
          <p:nvPr/>
        </p:nvSpPr>
        <p:spPr>
          <a:xfrm>
            <a:off x="7288530" y="2914649"/>
            <a:ext cx="1775460" cy="2308479"/>
          </a:xfrm>
          <a:prstGeom prst="roundRect">
            <a:avLst>
              <a:gd name="adj" fmla="val 7229"/>
            </a:avLst>
          </a:prstGeom>
          <a:solidFill>
            <a:srgbClr val="10243A"/>
          </a:solidFill>
          <a:ln w="11430">
            <a:solidFill>
              <a:srgbClr val="22C55E"/>
            </a:solidFill>
            <a:prstDash val="solid"/>
          </a:ln>
        </p:spPr>
        <p:txBody>
          <a:bodyPr/>
          <a:lstStyle/>
          <a:p>
            <a:endParaRPr/>
          </a:p>
        </p:txBody>
      </p:sp>
      <p:sp>
        <p:nvSpPr>
          <p:cNvPr id="30" name="Rectangle 29">
            <a:extLst>
              <a:ext uri="{FF2B5EF4-FFF2-40B4-BE49-F238E27FC236}">
                <a16:creationId xmlns:a16="http://schemas.microsoft.com/office/drawing/2014/main" id="{61FB2BC9-D822-4243-AEEF-DD0EB6F005B8}"/>
              </a:ext>
            </a:extLst>
          </p:cNvPr>
          <p:cNvSpPr>
            <a:spLocks noGrp="1"/>
          </p:cNvSpPr>
          <p:nvPr/>
        </p:nvSpPr>
        <p:spPr>
          <a:xfrm>
            <a:off x="7288530" y="2914649"/>
            <a:ext cx="66675" cy="2308479"/>
          </a:xfrm>
          <a:prstGeom prst="rect">
            <a:avLst/>
          </a:prstGeom>
          <a:solidFill>
            <a:srgbClr val="22C55E"/>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E0FD3EBD-38CC-4751-9EC8-0DF8A4DEF630}"/>
              </a:ext>
            </a:extLst>
          </p:cNvPr>
          <p:cNvSpPr>
            <a:spLocks noGrp="1"/>
          </p:cNvSpPr>
          <p:nvPr/>
        </p:nvSpPr>
        <p:spPr>
          <a:xfrm>
            <a:off x="7498080" y="3086100"/>
            <a:ext cx="1356360" cy="723138"/>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Test answers</a:t>
            </a:r>
          </a:p>
        </p:txBody>
      </p:sp>
      <p:sp>
        <p:nvSpPr>
          <p:cNvPr id="32" name="Rectangle 31">
            <a:extLst>
              <a:ext uri="{FF2B5EF4-FFF2-40B4-BE49-F238E27FC236}">
                <a16:creationId xmlns:a16="http://schemas.microsoft.com/office/drawing/2014/main" id="{8F916246-5434-4BDE-9A5D-CC8B7E6BDADB}"/>
              </a:ext>
            </a:extLst>
          </p:cNvPr>
          <p:cNvSpPr>
            <a:spLocks noGrp="1"/>
          </p:cNvSpPr>
          <p:nvPr/>
        </p:nvSpPr>
        <p:spPr>
          <a:xfrm>
            <a:off x="7498080" y="3733800"/>
            <a:ext cx="1356360" cy="111252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Citations, gaps, access.</a:t>
            </a:r>
          </a:p>
        </p:txBody>
      </p:sp>
      <p:sp>
        <p:nvSpPr>
          <p:cNvPr id="33" name="Rectangle 32">
            <a:extLst>
              <a:ext uri="{FF2B5EF4-FFF2-40B4-BE49-F238E27FC236}">
                <a16:creationId xmlns:a16="http://schemas.microsoft.com/office/drawing/2014/main" id="{295ADEDE-1B89-493E-9080-78731CDB81A9}"/>
              </a:ext>
            </a:extLst>
          </p:cNvPr>
          <p:cNvSpPr>
            <a:spLocks noGrp="1"/>
          </p:cNvSpPr>
          <p:nvPr/>
        </p:nvSpPr>
        <p:spPr>
          <a:xfrm>
            <a:off x="9063990" y="3467100"/>
            <a:ext cx="304800" cy="55626"/>
          </a:xfrm>
          <a:prstGeom prst="rect">
            <a:avLst/>
          </a:prstGeom>
          <a:solidFill>
            <a:srgbClr val="05D6A4"/>
          </a:solidFill>
          <a:ln w="11430">
            <a:solidFill>
              <a:srgbClr val="05D6A4"/>
            </a:solidFill>
            <a:prstDash val="solid"/>
          </a:ln>
        </p:spPr>
        <p:txBody>
          <a:bodyPr/>
          <a:lstStyle/>
          <a:p>
            <a:endParaRPr/>
          </a:p>
        </p:txBody>
      </p:sp>
      <p:sp>
        <p:nvSpPr>
          <p:cNvPr id="34" name="Oval 33">
            <a:extLst>
              <a:ext uri="{FF2B5EF4-FFF2-40B4-BE49-F238E27FC236}">
                <a16:creationId xmlns:a16="http://schemas.microsoft.com/office/drawing/2014/main" id="{803CE82E-9B2F-47A7-90F1-85EDD0A466E2}"/>
              </a:ext>
            </a:extLst>
          </p:cNvPr>
          <p:cNvSpPr>
            <a:spLocks noGrp="1"/>
          </p:cNvSpPr>
          <p:nvPr/>
        </p:nvSpPr>
        <p:spPr>
          <a:xfrm>
            <a:off x="10018395" y="2362200"/>
            <a:ext cx="476250" cy="476250"/>
          </a:xfrm>
          <a:prstGeom prst="ellipse">
            <a:avLst/>
          </a:prstGeom>
          <a:solidFill>
            <a:srgbClr val="0F2F46"/>
          </a:solidFill>
          <a:ln w="11430">
            <a:solidFill>
              <a:srgbClr val="FBBF24"/>
            </a:solidFill>
            <a:prstDash val="solid"/>
          </a:ln>
        </p:spPr>
        <p:txBody>
          <a:bodyPr/>
          <a:lstStyle/>
          <a:p>
            <a:endParaRPr/>
          </a:p>
        </p:txBody>
      </p:sp>
      <p:sp>
        <p:nvSpPr>
          <p:cNvPr id="35" name="Rectangle 34">
            <a:extLst>
              <a:ext uri="{FF2B5EF4-FFF2-40B4-BE49-F238E27FC236}">
                <a16:creationId xmlns:a16="http://schemas.microsoft.com/office/drawing/2014/main" id="{BD5EEAA7-FEA1-41D6-875C-915D9C2AC0A1}"/>
              </a:ext>
            </a:extLst>
          </p:cNvPr>
          <p:cNvSpPr>
            <a:spLocks noGrp="1"/>
          </p:cNvSpPr>
          <p:nvPr/>
        </p:nvSpPr>
        <p:spPr>
          <a:xfrm>
            <a:off x="1012317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5</a:t>
            </a:r>
          </a:p>
        </p:txBody>
      </p:sp>
      <p:sp>
        <p:nvSpPr>
          <p:cNvPr id="36" name="Rectangle: Rounded Corners 35">
            <a:extLst>
              <a:ext uri="{FF2B5EF4-FFF2-40B4-BE49-F238E27FC236}">
                <a16:creationId xmlns:a16="http://schemas.microsoft.com/office/drawing/2014/main" id="{163ADF9F-D5CE-45CA-9767-9AE5FCB4FDDC}"/>
              </a:ext>
            </a:extLst>
          </p:cNvPr>
          <p:cNvSpPr>
            <a:spLocks noGrp="1"/>
          </p:cNvSpPr>
          <p:nvPr/>
        </p:nvSpPr>
        <p:spPr>
          <a:xfrm>
            <a:off x="9368790" y="2914649"/>
            <a:ext cx="1775460" cy="2308479"/>
          </a:xfrm>
          <a:prstGeom prst="roundRect">
            <a:avLst>
              <a:gd name="adj" fmla="val 7229"/>
            </a:avLst>
          </a:prstGeom>
          <a:solidFill>
            <a:srgbClr val="10243A"/>
          </a:solidFill>
          <a:ln w="11430">
            <a:solidFill>
              <a:srgbClr val="FBBF24"/>
            </a:solidFill>
            <a:prstDash val="solid"/>
          </a:ln>
        </p:spPr>
        <p:txBody>
          <a:bodyPr/>
          <a:lstStyle/>
          <a:p>
            <a:endParaRPr/>
          </a:p>
        </p:txBody>
      </p:sp>
      <p:sp>
        <p:nvSpPr>
          <p:cNvPr id="37" name="Rectangle 36">
            <a:extLst>
              <a:ext uri="{FF2B5EF4-FFF2-40B4-BE49-F238E27FC236}">
                <a16:creationId xmlns:a16="http://schemas.microsoft.com/office/drawing/2014/main" id="{0E1506C1-1BD4-4BE4-A979-262B483314B9}"/>
              </a:ext>
            </a:extLst>
          </p:cNvPr>
          <p:cNvSpPr>
            <a:spLocks noGrp="1"/>
          </p:cNvSpPr>
          <p:nvPr/>
        </p:nvSpPr>
        <p:spPr>
          <a:xfrm>
            <a:off x="9368790" y="2914649"/>
            <a:ext cx="66675" cy="2308479"/>
          </a:xfrm>
          <a:prstGeom prst="rect">
            <a:avLst/>
          </a:prstGeom>
          <a:solidFill>
            <a:srgbClr val="FBBF24"/>
          </a:solidFill>
          <a:ln w="11430">
            <a:solidFill>
              <a:srgbClr val="FBBF24"/>
            </a:solidFill>
            <a:prstDash val="solid"/>
          </a:ln>
        </p:spPr>
        <p:txBody>
          <a:bodyPr/>
          <a:lstStyle/>
          <a:p>
            <a:endParaRPr/>
          </a:p>
        </p:txBody>
      </p:sp>
      <p:sp>
        <p:nvSpPr>
          <p:cNvPr id="38" name="Rectangle 37">
            <a:extLst>
              <a:ext uri="{FF2B5EF4-FFF2-40B4-BE49-F238E27FC236}">
                <a16:creationId xmlns:a16="http://schemas.microsoft.com/office/drawing/2014/main" id="{0DDCA324-C8BD-42D0-80DB-4031B22C1206}"/>
              </a:ext>
            </a:extLst>
          </p:cNvPr>
          <p:cNvSpPr>
            <a:spLocks noGrp="1"/>
          </p:cNvSpPr>
          <p:nvPr/>
        </p:nvSpPr>
        <p:spPr>
          <a:xfrm>
            <a:off x="9578340" y="3086100"/>
            <a:ext cx="1356360" cy="723138"/>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Decide</a:t>
            </a:r>
          </a:p>
        </p:txBody>
      </p:sp>
      <p:sp>
        <p:nvSpPr>
          <p:cNvPr id="39" name="Rectangle 38">
            <a:extLst>
              <a:ext uri="{FF2B5EF4-FFF2-40B4-BE49-F238E27FC236}">
                <a16:creationId xmlns:a16="http://schemas.microsoft.com/office/drawing/2014/main" id="{4CC78608-B238-4BC3-ADFD-E37D303EDE46}"/>
              </a:ext>
            </a:extLst>
          </p:cNvPr>
          <p:cNvSpPr>
            <a:spLocks noGrp="1"/>
          </p:cNvSpPr>
          <p:nvPr/>
        </p:nvSpPr>
        <p:spPr>
          <a:xfrm>
            <a:off x="9578340" y="3733800"/>
            <a:ext cx="1356360" cy="111252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Build, extend, or pause.</a:t>
            </a:r>
          </a:p>
        </p:txBody>
      </p:sp>
      <p:sp>
        <p:nvSpPr>
          <p:cNvPr id="40" name="Rectangle: Rounded Corners 39">
            <a:extLst>
              <a:ext uri="{FF2B5EF4-FFF2-40B4-BE49-F238E27FC236}">
                <a16:creationId xmlns:a16="http://schemas.microsoft.com/office/drawing/2014/main" id="{9C19A435-5E20-48F8-9D7D-E39322BCB378}"/>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41" name="Rectangle 40">
            <a:extLst>
              <a:ext uri="{FF2B5EF4-FFF2-40B4-BE49-F238E27FC236}">
                <a16:creationId xmlns:a16="http://schemas.microsoft.com/office/drawing/2014/main" id="{9EC9E665-88FC-4DE2-BC02-BB1AC07FBA44}"/>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42" name="Rectangle 41">
            <a:extLst>
              <a:ext uri="{FF2B5EF4-FFF2-40B4-BE49-F238E27FC236}">
                <a16:creationId xmlns:a16="http://schemas.microsoft.com/office/drawing/2014/main" id="{2C7F007F-A706-4D5B-B9ED-079264FC742E}"/>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Treat GBrain as a pilotable pattern, not an instant platform decision.</a:t>
            </a:r>
          </a:p>
        </p:txBody>
      </p:sp>
      <p:sp>
        <p:nvSpPr>
          <p:cNvPr id="44" name="Oval 43">
            <a:extLst>
              <a:ext uri="{FF2B5EF4-FFF2-40B4-BE49-F238E27FC236}">
                <a16:creationId xmlns:a16="http://schemas.microsoft.com/office/drawing/2014/main" id="{29EDBCF4-9454-487E-8E63-5C5A6394F173}"/>
              </a:ext>
            </a:extLst>
          </p:cNvPr>
          <p:cNvSpPr>
            <a:spLocks noGrp="1"/>
          </p:cNvSpPr>
          <p:nvPr/>
        </p:nvSpPr>
        <p:spPr>
          <a:xfrm>
            <a:off x="1025843" y="2790824"/>
            <a:ext cx="400050" cy="400050"/>
          </a:xfrm>
          <a:prstGeom prst="ellipse">
            <a:avLst/>
          </a:prstGeom>
          <a:solidFill>
            <a:srgbClr val="05D6A4"/>
          </a:solidFill>
          <a:ln w="9525">
            <a:solidFill>
              <a:srgbClr val="0B1A2A"/>
            </a:solidFill>
            <a:prstDash val="solid"/>
          </a:ln>
        </p:spPr>
        <p:txBody>
          <a:bodyPr/>
          <a:lstStyle/>
          <a:p>
            <a:endParaRPr lang="en-SG"/>
          </a:p>
        </p:txBody>
      </p:sp>
      <p:pic>
        <p:nvPicPr>
          <p:cNvPr id="97" name="Graphic 96"/>
          <p:cNvPicPr>
            <a:picLocks noChangeAspect="1"/>
          </p:cNvPicPr>
          <p:nvPr/>
        </p:nvPicPr>
        <p:blipFill>
          <a:blip>
            <a:extLst>
              <a:ext uri="{96DAC541-7B7A-43D3-8B79-37D633B846F1}">
                <asvg:svgBlip xmlns:asvg="http://schemas.microsoft.com/office/drawing/2016/SVG/main" r:embed="rId3"/>
              </a:ext>
            </a:extLst>
          </a:blip>
          <a:stretch/>
        </p:blipFill>
        <p:spPr>
          <a:xfrm>
            <a:off x="1113854" y="2878835"/>
            <a:ext cx="224028" cy="224028"/>
          </a:xfrm>
          <a:prstGeom prst="rect">
            <a:avLst/>
          </a:prstGeom>
        </p:spPr>
      </p:pic>
      <p:sp>
        <p:nvSpPr>
          <p:cNvPr id="46" name="Oval 45">
            <a:extLst>
              <a:ext uri="{FF2B5EF4-FFF2-40B4-BE49-F238E27FC236}">
                <a16:creationId xmlns:a16="http://schemas.microsoft.com/office/drawing/2014/main" id="{E50DA56B-0FA1-490B-A456-E407A7A8E7C2}"/>
              </a:ext>
            </a:extLst>
          </p:cNvPr>
          <p:cNvSpPr>
            <a:spLocks noGrp="1"/>
          </p:cNvSpPr>
          <p:nvPr/>
        </p:nvSpPr>
        <p:spPr>
          <a:xfrm>
            <a:off x="3106103" y="2790824"/>
            <a:ext cx="400050" cy="400050"/>
          </a:xfrm>
          <a:prstGeom prst="ellipse">
            <a:avLst/>
          </a:prstGeom>
          <a:solidFill>
            <a:srgbClr val="38BDF8"/>
          </a:solidFill>
          <a:ln w="9525">
            <a:solidFill>
              <a:srgbClr val="0B1A2A"/>
            </a:solidFill>
            <a:prstDash val="solid"/>
          </a:ln>
        </p:spPr>
        <p:txBody>
          <a:bodyPr/>
          <a:lstStyle/>
          <a:p>
            <a:endParaRPr lang="en-SG"/>
          </a:p>
        </p:txBody>
      </p:sp>
      <p:pic>
        <p:nvPicPr>
          <p:cNvPr id="99" name="Graphic 98"/>
          <p:cNvPicPr>
            <a:picLocks noChangeAspect="1"/>
          </p:cNvPicPr>
          <p:nvPr/>
        </p:nvPicPr>
        <p:blipFill>
          <a:blip>
            <a:extLst>
              <a:ext uri="{96DAC541-7B7A-43D3-8B79-37D633B846F1}">
                <asvg:svgBlip xmlns:asvg="http://schemas.microsoft.com/office/drawing/2016/SVG/main" r:embed="rId4"/>
              </a:ext>
            </a:extLst>
          </a:blip>
          <a:stretch/>
        </p:blipFill>
        <p:spPr>
          <a:xfrm>
            <a:off x="3194114" y="2878835"/>
            <a:ext cx="224028" cy="224028"/>
          </a:xfrm>
          <a:prstGeom prst="rect">
            <a:avLst/>
          </a:prstGeom>
        </p:spPr>
      </p:pic>
      <p:sp>
        <p:nvSpPr>
          <p:cNvPr id="48" name="Oval 47">
            <a:extLst>
              <a:ext uri="{FF2B5EF4-FFF2-40B4-BE49-F238E27FC236}">
                <a16:creationId xmlns:a16="http://schemas.microsoft.com/office/drawing/2014/main" id="{59A6D251-281D-4442-9ABC-50594E45ABB9}"/>
              </a:ext>
            </a:extLst>
          </p:cNvPr>
          <p:cNvSpPr>
            <a:spLocks noGrp="1"/>
          </p:cNvSpPr>
          <p:nvPr/>
        </p:nvSpPr>
        <p:spPr>
          <a:xfrm>
            <a:off x="5186363" y="2790824"/>
            <a:ext cx="400050" cy="400050"/>
          </a:xfrm>
          <a:prstGeom prst="ellipse">
            <a:avLst/>
          </a:prstGeom>
          <a:solidFill>
            <a:srgbClr val="05D6A4"/>
          </a:solidFill>
          <a:ln w="9525">
            <a:solidFill>
              <a:srgbClr val="0B1A2A"/>
            </a:solidFill>
            <a:prstDash val="solid"/>
          </a:ln>
        </p:spPr>
        <p:txBody>
          <a:bodyPr/>
          <a:lstStyle/>
          <a:p>
            <a:endParaRPr lang="en-SG"/>
          </a:p>
        </p:txBody>
      </p:sp>
      <p:pic>
        <p:nvPicPr>
          <p:cNvPr id="101" name="Graphic 100"/>
          <p:cNvPicPr>
            <a:picLocks noChangeAspect="1"/>
          </p:cNvPicPr>
          <p:nvPr/>
        </p:nvPicPr>
        <p:blipFill>
          <a:blip>
            <a:extLst>
              <a:ext uri="{96DAC541-7B7A-43D3-8B79-37D633B846F1}">
                <asvg:svgBlip xmlns:asvg="http://schemas.microsoft.com/office/drawing/2016/SVG/main" r:embed="rId5"/>
              </a:ext>
            </a:extLst>
          </a:blip>
          <a:stretch/>
        </p:blipFill>
        <p:spPr>
          <a:xfrm>
            <a:off x="5274374" y="2878835"/>
            <a:ext cx="224028" cy="224028"/>
          </a:xfrm>
          <a:prstGeom prst="rect">
            <a:avLst/>
          </a:prstGeom>
        </p:spPr>
      </p:pic>
      <p:sp>
        <p:nvSpPr>
          <p:cNvPr id="50" name="Oval 49">
            <a:extLst>
              <a:ext uri="{FF2B5EF4-FFF2-40B4-BE49-F238E27FC236}">
                <a16:creationId xmlns:a16="http://schemas.microsoft.com/office/drawing/2014/main" id="{EB5205F5-C6A1-4868-AA1E-8DBFBC258A48}"/>
              </a:ext>
            </a:extLst>
          </p:cNvPr>
          <p:cNvSpPr>
            <a:spLocks noGrp="1"/>
          </p:cNvSpPr>
          <p:nvPr/>
        </p:nvSpPr>
        <p:spPr>
          <a:xfrm>
            <a:off x="7266623" y="2790824"/>
            <a:ext cx="400050" cy="400050"/>
          </a:xfrm>
          <a:prstGeom prst="ellipse">
            <a:avLst/>
          </a:prstGeom>
          <a:solidFill>
            <a:srgbClr val="A78BFA"/>
          </a:solidFill>
          <a:ln w="9525">
            <a:solidFill>
              <a:srgbClr val="0B1A2A"/>
            </a:solidFill>
            <a:prstDash val="solid"/>
          </a:ln>
        </p:spPr>
        <p:txBody>
          <a:bodyPr/>
          <a:lstStyle/>
          <a:p>
            <a:endParaRPr lang="en-SG"/>
          </a:p>
        </p:txBody>
      </p:sp>
      <p:pic>
        <p:nvPicPr>
          <p:cNvPr id="103" name="Graphic 102"/>
          <p:cNvPicPr>
            <a:picLocks noChangeAspect="1"/>
          </p:cNvPicPr>
          <p:nvPr/>
        </p:nvPicPr>
        <p:blipFill>
          <a:blip>
            <a:extLst>
              <a:ext uri="{96DAC541-7B7A-43D3-8B79-37D633B846F1}">
                <asvg:svgBlip xmlns:asvg="http://schemas.microsoft.com/office/drawing/2016/SVG/main" r:embed="rId6"/>
              </a:ext>
            </a:extLst>
          </a:blip>
          <a:stretch/>
        </p:blipFill>
        <p:spPr>
          <a:xfrm>
            <a:off x="7354634" y="2878835"/>
            <a:ext cx="224028" cy="224028"/>
          </a:xfrm>
          <a:prstGeom prst="rect">
            <a:avLst/>
          </a:prstGeom>
        </p:spPr>
      </p:pic>
      <p:sp>
        <p:nvSpPr>
          <p:cNvPr id="52" name="Oval 51">
            <a:extLst>
              <a:ext uri="{FF2B5EF4-FFF2-40B4-BE49-F238E27FC236}">
                <a16:creationId xmlns:a16="http://schemas.microsoft.com/office/drawing/2014/main" id="{CB5B49B7-9485-4824-A947-DC965B228392}"/>
              </a:ext>
            </a:extLst>
          </p:cNvPr>
          <p:cNvSpPr>
            <a:spLocks noGrp="1"/>
          </p:cNvSpPr>
          <p:nvPr/>
        </p:nvSpPr>
        <p:spPr>
          <a:xfrm>
            <a:off x="9346883" y="2790824"/>
            <a:ext cx="400050" cy="400050"/>
          </a:xfrm>
          <a:prstGeom prst="ellipse">
            <a:avLst/>
          </a:prstGeom>
          <a:solidFill>
            <a:srgbClr val="FBBF24"/>
          </a:solidFill>
          <a:ln w="9525">
            <a:solidFill>
              <a:srgbClr val="0B1A2A"/>
            </a:solidFill>
            <a:prstDash val="solid"/>
          </a:ln>
        </p:spPr>
        <p:txBody>
          <a:bodyPr/>
          <a:lstStyle/>
          <a:p>
            <a:endParaRPr lang="en-SG"/>
          </a:p>
        </p:txBody>
      </p:sp>
      <p:pic>
        <p:nvPicPr>
          <p:cNvPr id="105" name="Graphic 104"/>
          <p:cNvPicPr>
            <a:picLocks noChangeAspect="1"/>
          </p:cNvPicPr>
          <p:nvPr/>
        </p:nvPicPr>
        <p:blipFill>
          <a:blip>
            <a:extLst>
              <a:ext uri="{96DAC541-7B7A-43D3-8B79-37D633B846F1}">
                <asvg:svgBlip xmlns:asvg="http://schemas.microsoft.com/office/drawing/2016/SVG/main" r:embed="rId7"/>
              </a:ext>
            </a:extLst>
          </a:blip>
          <a:stretch/>
        </p:blipFill>
        <p:spPr>
          <a:xfrm>
            <a:off x="9434894" y="2878835"/>
            <a:ext cx="224028" cy="224028"/>
          </a:xfrm>
          <a:prstGeom prst="rect">
            <a:avLst/>
          </a:prstGeom>
        </p:spPr>
      </p:pic>
      <p:pic>
        <p:nvPicPr>
          <p:cNvPr id="47" name="Picture 46">
            <a:extLst>
              <a:ext uri="{FF2B5EF4-FFF2-40B4-BE49-F238E27FC236}">
                <a16:creationId xmlns:a16="http://schemas.microsoft.com/office/drawing/2014/main" id="{8B4F7429-F174-81F2-3029-B95EF1690B4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834669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4ABA594-6FF2-4C4B-B9B4-EE661D4E421C}"/>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SOURCE DISCIPLINE</a:t>
            </a:r>
          </a:p>
        </p:txBody>
      </p:sp>
      <p:sp>
        <p:nvSpPr>
          <p:cNvPr id="2" name="Rectangle 1">
            <a:extLst>
              <a:ext uri="{FF2B5EF4-FFF2-40B4-BE49-F238E27FC236}">
                <a16:creationId xmlns:a16="http://schemas.microsoft.com/office/drawing/2014/main" id="{C1FFD90A-3C04-4361-A3DB-BFE2883FB62F}"/>
              </a:ext>
            </a:extLst>
          </p:cNvPr>
          <p:cNvSpPr>
            <a:spLocks noGrp="1"/>
          </p:cNvSpPr>
          <p:nvPr/>
        </p:nvSpPr>
        <p:spPr>
          <a:xfrm>
            <a:off x="685800" y="838200"/>
            <a:ext cx="11055096"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Every useful source needs ownership and freshness</a:t>
            </a:r>
          </a:p>
        </p:txBody>
      </p:sp>
      <p:sp>
        <p:nvSpPr>
          <p:cNvPr id="3" name="Rectangle 2">
            <a:extLst>
              <a:ext uri="{FF2B5EF4-FFF2-40B4-BE49-F238E27FC236}">
                <a16:creationId xmlns:a16="http://schemas.microsoft.com/office/drawing/2014/main" id="{E2FE03E6-3E06-4DC5-98B3-AEB39321C537}"/>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88233397-F18F-47A7-87A1-35524AC5B398}"/>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12</a:t>
            </a:r>
          </a:p>
        </p:txBody>
      </p:sp>
      <p:sp>
        <p:nvSpPr>
          <p:cNvPr id="5" name="Rectangle 4">
            <a:extLst>
              <a:ext uri="{FF2B5EF4-FFF2-40B4-BE49-F238E27FC236}">
                <a16:creationId xmlns:a16="http://schemas.microsoft.com/office/drawing/2014/main" id="{91AB14C1-43ED-4A7F-A556-BA6338247E7A}"/>
              </a:ext>
            </a:extLst>
          </p:cNvPr>
          <p:cNvSpPr>
            <a:spLocks noGrp="1"/>
          </p:cNvSpPr>
          <p:nvPr/>
        </p:nvSpPr>
        <p:spPr>
          <a:xfrm>
            <a:off x="724662" y="1466850"/>
            <a:ext cx="8572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A trusted source is not just a file. It has accountability around it.</a:t>
            </a:r>
          </a:p>
        </p:txBody>
      </p:sp>
      <p:sp>
        <p:nvSpPr>
          <p:cNvPr id="6" name="Rectangle: Rounded Corners 5">
            <a:extLst>
              <a:ext uri="{FF2B5EF4-FFF2-40B4-BE49-F238E27FC236}">
                <a16:creationId xmlns:a16="http://schemas.microsoft.com/office/drawing/2014/main" id="{0970445A-D5C9-482A-9867-6CFED52B6A32}"/>
              </a:ext>
            </a:extLst>
          </p:cNvPr>
          <p:cNvSpPr>
            <a:spLocks noGrp="1"/>
          </p:cNvSpPr>
          <p:nvPr/>
        </p:nvSpPr>
        <p:spPr>
          <a:xfrm>
            <a:off x="952500" y="2305050"/>
            <a:ext cx="2457450" cy="2857500"/>
          </a:xfrm>
          <a:prstGeom prst="roundRect">
            <a:avLst>
              <a:gd name="adj" fmla="val 4651"/>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E738E7A7-D1A0-4432-A1CD-6AA0871B76F0}"/>
              </a:ext>
            </a:extLst>
          </p:cNvPr>
          <p:cNvSpPr>
            <a:spLocks noGrp="1"/>
          </p:cNvSpPr>
          <p:nvPr/>
        </p:nvSpPr>
        <p:spPr>
          <a:xfrm>
            <a:off x="1162050" y="2533650"/>
            <a:ext cx="2038350" cy="552450"/>
          </a:xfrm>
          <a:prstGeom prst="rect">
            <a:avLst/>
          </a:prstGeom>
          <a:noFill/>
          <a:ln w="0">
            <a:noFill/>
            <a:prstDash val="solid"/>
          </a:ln>
        </p:spPr>
        <p:txBody>
          <a:bodyPr/>
          <a:lstStyle/>
          <a:p>
            <a:pPr algn="ctr">
              <a:buNone/>
              <a:defRPr sz="1950" b="1">
                <a:solidFill>
                  <a:srgbClr val="F8FAFC"/>
                </a:solidFill>
              </a:defRPr>
            </a:pPr>
            <a:r>
              <a:rPr sz="3200" b="1">
                <a:solidFill>
                  <a:srgbClr val="F8FAFC"/>
                </a:solidFill>
              </a:rPr>
              <a:t>Owner</a:t>
            </a:r>
          </a:p>
        </p:txBody>
      </p:sp>
      <p:sp>
        <p:nvSpPr>
          <p:cNvPr id="8" name="Rectangle 7">
            <a:extLst>
              <a:ext uri="{FF2B5EF4-FFF2-40B4-BE49-F238E27FC236}">
                <a16:creationId xmlns:a16="http://schemas.microsoft.com/office/drawing/2014/main" id="{96AA5AA3-5FF8-49FA-92C2-C68CE382CEB4}"/>
              </a:ext>
            </a:extLst>
          </p:cNvPr>
          <p:cNvSpPr>
            <a:spLocks noGrp="1"/>
          </p:cNvSpPr>
          <p:nvPr/>
        </p:nvSpPr>
        <p:spPr>
          <a:xfrm>
            <a:off x="1181100" y="3333750"/>
            <a:ext cx="2000250" cy="1657350"/>
          </a:xfrm>
          <a:prstGeom prst="rect">
            <a:avLst/>
          </a:prstGeom>
          <a:noFill/>
          <a:ln w="0">
            <a:noFill/>
            <a:prstDash val="solid"/>
          </a:ln>
        </p:spPr>
        <p:txBody>
          <a:bodyPr/>
          <a:lstStyle/>
          <a:p>
            <a:pPr algn="ctr">
              <a:buNone/>
              <a:defRPr sz="1725" b="0">
                <a:solidFill>
                  <a:srgbClr val="A8B6C7"/>
                </a:solidFill>
              </a:defRPr>
            </a:pPr>
            <a:r>
              <a:rPr sz="2000" b="0" dirty="0">
                <a:solidFill>
                  <a:srgbClr val="A8B6C7"/>
                </a:solidFill>
              </a:rPr>
              <a:t>Who maintains and approves it?</a:t>
            </a:r>
          </a:p>
        </p:txBody>
      </p:sp>
      <p:sp>
        <p:nvSpPr>
          <p:cNvPr id="9" name="Rectangle: Rounded Corners 8">
            <a:extLst>
              <a:ext uri="{FF2B5EF4-FFF2-40B4-BE49-F238E27FC236}">
                <a16:creationId xmlns:a16="http://schemas.microsoft.com/office/drawing/2014/main" id="{19A61118-8187-45D0-B6B8-6C0ABEA3ECDB}"/>
              </a:ext>
            </a:extLst>
          </p:cNvPr>
          <p:cNvSpPr>
            <a:spLocks noGrp="1"/>
          </p:cNvSpPr>
          <p:nvPr/>
        </p:nvSpPr>
        <p:spPr>
          <a:xfrm>
            <a:off x="3524250" y="2305050"/>
            <a:ext cx="2457450" cy="2857500"/>
          </a:xfrm>
          <a:prstGeom prst="roundRect">
            <a:avLst>
              <a:gd name="adj" fmla="val 4651"/>
            </a:avLst>
          </a:prstGeom>
          <a:solidFill>
            <a:srgbClr val="10243A"/>
          </a:solidFill>
          <a:ln w="11430">
            <a:solidFill>
              <a:srgbClr val="38BDF8"/>
            </a:solidFill>
            <a:prstDash val="solid"/>
          </a:ln>
        </p:spPr>
        <p:txBody>
          <a:bodyPr/>
          <a:lstStyle/>
          <a:p>
            <a:endParaRPr/>
          </a:p>
        </p:txBody>
      </p:sp>
      <p:sp>
        <p:nvSpPr>
          <p:cNvPr id="10" name="Rectangle 9">
            <a:extLst>
              <a:ext uri="{FF2B5EF4-FFF2-40B4-BE49-F238E27FC236}">
                <a16:creationId xmlns:a16="http://schemas.microsoft.com/office/drawing/2014/main" id="{D3126182-7764-4065-9E15-20DE08183947}"/>
              </a:ext>
            </a:extLst>
          </p:cNvPr>
          <p:cNvSpPr>
            <a:spLocks noGrp="1"/>
          </p:cNvSpPr>
          <p:nvPr/>
        </p:nvSpPr>
        <p:spPr>
          <a:xfrm>
            <a:off x="3733800" y="2533650"/>
            <a:ext cx="2038350" cy="552450"/>
          </a:xfrm>
          <a:prstGeom prst="rect">
            <a:avLst/>
          </a:prstGeom>
          <a:noFill/>
          <a:ln w="0">
            <a:noFill/>
            <a:prstDash val="solid"/>
          </a:ln>
        </p:spPr>
        <p:txBody>
          <a:bodyPr/>
          <a:lstStyle/>
          <a:p>
            <a:pPr algn="ctr">
              <a:buNone/>
              <a:defRPr sz="1950" b="1">
                <a:solidFill>
                  <a:srgbClr val="F8FAFC"/>
                </a:solidFill>
              </a:defRPr>
            </a:pPr>
            <a:r>
              <a:rPr sz="3200" b="1">
                <a:solidFill>
                  <a:srgbClr val="F8FAFC"/>
                </a:solidFill>
              </a:rPr>
              <a:t>Status</a:t>
            </a:r>
          </a:p>
        </p:txBody>
      </p:sp>
      <p:sp>
        <p:nvSpPr>
          <p:cNvPr id="11" name="Rectangle 10">
            <a:extLst>
              <a:ext uri="{FF2B5EF4-FFF2-40B4-BE49-F238E27FC236}">
                <a16:creationId xmlns:a16="http://schemas.microsoft.com/office/drawing/2014/main" id="{BA3439EA-7DE6-4EEC-BC35-5945054A6962}"/>
              </a:ext>
            </a:extLst>
          </p:cNvPr>
          <p:cNvSpPr>
            <a:spLocks noGrp="1"/>
          </p:cNvSpPr>
          <p:nvPr/>
        </p:nvSpPr>
        <p:spPr>
          <a:xfrm>
            <a:off x="375285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Draft, current, archived, or retired?</a:t>
            </a:r>
          </a:p>
        </p:txBody>
      </p:sp>
      <p:sp>
        <p:nvSpPr>
          <p:cNvPr id="12" name="Rectangle: Rounded Corners 11">
            <a:extLst>
              <a:ext uri="{FF2B5EF4-FFF2-40B4-BE49-F238E27FC236}">
                <a16:creationId xmlns:a16="http://schemas.microsoft.com/office/drawing/2014/main" id="{27AF01FC-F152-4FA0-B208-82E65C131273}"/>
              </a:ext>
            </a:extLst>
          </p:cNvPr>
          <p:cNvSpPr>
            <a:spLocks noGrp="1"/>
          </p:cNvSpPr>
          <p:nvPr/>
        </p:nvSpPr>
        <p:spPr>
          <a:xfrm>
            <a:off x="6096000" y="2305050"/>
            <a:ext cx="2457450" cy="2857500"/>
          </a:xfrm>
          <a:prstGeom prst="roundRect">
            <a:avLst>
              <a:gd name="adj" fmla="val 4651"/>
            </a:avLst>
          </a:prstGeom>
          <a:solidFill>
            <a:srgbClr val="10243A"/>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01928894-A4C8-4230-A1EB-1D77DE989E12}"/>
              </a:ext>
            </a:extLst>
          </p:cNvPr>
          <p:cNvSpPr>
            <a:spLocks noGrp="1"/>
          </p:cNvSpPr>
          <p:nvPr/>
        </p:nvSpPr>
        <p:spPr>
          <a:xfrm>
            <a:off x="6305550" y="2533650"/>
            <a:ext cx="2038350" cy="552450"/>
          </a:xfrm>
          <a:prstGeom prst="rect">
            <a:avLst/>
          </a:prstGeom>
          <a:noFill/>
          <a:ln w="0">
            <a:noFill/>
            <a:prstDash val="solid"/>
          </a:ln>
        </p:spPr>
        <p:txBody>
          <a:bodyPr/>
          <a:lstStyle/>
          <a:p>
            <a:pPr algn="ctr">
              <a:buNone/>
              <a:defRPr sz="1950" b="1">
                <a:solidFill>
                  <a:srgbClr val="F8FAFC"/>
                </a:solidFill>
              </a:defRPr>
            </a:pPr>
            <a:r>
              <a:rPr sz="3200" b="1">
                <a:solidFill>
                  <a:srgbClr val="F8FAFC"/>
                </a:solidFill>
              </a:rPr>
              <a:t>Freshness</a:t>
            </a:r>
          </a:p>
        </p:txBody>
      </p:sp>
      <p:sp>
        <p:nvSpPr>
          <p:cNvPr id="14" name="Rectangle 13">
            <a:extLst>
              <a:ext uri="{FF2B5EF4-FFF2-40B4-BE49-F238E27FC236}">
                <a16:creationId xmlns:a16="http://schemas.microsoft.com/office/drawing/2014/main" id="{ADC01B98-FB8C-478D-B054-16B47A9267FC}"/>
              </a:ext>
            </a:extLst>
          </p:cNvPr>
          <p:cNvSpPr>
            <a:spLocks noGrp="1"/>
          </p:cNvSpPr>
          <p:nvPr/>
        </p:nvSpPr>
        <p:spPr>
          <a:xfrm>
            <a:off x="632460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When must it be reviewed?</a:t>
            </a:r>
          </a:p>
        </p:txBody>
      </p:sp>
      <p:sp>
        <p:nvSpPr>
          <p:cNvPr id="15" name="Rectangle: Rounded Corners 14">
            <a:extLst>
              <a:ext uri="{FF2B5EF4-FFF2-40B4-BE49-F238E27FC236}">
                <a16:creationId xmlns:a16="http://schemas.microsoft.com/office/drawing/2014/main" id="{9F63D42D-3B48-472C-8F71-DAD27CE96574}"/>
              </a:ext>
            </a:extLst>
          </p:cNvPr>
          <p:cNvSpPr>
            <a:spLocks noGrp="1"/>
          </p:cNvSpPr>
          <p:nvPr/>
        </p:nvSpPr>
        <p:spPr>
          <a:xfrm>
            <a:off x="8667750" y="2305050"/>
            <a:ext cx="2457450" cy="2857500"/>
          </a:xfrm>
          <a:prstGeom prst="roundRect">
            <a:avLst>
              <a:gd name="adj" fmla="val 4651"/>
            </a:avLst>
          </a:prstGeom>
          <a:solidFill>
            <a:srgbClr val="10243A"/>
          </a:solidFill>
          <a:ln w="11430">
            <a:solidFill>
              <a:srgbClr val="22C55E"/>
            </a:solidFill>
            <a:prstDash val="solid"/>
          </a:ln>
        </p:spPr>
        <p:txBody>
          <a:bodyPr/>
          <a:lstStyle/>
          <a:p>
            <a:endParaRPr/>
          </a:p>
        </p:txBody>
      </p:sp>
      <p:sp>
        <p:nvSpPr>
          <p:cNvPr id="16" name="Rectangle 15">
            <a:extLst>
              <a:ext uri="{FF2B5EF4-FFF2-40B4-BE49-F238E27FC236}">
                <a16:creationId xmlns:a16="http://schemas.microsoft.com/office/drawing/2014/main" id="{B25ADD9F-01D6-4DC1-9263-4D7ED9BBB10E}"/>
              </a:ext>
            </a:extLst>
          </p:cNvPr>
          <p:cNvSpPr>
            <a:spLocks noGrp="1"/>
          </p:cNvSpPr>
          <p:nvPr/>
        </p:nvSpPr>
        <p:spPr>
          <a:xfrm>
            <a:off x="8877300" y="2533650"/>
            <a:ext cx="2038350" cy="552450"/>
          </a:xfrm>
          <a:prstGeom prst="rect">
            <a:avLst/>
          </a:prstGeom>
          <a:noFill/>
          <a:ln w="0">
            <a:noFill/>
            <a:prstDash val="solid"/>
          </a:ln>
        </p:spPr>
        <p:txBody>
          <a:bodyPr/>
          <a:lstStyle/>
          <a:p>
            <a:pPr algn="ctr">
              <a:buNone/>
              <a:defRPr sz="1950" b="1">
                <a:solidFill>
                  <a:srgbClr val="F8FAFC"/>
                </a:solidFill>
              </a:defRPr>
            </a:pPr>
            <a:r>
              <a:rPr sz="3200" b="1">
                <a:solidFill>
                  <a:srgbClr val="F8FAFC"/>
                </a:solidFill>
              </a:rPr>
              <a:t>Sensitivity</a:t>
            </a:r>
          </a:p>
        </p:txBody>
      </p:sp>
      <p:sp>
        <p:nvSpPr>
          <p:cNvPr id="17" name="Rectangle 16">
            <a:extLst>
              <a:ext uri="{FF2B5EF4-FFF2-40B4-BE49-F238E27FC236}">
                <a16:creationId xmlns:a16="http://schemas.microsoft.com/office/drawing/2014/main" id="{98659693-421B-44A4-BA6D-B60DA651AA22}"/>
              </a:ext>
            </a:extLst>
          </p:cNvPr>
          <p:cNvSpPr>
            <a:spLocks noGrp="1"/>
          </p:cNvSpPr>
          <p:nvPr/>
        </p:nvSpPr>
        <p:spPr>
          <a:xfrm>
            <a:off x="889635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Who is allowed to use it?</a:t>
            </a:r>
          </a:p>
        </p:txBody>
      </p:sp>
      <p:sp>
        <p:nvSpPr>
          <p:cNvPr id="18" name="Rectangle: Rounded Corners 17">
            <a:extLst>
              <a:ext uri="{FF2B5EF4-FFF2-40B4-BE49-F238E27FC236}">
                <a16:creationId xmlns:a16="http://schemas.microsoft.com/office/drawing/2014/main" id="{16210772-D9B4-45DD-9C0A-F08F8CB48541}"/>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397093AD-3BE4-429E-86C3-CFA740982EC2}"/>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DECISION</a:t>
            </a:r>
          </a:p>
        </p:txBody>
      </p:sp>
      <p:sp>
        <p:nvSpPr>
          <p:cNvPr id="20" name="Rectangle 19">
            <a:extLst>
              <a:ext uri="{FF2B5EF4-FFF2-40B4-BE49-F238E27FC236}">
                <a16:creationId xmlns:a16="http://schemas.microsoft.com/office/drawing/2014/main" id="{74429765-EA84-41DD-89F6-B420B26C802F}"/>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No owner usually means no trust.</a:t>
            </a:r>
          </a:p>
        </p:txBody>
      </p:sp>
      <p:sp>
        <p:nvSpPr>
          <p:cNvPr id="22" name="Oval 21">
            <a:extLst>
              <a:ext uri="{FF2B5EF4-FFF2-40B4-BE49-F238E27FC236}">
                <a16:creationId xmlns:a16="http://schemas.microsoft.com/office/drawing/2014/main" id="{1564E831-19EC-4C37-A359-9DD80089D32D}"/>
              </a:ext>
            </a:extLst>
          </p:cNvPr>
          <p:cNvSpPr>
            <a:spLocks noGrp="1"/>
          </p:cNvSpPr>
          <p:nvPr/>
        </p:nvSpPr>
        <p:spPr>
          <a:xfrm>
            <a:off x="850011" y="2140839"/>
            <a:ext cx="400050" cy="400050"/>
          </a:xfrm>
          <a:prstGeom prst="ellipse">
            <a:avLst/>
          </a:prstGeom>
          <a:solidFill>
            <a:srgbClr val="FBBF24"/>
          </a:solidFill>
          <a:ln w="9525">
            <a:solidFill>
              <a:srgbClr val="0B1A2A"/>
            </a:solidFill>
            <a:prstDash val="solid"/>
          </a:ln>
        </p:spPr>
        <p:txBody>
          <a:bodyPr/>
          <a:lstStyle/>
          <a:p>
            <a:endParaRPr lang="en-SG"/>
          </a:p>
        </p:txBody>
      </p:sp>
      <p:pic>
        <p:nvPicPr>
          <p:cNvPr id="51" name="Graphic 50"/>
          <p:cNvPicPr>
            <a:picLocks noChangeAspect="1"/>
          </p:cNvPicPr>
          <p:nvPr/>
        </p:nvPicPr>
        <p:blipFill>
          <a:blip>
            <a:extLst>
              <a:ext uri="{96DAC541-7B7A-43D3-8B79-37D633B846F1}">
                <asvg:svgBlip xmlns:asvg="http://schemas.microsoft.com/office/drawing/2016/SVG/main" r:embed="rId3"/>
              </a:ext>
            </a:extLst>
          </a:blip>
          <a:stretch/>
        </p:blipFill>
        <p:spPr>
          <a:xfrm>
            <a:off x="938022" y="2228850"/>
            <a:ext cx="224028" cy="224028"/>
          </a:xfrm>
          <a:prstGeom prst="rect">
            <a:avLst/>
          </a:prstGeom>
        </p:spPr>
      </p:pic>
      <p:sp>
        <p:nvSpPr>
          <p:cNvPr id="24" name="Oval 23">
            <a:extLst>
              <a:ext uri="{FF2B5EF4-FFF2-40B4-BE49-F238E27FC236}">
                <a16:creationId xmlns:a16="http://schemas.microsoft.com/office/drawing/2014/main" id="{8656D42F-063D-4DDB-8014-435B6F502C38}"/>
              </a:ext>
            </a:extLst>
          </p:cNvPr>
          <p:cNvSpPr>
            <a:spLocks noGrp="1"/>
          </p:cNvSpPr>
          <p:nvPr/>
        </p:nvSpPr>
        <p:spPr>
          <a:xfrm>
            <a:off x="3421761" y="2140839"/>
            <a:ext cx="400050" cy="400050"/>
          </a:xfrm>
          <a:prstGeom prst="ellipse">
            <a:avLst/>
          </a:prstGeom>
          <a:solidFill>
            <a:srgbClr val="05D6A4"/>
          </a:solidFill>
          <a:ln w="9525">
            <a:solidFill>
              <a:srgbClr val="0B1A2A"/>
            </a:solidFill>
            <a:prstDash val="solid"/>
          </a:ln>
        </p:spPr>
        <p:txBody>
          <a:bodyPr/>
          <a:lstStyle/>
          <a:p>
            <a:endParaRPr lang="en-SG"/>
          </a:p>
        </p:txBody>
      </p:sp>
      <p:pic>
        <p:nvPicPr>
          <p:cNvPr id="53" name="Graphic 52"/>
          <p:cNvPicPr>
            <a:picLocks noChangeAspect="1"/>
          </p:cNvPicPr>
          <p:nvPr/>
        </p:nvPicPr>
        <p:blipFill>
          <a:blip>
            <a:extLst>
              <a:ext uri="{96DAC541-7B7A-43D3-8B79-37D633B846F1}">
                <asvg:svgBlip xmlns:asvg="http://schemas.microsoft.com/office/drawing/2016/SVG/main" r:embed="rId4"/>
              </a:ext>
            </a:extLst>
          </a:blip>
          <a:stretch/>
        </p:blipFill>
        <p:spPr>
          <a:xfrm>
            <a:off x="3509772" y="2228850"/>
            <a:ext cx="224028" cy="224028"/>
          </a:xfrm>
          <a:prstGeom prst="rect">
            <a:avLst/>
          </a:prstGeom>
        </p:spPr>
      </p:pic>
      <p:sp>
        <p:nvSpPr>
          <p:cNvPr id="26" name="Oval 25">
            <a:extLst>
              <a:ext uri="{FF2B5EF4-FFF2-40B4-BE49-F238E27FC236}">
                <a16:creationId xmlns:a16="http://schemas.microsoft.com/office/drawing/2014/main" id="{C1AA0042-5F3D-480A-A5B9-808872B9EAB0}"/>
              </a:ext>
            </a:extLst>
          </p:cNvPr>
          <p:cNvSpPr>
            <a:spLocks noGrp="1"/>
          </p:cNvSpPr>
          <p:nvPr/>
        </p:nvSpPr>
        <p:spPr>
          <a:xfrm>
            <a:off x="5993511" y="2140839"/>
            <a:ext cx="400050" cy="400050"/>
          </a:xfrm>
          <a:prstGeom prst="ellipse">
            <a:avLst/>
          </a:prstGeom>
          <a:solidFill>
            <a:srgbClr val="22C55E"/>
          </a:solidFill>
          <a:ln w="9525">
            <a:solidFill>
              <a:srgbClr val="0B1A2A"/>
            </a:solidFill>
            <a:prstDash val="solid"/>
          </a:ln>
        </p:spPr>
        <p:txBody>
          <a:bodyPr/>
          <a:lstStyle/>
          <a:p>
            <a:endParaRPr lang="en-SG"/>
          </a:p>
        </p:txBody>
      </p:sp>
      <p:pic>
        <p:nvPicPr>
          <p:cNvPr id="55" name="Graphic 54"/>
          <p:cNvPicPr>
            <a:picLocks noChangeAspect="1"/>
          </p:cNvPicPr>
          <p:nvPr/>
        </p:nvPicPr>
        <p:blipFill>
          <a:blip>
            <a:extLst>
              <a:ext uri="{96DAC541-7B7A-43D3-8B79-37D633B846F1}">
                <asvg:svgBlip xmlns:asvg="http://schemas.microsoft.com/office/drawing/2016/SVG/main" r:embed="rId5"/>
              </a:ext>
            </a:extLst>
          </a:blip>
          <a:stretch/>
        </p:blipFill>
        <p:spPr>
          <a:xfrm>
            <a:off x="6081522" y="2228850"/>
            <a:ext cx="224028" cy="224028"/>
          </a:xfrm>
          <a:prstGeom prst="rect">
            <a:avLst/>
          </a:prstGeom>
        </p:spPr>
      </p:pic>
      <p:sp>
        <p:nvSpPr>
          <p:cNvPr id="28" name="Oval 27">
            <a:extLst>
              <a:ext uri="{FF2B5EF4-FFF2-40B4-BE49-F238E27FC236}">
                <a16:creationId xmlns:a16="http://schemas.microsoft.com/office/drawing/2014/main" id="{85AFC241-1F0C-4F91-A264-819C3D6BDB97}"/>
              </a:ext>
            </a:extLst>
          </p:cNvPr>
          <p:cNvSpPr>
            <a:spLocks noGrp="1"/>
          </p:cNvSpPr>
          <p:nvPr/>
        </p:nvSpPr>
        <p:spPr>
          <a:xfrm>
            <a:off x="8565261" y="2140839"/>
            <a:ext cx="400050" cy="400050"/>
          </a:xfrm>
          <a:prstGeom prst="ellipse">
            <a:avLst/>
          </a:prstGeom>
          <a:solidFill>
            <a:srgbClr val="05D6A4"/>
          </a:solidFill>
          <a:ln w="9525">
            <a:solidFill>
              <a:srgbClr val="0B1A2A"/>
            </a:solidFill>
            <a:prstDash val="solid"/>
          </a:ln>
        </p:spPr>
        <p:txBody>
          <a:bodyPr/>
          <a:lstStyle/>
          <a:p>
            <a:endParaRPr lang="en-SG"/>
          </a:p>
        </p:txBody>
      </p:sp>
      <p:pic>
        <p:nvPicPr>
          <p:cNvPr id="57" name="Graphic 56"/>
          <p:cNvPicPr>
            <a:picLocks noChangeAspect="1"/>
          </p:cNvPicPr>
          <p:nvPr/>
        </p:nvPicPr>
        <p:blipFill>
          <a:blip>
            <a:extLst>
              <a:ext uri="{96DAC541-7B7A-43D3-8B79-37D633B846F1}">
                <asvg:svgBlip xmlns:asvg="http://schemas.microsoft.com/office/drawing/2016/SVG/main" r:embed="rId6"/>
              </a:ext>
            </a:extLst>
          </a:blip>
          <a:stretch/>
        </p:blipFill>
        <p:spPr>
          <a:xfrm>
            <a:off x="8653272" y="2228850"/>
            <a:ext cx="224028" cy="224028"/>
          </a:xfrm>
          <a:prstGeom prst="rect">
            <a:avLst/>
          </a:prstGeom>
        </p:spPr>
      </p:pic>
      <p:pic>
        <p:nvPicPr>
          <p:cNvPr id="25" name="Picture 24">
            <a:extLst>
              <a:ext uri="{FF2B5EF4-FFF2-40B4-BE49-F238E27FC236}">
                <a16:creationId xmlns:a16="http://schemas.microsoft.com/office/drawing/2014/main" id="{978ADD39-18CD-296F-F0A4-DC8E1363E7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86643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71012CF-F8DE-47E9-8B2B-96D110F3C23B}"/>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ACTIVITY</a:t>
            </a:r>
          </a:p>
        </p:txBody>
      </p:sp>
      <p:sp>
        <p:nvSpPr>
          <p:cNvPr id="2" name="Rectangle 1">
            <a:extLst>
              <a:ext uri="{FF2B5EF4-FFF2-40B4-BE49-F238E27FC236}">
                <a16:creationId xmlns:a16="http://schemas.microsoft.com/office/drawing/2014/main" id="{7452CEF4-CEFC-4840-9919-0FD1E63FD3BB}"/>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Identify trusted sources</a:t>
            </a:r>
          </a:p>
        </p:txBody>
      </p:sp>
      <p:sp>
        <p:nvSpPr>
          <p:cNvPr id="3" name="Rectangle 2">
            <a:extLst>
              <a:ext uri="{FF2B5EF4-FFF2-40B4-BE49-F238E27FC236}">
                <a16:creationId xmlns:a16="http://schemas.microsoft.com/office/drawing/2014/main" id="{65F169AB-09EC-4B51-BF64-C0EFD3C5FEAF}"/>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4CC6DFF3-40D9-46CC-8ADE-91519DF014D4}"/>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13</a:t>
            </a:r>
          </a:p>
        </p:txBody>
      </p:sp>
      <p:sp>
        <p:nvSpPr>
          <p:cNvPr id="5" name="Rectangle 4">
            <a:extLst>
              <a:ext uri="{FF2B5EF4-FFF2-40B4-BE49-F238E27FC236}">
                <a16:creationId xmlns:a16="http://schemas.microsoft.com/office/drawing/2014/main" id="{0A1E2652-2458-4F27-AC3D-7F9B63E9A6B8}"/>
              </a:ext>
            </a:extLst>
          </p:cNvPr>
          <p:cNvSpPr>
            <a:spLocks noGrp="1"/>
          </p:cNvSpPr>
          <p:nvPr/>
        </p:nvSpPr>
        <p:spPr>
          <a:xfrm>
            <a:off x="685800" y="1466850"/>
            <a:ext cx="8953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Choose one department or workflow. List the sources people already rely on, then test whether they are actually trustworthy.</a:t>
            </a:r>
          </a:p>
        </p:txBody>
      </p:sp>
      <p:sp>
        <p:nvSpPr>
          <p:cNvPr id="6" name="Rectangle: Rounded Corners 5">
            <a:extLst>
              <a:ext uri="{FF2B5EF4-FFF2-40B4-BE49-F238E27FC236}">
                <a16:creationId xmlns:a16="http://schemas.microsoft.com/office/drawing/2014/main" id="{DC5AB7B3-4A5A-42D7-AF33-66E39323484E}"/>
              </a:ext>
            </a:extLst>
          </p:cNvPr>
          <p:cNvSpPr>
            <a:spLocks noGrp="1"/>
          </p:cNvSpPr>
          <p:nvPr/>
        </p:nvSpPr>
        <p:spPr>
          <a:xfrm>
            <a:off x="1123950" y="2914649"/>
            <a:ext cx="2190750" cy="2426797"/>
          </a:xfrm>
          <a:prstGeom prst="roundRect">
            <a:avLst>
              <a:gd name="adj" fmla="val 7407"/>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69B68A27-B4D5-44C1-A0F9-74CDB2CD2E8A}"/>
              </a:ext>
            </a:extLst>
          </p:cNvPr>
          <p:cNvSpPr>
            <a:spLocks noGrp="1"/>
          </p:cNvSpPr>
          <p:nvPr/>
        </p:nvSpPr>
        <p:spPr>
          <a:xfrm>
            <a:off x="1123950" y="2914649"/>
            <a:ext cx="66675" cy="2426797"/>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34D30C51-6C1D-481B-AF9D-5C11D0DC3982}"/>
              </a:ext>
            </a:extLst>
          </p:cNvPr>
          <p:cNvSpPr>
            <a:spLocks noGrp="1"/>
          </p:cNvSpPr>
          <p:nvPr/>
        </p:nvSpPr>
        <p:spPr>
          <a:xfrm>
            <a:off x="1333500" y="3086100"/>
            <a:ext cx="1771650" cy="689090"/>
          </a:xfrm>
          <a:prstGeom prst="rect">
            <a:avLst/>
          </a:prstGeom>
          <a:noFill/>
          <a:ln w="0">
            <a:noFill/>
            <a:prstDash val="solid"/>
          </a:ln>
        </p:spPr>
        <p:txBody>
          <a:bodyPr/>
          <a:lstStyle/>
          <a:p>
            <a:pPr algn="ctr">
              <a:buNone/>
              <a:defRPr sz="2025" b="1">
                <a:solidFill>
                  <a:srgbClr val="F8FAFC"/>
                </a:solidFill>
              </a:defRPr>
            </a:pPr>
            <a:r>
              <a:rPr sz="2400" b="1">
                <a:solidFill>
                  <a:srgbClr val="F8FAFC"/>
                </a:solidFill>
              </a:rPr>
              <a:t>Pick scope</a:t>
            </a:r>
          </a:p>
        </p:txBody>
      </p:sp>
      <p:sp>
        <p:nvSpPr>
          <p:cNvPr id="9" name="Rectangle 8">
            <a:extLst>
              <a:ext uri="{FF2B5EF4-FFF2-40B4-BE49-F238E27FC236}">
                <a16:creationId xmlns:a16="http://schemas.microsoft.com/office/drawing/2014/main" id="{6EC55E94-E406-4F5A-88C3-4B5F578CA617}"/>
              </a:ext>
            </a:extLst>
          </p:cNvPr>
          <p:cNvSpPr>
            <a:spLocks noGrp="1"/>
          </p:cNvSpPr>
          <p:nvPr/>
        </p:nvSpPr>
        <p:spPr>
          <a:xfrm>
            <a:off x="1333500" y="3726387"/>
            <a:ext cx="1771650" cy="1318260"/>
          </a:xfrm>
          <a:prstGeom prst="rect">
            <a:avLst/>
          </a:prstGeom>
          <a:noFill/>
          <a:ln w="0">
            <a:noFill/>
            <a:prstDash val="solid"/>
          </a:ln>
        </p:spPr>
        <p:txBody>
          <a:bodyPr/>
          <a:lstStyle/>
          <a:p>
            <a:pPr algn="ctr">
              <a:buNone/>
              <a:defRPr sz="1650" b="0">
                <a:solidFill>
                  <a:srgbClr val="A8B6C7"/>
                </a:solidFill>
              </a:defRPr>
            </a:pPr>
            <a:r>
              <a:rPr b="0" dirty="0">
                <a:solidFill>
                  <a:srgbClr val="A8B6C7"/>
                </a:solidFill>
              </a:rPr>
              <a:t>One department or workflow.</a:t>
            </a:r>
          </a:p>
        </p:txBody>
      </p:sp>
      <p:sp>
        <p:nvSpPr>
          <p:cNvPr id="10" name="Rectangle: Rounded Corners 9">
            <a:extLst>
              <a:ext uri="{FF2B5EF4-FFF2-40B4-BE49-F238E27FC236}">
                <a16:creationId xmlns:a16="http://schemas.microsoft.com/office/drawing/2014/main" id="{7E33C87B-97D4-4872-BF42-2679DDC06987}"/>
              </a:ext>
            </a:extLst>
          </p:cNvPr>
          <p:cNvSpPr>
            <a:spLocks noGrp="1"/>
          </p:cNvSpPr>
          <p:nvPr/>
        </p:nvSpPr>
        <p:spPr>
          <a:xfrm>
            <a:off x="3600450" y="2914649"/>
            <a:ext cx="2190750" cy="2426797"/>
          </a:xfrm>
          <a:prstGeom prst="roundRect">
            <a:avLst>
              <a:gd name="adj" fmla="val 7407"/>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9B4C2645-DB58-4F3A-89FE-0E59DEA44C3D}"/>
              </a:ext>
            </a:extLst>
          </p:cNvPr>
          <p:cNvSpPr>
            <a:spLocks noGrp="1"/>
          </p:cNvSpPr>
          <p:nvPr/>
        </p:nvSpPr>
        <p:spPr>
          <a:xfrm>
            <a:off x="3600450" y="2914649"/>
            <a:ext cx="66675" cy="2426797"/>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F9C7B387-6FE7-4F04-A2B2-BF5E9C9E5212}"/>
              </a:ext>
            </a:extLst>
          </p:cNvPr>
          <p:cNvSpPr>
            <a:spLocks noGrp="1"/>
          </p:cNvSpPr>
          <p:nvPr/>
        </p:nvSpPr>
        <p:spPr>
          <a:xfrm>
            <a:off x="3810000" y="3086100"/>
            <a:ext cx="1771650" cy="689090"/>
          </a:xfrm>
          <a:prstGeom prst="rect">
            <a:avLst/>
          </a:prstGeom>
          <a:noFill/>
          <a:ln w="0">
            <a:noFill/>
            <a:prstDash val="solid"/>
          </a:ln>
        </p:spPr>
        <p:txBody>
          <a:bodyPr/>
          <a:lstStyle/>
          <a:p>
            <a:pPr algn="ctr">
              <a:buNone/>
              <a:defRPr sz="2025" b="1">
                <a:solidFill>
                  <a:srgbClr val="F8FAFC"/>
                </a:solidFill>
              </a:defRPr>
            </a:pPr>
            <a:r>
              <a:rPr sz="2400" b="1">
                <a:solidFill>
                  <a:srgbClr val="F8FAFC"/>
                </a:solidFill>
              </a:rPr>
              <a:t>List sources</a:t>
            </a:r>
          </a:p>
        </p:txBody>
      </p:sp>
      <p:sp>
        <p:nvSpPr>
          <p:cNvPr id="13" name="Rectangle 12">
            <a:extLst>
              <a:ext uri="{FF2B5EF4-FFF2-40B4-BE49-F238E27FC236}">
                <a16:creationId xmlns:a16="http://schemas.microsoft.com/office/drawing/2014/main" id="{4BB490AF-7E44-4102-96D6-470C0115C93D}"/>
              </a:ext>
            </a:extLst>
          </p:cNvPr>
          <p:cNvSpPr>
            <a:spLocks noGrp="1"/>
          </p:cNvSpPr>
          <p:nvPr/>
        </p:nvSpPr>
        <p:spPr>
          <a:xfrm>
            <a:off x="3810000" y="3726387"/>
            <a:ext cx="1771650" cy="1318260"/>
          </a:xfrm>
          <a:prstGeom prst="rect">
            <a:avLst/>
          </a:prstGeom>
          <a:noFill/>
          <a:ln w="0">
            <a:noFill/>
            <a:prstDash val="solid"/>
          </a:ln>
        </p:spPr>
        <p:txBody>
          <a:bodyPr/>
          <a:lstStyle/>
          <a:p>
            <a:pPr algn="ctr">
              <a:buNone/>
              <a:defRPr sz="1650" b="0">
                <a:solidFill>
                  <a:srgbClr val="A8B6C7"/>
                </a:solidFill>
              </a:defRPr>
            </a:pPr>
            <a:r>
              <a:rPr b="0">
                <a:solidFill>
                  <a:srgbClr val="A8B6C7"/>
                </a:solidFill>
              </a:rPr>
              <a:t>Policies, SOPs, chats, decks, records.</a:t>
            </a:r>
          </a:p>
        </p:txBody>
      </p:sp>
      <p:sp>
        <p:nvSpPr>
          <p:cNvPr id="14" name="Rectangle: Rounded Corners 13">
            <a:extLst>
              <a:ext uri="{FF2B5EF4-FFF2-40B4-BE49-F238E27FC236}">
                <a16:creationId xmlns:a16="http://schemas.microsoft.com/office/drawing/2014/main" id="{B21044EF-D342-4CF5-9838-4FBF32ECC3FB}"/>
              </a:ext>
            </a:extLst>
          </p:cNvPr>
          <p:cNvSpPr>
            <a:spLocks noGrp="1"/>
          </p:cNvSpPr>
          <p:nvPr/>
        </p:nvSpPr>
        <p:spPr>
          <a:xfrm>
            <a:off x="6076950" y="2914649"/>
            <a:ext cx="2190750" cy="2426797"/>
          </a:xfrm>
          <a:prstGeom prst="roundRect">
            <a:avLst>
              <a:gd name="adj" fmla="val 7407"/>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6EBD66F1-B8EF-4254-ACC8-0D62A34841E6}"/>
              </a:ext>
            </a:extLst>
          </p:cNvPr>
          <p:cNvSpPr>
            <a:spLocks noGrp="1"/>
          </p:cNvSpPr>
          <p:nvPr/>
        </p:nvSpPr>
        <p:spPr>
          <a:xfrm>
            <a:off x="6076950" y="2914649"/>
            <a:ext cx="66675" cy="2426797"/>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A6BC25B8-75A8-40F4-993B-C3BF37663368}"/>
              </a:ext>
            </a:extLst>
          </p:cNvPr>
          <p:cNvSpPr>
            <a:spLocks noGrp="1"/>
          </p:cNvSpPr>
          <p:nvPr/>
        </p:nvSpPr>
        <p:spPr>
          <a:xfrm>
            <a:off x="6286500" y="3086100"/>
            <a:ext cx="1771650" cy="689090"/>
          </a:xfrm>
          <a:prstGeom prst="rect">
            <a:avLst/>
          </a:prstGeom>
          <a:noFill/>
          <a:ln w="0">
            <a:noFill/>
            <a:prstDash val="solid"/>
          </a:ln>
        </p:spPr>
        <p:txBody>
          <a:bodyPr/>
          <a:lstStyle/>
          <a:p>
            <a:pPr algn="ctr">
              <a:buNone/>
              <a:defRPr sz="2025" b="1">
                <a:solidFill>
                  <a:srgbClr val="F8FAFC"/>
                </a:solidFill>
              </a:defRPr>
            </a:pPr>
            <a:r>
              <a:rPr sz="2400" b="1">
                <a:solidFill>
                  <a:srgbClr val="F8FAFC"/>
                </a:solidFill>
              </a:rPr>
              <a:t>Add owners</a:t>
            </a:r>
          </a:p>
        </p:txBody>
      </p:sp>
      <p:sp>
        <p:nvSpPr>
          <p:cNvPr id="17" name="Rectangle 16">
            <a:extLst>
              <a:ext uri="{FF2B5EF4-FFF2-40B4-BE49-F238E27FC236}">
                <a16:creationId xmlns:a16="http://schemas.microsoft.com/office/drawing/2014/main" id="{C016AFC5-8B96-47DB-821A-ACAC5120A972}"/>
              </a:ext>
            </a:extLst>
          </p:cNvPr>
          <p:cNvSpPr>
            <a:spLocks noGrp="1"/>
          </p:cNvSpPr>
          <p:nvPr/>
        </p:nvSpPr>
        <p:spPr>
          <a:xfrm>
            <a:off x="6286500" y="3726387"/>
            <a:ext cx="1771650" cy="1318260"/>
          </a:xfrm>
          <a:prstGeom prst="rect">
            <a:avLst/>
          </a:prstGeom>
          <a:noFill/>
          <a:ln w="0">
            <a:noFill/>
            <a:prstDash val="solid"/>
          </a:ln>
        </p:spPr>
        <p:txBody>
          <a:bodyPr/>
          <a:lstStyle/>
          <a:p>
            <a:pPr algn="ctr">
              <a:buNone/>
              <a:defRPr sz="1650" b="0">
                <a:solidFill>
                  <a:srgbClr val="A8B6C7"/>
                </a:solidFill>
              </a:defRPr>
            </a:pPr>
            <a:r>
              <a:rPr b="0">
                <a:solidFill>
                  <a:srgbClr val="A8B6C7"/>
                </a:solidFill>
              </a:rPr>
              <a:t>Name who maintains each source.</a:t>
            </a:r>
          </a:p>
        </p:txBody>
      </p:sp>
      <p:sp>
        <p:nvSpPr>
          <p:cNvPr id="18" name="Rectangle: Rounded Corners 17">
            <a:extLst>
              <a:ext uri="{FF2B5EF4-FFF2-40B4-BE49-F238E27FC236}">
                <a16:creationId xmlns:a16="http://schemas.microsoft.com/office/drawing/2014/main" id="{BAA5AE6B-6B50-4318-8B8A-9D3C894F9FD3}"/>
              </a:ext>
            </a:extLst>
          </p:cNvPr>
          <p:cNvSpPr>
            <a:spLocks noGrp="1"/>
          </p:cNvSpPr>
          <p:nvPr/>
        </p:nvSpPr>
        <p:spPr>
          <a:xfrm>
            <a:off x="8553450" y="2914649"/>
            <a:ext cx="2190750" cy="2426797"/>
          </a:xfrm>
          <a:prstGeom prst="roundRect">
            <a:avLst>
              <a:gd name="adj" fmla="val 7407"/>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0830DD70-C91C-4B23-977B-D0FEEF323C7B}"/>
              </a:ext>
            </a:extLst>
          </p:cNvPr>
          <p:cNvSpPr>
            <a:spLocks noGrp="1"/>
          </p:cNvSpPr>
          <p:nvPr/>
        </p:nvSpPr>
        <p:spPr>
          <a:xfrm>
            <a:off x="8553450" y="2914649"/>
            <a:ext cx="66675" cy="2426797"/>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E1760D54-D705-42C1-960D-D8C65FFE4837}"/>
              </a:ext>
            </a:extLst>
          </p:cNvPr>
          <p:cNvSpPr>
            <a:spLocks noGrp="1"/>
          </p:cNvSpPr>
          <p:nvPr/>
        </p:nvSpPr>
        <p:spPr>
          <a:xfrm>
            <a:off x="8763000" y="3086100"/>
            <a:ext cx="1771650" cy="689090"/>
          </a:xfrm>
          <a:prstGeom prst="rect">
            <a:avLst/>
          </a:prstGeom>
          <a:noFill/>
          <a:ln w="0">
            <a:noFill/>
            <a:prstDash val="solid"/>
          </a:ln>
        </p:spPr>
        <p:txBody>
          <a:bodyPr/>
          <a:lstStyle/>
          <a:p>
            <a:pPr algn="ctr">
              <a:buNone/>
              <a:defRPr sz="2025" b="1">
                <a:solidFill>
                  <a:srgbClr val="F8FAFC"/>
                </a:solidFill>
              </a:defRPr>
            </a:pPr>
            <a:r>
              <a:rPr sz="2400" b="1">
                <a:solidFill>
                  <a:srgbClr val="F8FAFC"/>
                </a:solidFill>
              </a:rPr>
              <a:t>Mark risk</a:t>
            </a:r>
          </a:p>
        </p:txBody>
      </p:sp>
      <p:sp>
        <p:nvSpPr>
          <p:cNvPr id="21" name="Rectangle 20">
            <a:extLst>
              <a:ext uri="{FF2B5EF4-FFF2-40B4-BE49-F238E27FC236}">
                <a16:creationId xmlns:a16="http://schemas.microsoft.com/office/drawing/2014/main" id="{639F3E9C-EE0D-41A6-8BF0-CDE7040A9396}"/>
              </a:ext>
            </a:extLst>
          </p:cNvPr>
          <p:cNvSpPr>
            <a:spLocks noGrp="1"/>
          </p:cNvSpPr>
          <p:nvPr/>
        </p:nvSpPr>
        <p:spPr>
          <a:xfrm>
            <a:off x="8763000" y="3726387"/>
            <a:ext cx="1771650" cy="1318260"/>
          </a:xfrm>
          <a:prstGeom prst="rect">
            <a:avLst/>
          </a:prstGeom>
          <a:noFill/>
          <a:ln w="0">
            <a:noFill/>
            <a:prstDash val="solid"/>
          </a:ln>
        </p:spPr>
        <p:txBody>
          <a:bodyPr/>
          <a:lstStyle/>
          <a:p>
            <a:pPr algn="ctr">
              <a:buNone/>
              <a:defRPr sz="1650" b="0">
                <a:solidFill>
                  <a:srgbClr val="A8B6C7"/>
                </a:solidFill>
              </a:defRPr>
            </a:pPr>
            <a:r>
              <a:rPr b="0">
                <a:solidFill>
                  <a:srgbClr val="A8B6C7"/>
                </a:solidFill>
              </a:rPr>
              <a:t>Flag stale, sensitive, or disputed sources.</a:t>
            </a:r>
          </a:p>
        </p:txBody>
      </p:sp>
      <p:sp>
        <p:nvSpPr>
          <p:cNvPr id="22" name="Rectangle: Rounded Corners 21">
            <a:extLst>
              <a:ext uri="{FF2B5EF4-FFF2-40B4-BE49-F238E27FC236}">
                <a16:creationId xmlns:a16="http://schemas.microsoft.com/office/drawing/2014/main" id="{80251B83-6DCE-4126-A3EF-EF297F90C0A1}"/>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3" name="Rectangle 22">
            <a:extLst>
              <a:ext uri="{FF2B5EF4-FFF2-40B4-BE49-F238E27FC236}">
                <a16:creationId xmlns:a16="http://schemas.microsoft.com/office/drawing/2014/main" id="{9A28F923-95ED-4090-BC98-A76134703926}"/>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DO THIS NOW</a:t>
            </a:r>
          </a:p>
        </p:txBody>
      </p:sp>
      <p:sp>
        <p:nvSpPr>
          <p:cNvPr id="24" name="Rectangle 23">
            <a:extLst>
              <a:ext uri="{FF2B5EF4-FFF2-40B4-BE49-F238E27FC236}">
                <a16:creationId xmlns:a16="http://schemas.microsoft.com/office/drawing/2014/main" id="{F8FE97D2-7BBB-4065-A928-C7B53CCF4336}"/>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Keep the scope narrow enough to finish.</a:t>
            </a:r>
          </a:p>
        </p:txBody>
      </p:sp>
      <p:sp>
        <p:nvSpPr>
          <p:cNvPr id="26" name="Oval 25">
            <a:extLst>
              <a:ext uri="{FF2B5EF4-FFF2-40B4-BE49-F238E27FC236}">
                <a16:creationId xmlns:a16="http://schemas.microsoft.com/office/drawing/2014/main" id="{85160A6F-CED8-443B-9973-BF16442B4215}"/>
              </a:ext>
            </a:extLst>
          </p:cNvPr>
          <p:cNvSpPr>
            <a:spLocks noGrp="1"/>
          </p:cNvSpPr>
          <p:nvPr/>
        </p:nvSpPr>
        <p:spPr>
          <a:xfrm>
            <a:off x="1021461" y="2765868"/>
            <a:ext cx="400050" cy="400050"/>
          </a:xfrm>
          <a:prstGeom prst="ellipse">
            <a:avLst/>
          </a:prstGeom>
          <a:solidFill>
            <a:srgbClr val="05D6A4"/>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1109472" y="2853879"/>
            <a:ext cx="224028" cy="224028"/>
          </a:xfrm>
          <a:prstGeom prst="rect">
            <a:avLst/>
          </a:prstGeom>
        </p:spPr>
      </p:pic>
      <p:sp>
        <p:nvSpPr>
          <p:cNvPr id="28" name="Oval 27">
            <a:extLst>
              <a:ext uri="{FF2B5EF4-FFF2-40B4-BE49-F238E27FC236}">
                <a16:creationId xmlns:a16="http://schemas.microsoft.com/office/drawing/2014/main" id="{AF4F49CF-6AA5-4AFF-83DA-6AE592CFABAF}"/>
              </a:ext>
            </a:extLst>
          </p:cNvPr>
          <p:cNvSpPr>
            <a:spLocks noGrp="1"/>
          </p:cNvSpPr>
          <p:nvPr/>
        </p:nvSpPr>
        <p:spPr>
          <a:xfrm>
            <a:off x="3497961" y="2765868"/>
            <a:ext cx="400050" cy="400050"/>
          </a:xfrm>
          <a:prstGeom prst="ellipse">
            <a:avLst/>
          </a:prstGeom>
          <a:solidFill>
            <a:srgbClr val="38BDF8"/>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3585972" y="2853879"/>
            <a:ext cx="224028" cy="224028"/>
          </a:xfrm>
          <a:prstGeom prst="rect">
            <a:avLst/>
          </a:prstGeom>
        </p:spPr>
      </p:pic>
      <p:sp>
        <p:nvSpPr>
          <p:cNvPr id="30" name="Oval 29">
            <a:extLst>
              <a:ext uri="{FF2B5EF4-FFF2-40B4-BE49-F238E27FC236}">
                <a16:creationId xmlns:a16="http://schemas.microsoft.com/office/drawing/2014/main" id="{8156E8ED-77B5-4996-975E-ED7259E012B8}"/>
              </a:ext>
            </a:extLst>
          </p:cNvPr>
          <p:cNvSpPr>
            <a:spLocks noGrp="1"/>
          </p:cNvSpPr>
          <p:nvPr/>
        </p:nvSpPr>
        <p:spPr>
          <a:xfrm>
            <a:off x="5974461" y="2765868"/>
            <a:ext cx="400050" cy="400050"/>
          </a:xfrm>
          <a:prstGeom prst="ellipse">
            <a:avLst/>
          </a:prstGeom>
          <a:solidFill>
            <a:srgbClr val="38BDF8"/>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4"/>
              </a:ext>
            </a:extLst>
          </a:blip>
          <a:stretch/>
        </p:blipFill>
        <p:spPr>
          <a:xfrm>
            <a:off x="6062472" y="2853879"/>
            <a:ext cx="224028" cy="224028"/>
          </a:xfrm>
          <a:prstGeom prst="rect">
            <a:avLst/>
          </a:prstGeom>
        </p:spPr>
      </p:pic>
      <p:sp>
        <p:nvSpPr>
          <p:cNvPr id="32" name="Oval 31">
            <a:extLst>
              <a:ext uri="{FF2B5EF4-FFF2-40B4-BE49-F238E27FC236}">
                <a16:creationId xmlns:a16="http://schemas.microsoft.com/office/drawing/2014/main" id="{C58B0425-A483-4B69-BD4E-AACC4C69A4E3}"/>
              </a:ext>
            </a:extLst>
          </p:cNvPr>
          <p:cNvSpPr>
            <a:spLocks noGrp="1"/>
          </p:cNvSpPr>
          <p:nvPr/>
        </p:nvSpPr>
        <p:spPr>
          <a:xfrm>
            <a:off x="8450961" y="2765868"/>
            <a:ext cx="400050" cy="400050"/>
          </a:xfrm>
          <a:prstGeom prst="ellipse">
            <a:avLst/>
          </a:prstGeom>
          <a:solidFill>
            <a:srgbClr val="A78BFA"/>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5"/>
              </a:ext>
            </a:extLst>
          </a:blip>
          <a:stretch/>
        </p:blipFill>
        <p:spPr>
          <a:xfrm>
            <a:off x="8538972" y="2853879"/>
            <a:ext cx="224028" cy="224028"/>
          </a:xfrm>
          <a:prstGeom prst="rect">
            <a:avLst/>
          </a:prstGeom>
        </p:spPr>
      </p:pic>
      <p:pic>
        <p:nvPicPr>
          <p:cNvPr id="29" name="Picture 28">
            <a:extLst>
              <a:ext uri="{FF2B5EF4-FFF2-40B4-BE49-F238E27FC236}">
                <a16:creationId xmlns:a16="http://schemas.microsoft.com/office/drawing/2014/main" id="{71350FA0-004F-87D8-F9B5-AFB1ED19EB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393167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A1E5791-5795-415E-A724-67C8E5B88276}"/>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CANVAS</a:t>
            </a:r>
          </a:p>
        </p:txBody>
      </p:sp>
      <p:sp>
        <p:nvSpPr>
          <p:cNvPr id="2" name="Rectangle 1">
            <a:extLst>
              <a:ext uri="{FF2B5EF4-FFF2-40B4-BE49-F238E27FC236}">
                <a16:creationId xmlns:a16="http://schemas.microsoft.com/office/drawing/2014/main" id="{0EA9F28D-4CD5-4CA8-ADDA-A97C22AE7347}"/>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Source inventory fields</a:t>
            </a:r>
          </a:p>
        </p:txBody>
      </p:sp>
      <p:sp>
        <p:nvSpPr>
          <p:cNvPr id="3" name="Rectangle 2">
            <a:extLst>
              <a:ext uri="{FF2B5EF4-FFF2-40B4-BE49-F238E27FC236}">
                <a16:creationId xmlns:a16="http://schemas.microsoft.com/office/drawing/2014/main" id="{5A343CC0-A9FC-47EE-823E-813510E1689F}"/>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BB9526F9-474B-4C2E-8064-7B2BF94736C8}"/>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14</a:t>
            </a:r>
          </a:p>
        </p:txBody>
      </p:sp>
      <p:sp>
        <p:nvSpPr>
          <p:cNvPr id="5" name="Rectangle 4">
            <a:extLst>
              <a:ext uri="{FF2B5EF4-FFF2-40B4-BE49-F238E27FC236}">
                <a16:creationId xmlns:a16="http://schemas.microsoft.com/office/drawing/2014/main" id="{D2BA323A-FD20-4016-869B-A46127FA8246}"/>
              </a:ext>
            </a:extLst>
          </p:cNvPr>
          <p:cNvSpPr>
            <a:spLocks noGrp="1"/>
          </p:cNvSpPr>
          <p:nvPr/>
        </p:nvSpPr>
        <p:spPr>
          <a:xfrm>
            <a:off x="685800" y="1409700"/>
            <a:ext cx="8572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The workbook carries the detail. The slide shows the minimum fields that make a source governable.</a:t>
            </a:r>
          </a:p>
        </p:txBody>
      </p:sp>
      <p:sp>
        <p:nvSpPr>
          <p:cNvPr id="6" name="Rectangle: Rounded Corners 5">
            <a:extLst>
              <a:ext uri="{FF2B5EF4-FFF2-40B4-BE49-F238E27FC236}">
                <a16:creationId xmlns:a16="http://schemas.microsoft.com/office/drawing/2014/main" id="{C0244D18-76AE-4C38-9076-EEBCBE15C1CD}"/>
              </a:ext>
            </a:extLst>
          </p:cNvPr>
          <p:cNvSpPr>
            <a:spLocks noGrp="1"/>
          </p:cNvSpPr>
          <p:nvPr/>
        </p:nvSpPr>
        <p:spPr>
          <a:xfrm>
            <a:off x="952500" y="2305050"/>
            <a:ext cx="1943100" cy="2857500"/>
          </a:xfrm>
          <a:prstGeom prst="roundRect">
            <a:avLst>
              <a:gd name="adj" fmla="val 5882"/>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4E4B08DD-AC39-4439-A010-683D73AEAFF8}"/>
              </a:ext>
            </a:extLst>
          </p:cNvPr>
          <p:cNvSpPr>
            <a:spLocks noGrp="1"/>
          </p:cNvSpPr>
          <p:nvPr/>
        </p:nvSpPr>
        <p:spPr>
          <a:xfrm>
            <a:off x="11620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Source</a:t>
            </a:r>
          </a:p>
        </p:txBody>
      </p:sp>
      <p:sp>
        <p:nvSpPr>
          <p:cNvPr id="8" name="Rectangle 7">
            <a:extLst>
              <a:ext uri="{FF2B5EF4-FFF2-40B4-BE49-F238E27FC236}">
                <a16:creationId xmlns:a16="http://schemas.microsoft.com/office/drawing/2014/main" id="{DB4C1437-E81D-45ED-8247-E5EFFB9A992A}"/>
              </a:ext>
            </a:extLst>
          </p:cNvPr>
          <p:cNvSpPr>
            <a:spLocks noGrp="1"/>
          </p:cNvSpPr>
          <p:nvPr/>
        </p:nvSpPr>
        <p:spPr>
          <a:xfrm>
            <a:off x="11811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What knowledge asset is trusted?</a:t>
            </a:r>
          </a:p>
        </p:txBody>
      </p:sp>
      <p:sp>
        <p:nvSpPr>
          <p:cNvPr id="9" name="Rectangle: Rounded Corners 8">
            <a:extLst>
              <a:ext uri="{FF2B5EF4-FFF2-40B4-BE49-F238E27FC236}">
                <a16:creationId xmlns:a16="http://schemas.microsoft.com/office/drawing/2014/main" id="{93EC39A7-8769-4AC3-8002-EA124622C7FF}"/>
              </a:ext>
            </a:extLst>
          </p:cNvPr>
          <p:cNvSpPr>
            <a:spLocks noGrp="1"/>
          </p:cNvSpPr>
          <p:nvPr/>
        </p:nvSpPr>
        <p:spPr>
          <a:xfrm>
            <a:off x="3009900" y="2305050"/>
            <a:ext cx="1943100" cy="2857500"/>
          </a:xfrm>
          <a:prstGeom prst="roundRect">
            <a:avLst>
              <a:gd name="adj" fmla="val 5882"/>
            </a:avLst>
          </a:prstGeom>
          <a:solidFill>
            <a:srgbClr val="10243A"/>
          </a:solidFill>
          <a:ln w="11430">
            <a:solidFill>
              <a:srgbClr val="38BDF8"/>
            </a:solidFill>
            <a:prstDash val="solid"/>
          </a:ln>
        </p:spPr>
        <p:txBody>
          <a:bodyPr/>
          <a:lstStyle/>
          <a:p>
            <a:endParaRPr/>
          </a:p>
        </p:txBody>
      </p:sp>
      <p:sp>
        <p:nvSpPr>
          <p:cNvPr id="10" name="Rectangle 9">
            <a:extLst>
              <a:ext uri="{FF2B5EF4-FFF2-40B4-BE49-F238E27FC236}">
                <a16:creationId xmlns:a16="http://schemas.microsoft.com/office/drawing/2014/main" id="{B0B21585-A27F-436E-A768-F5A39D21D273}"/>
              </a:ext>
            </a:extLst>
          </p:cNvPr>
          <p:cNvSpPr>
            <a:spLocks noGrp="1"/>
          </p:cNvSpPr>
          <p:nvPr/>
        </p:nvSpPr>
        <p:spPr>
          <a:xfrm>
            <a:off x="32194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Owner</a:t>
            </a:r>
          </a:p>
        </p:txBody>
      </p:sp>
      <p:sp>
        <p:nvSpPr>
          <p:cNvPr id="11" name="Rectangle 10">
            <a:extLst>
              <a:ext uri="{FF2B5EF4-FFF2-40B4-BE49-F238E27FC236}">
                <a16:creationId xmlns:a16="http://schemas.microsoft.com/office/drawing/2014/main" id="{49DA6E2D-E00F-4FBF-A1DF-FD471B4D68AF}"/>
              </a:ext>
            </a:extLst>
          </p:cNvPr>
          <p:cNvSpPr>
            <a:spLocks noGrp="1"/>
          </p:cNvSpPr>
          <p:nvPr/>
        </p:nvSpPr>
        <p:spPr>
          <a:xfrm>
            <a:off x="32385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Who approves and updates it?</a:t>
            </a:r>
          </a:p>
        </p:txBody>
      </p:sp>
      <p:sp>
        <p:nvSpPr>
          <p:cNvPr id="12" name="Rectangle: Rounded Corners 11">
            <a:extLst>
              <a:ext uri="{FF2B5EF4-FFF2-40B4-BE49-F238E27FC236}">
                <a16:creationId xmlns:a16="http://schemas.microsoft.com/office/drawing/2014/main" id="{F5DB3B77-8E92-4D20-9432-4F7862D1D202}"/>
              </a:ext>
            </a:extLst>
          </p:cNvPr>
          <p:cNvSpPr>
            <a:spLocks noGrp="1"/>
          </p:cNvSpPr>
          <p:nvPr/>
        </p:nvSpPr>
        <p:spPr>
          <a:xfrm>
            <a:off x="5067300" y="2305050"/>
            <a:ext cx="1943100" cy="2857500"/>
          </a:xfrm>
          <a:prstGeom prst="roundRect">
            <a:avLst>
              <a:gd name="adj" fmla="val 5882"/>
            </a:avLst>
          </a:prstGeom>
          <a:solidFill>
            <a:srgbClr val="10243A"/>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D53C11C2-5584-4787-90F5-314E316D150C}"/>
              </a:ext>
            </a:extLst>
          </p:cNvPr>
          <p:cNvSpPr>
            <a:spLocks noGrp="1"/>
          </p:cNvSpPr>
          <p:nvPr/>
        </p:nvSpPr>
        <p:spPr>
          <a:xfrm>
            <a:off x="52768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Freshness</a:t>
            </a:r>
          </a:p>
        </p:txBody>
      </p:sp>
      <p:sp>
        <p:nvSpPr>
          <p:cNvPr id="14" name="Rectangle 13">
            <a:extLst>
              <a:ext uri="{FF2B5EF4-FFF2-40B4-BE49-F238E27FC236}">
                <a16:creationId xmlns:a16="http://schemas.microsoft.com/office/drawing/2014/main" id="{5F7F3E53-E3DC-4758-B94B-A02125C56E59}"/>
              </a:ext>
            </a:extLst>
          </p:cNvPr>
          <p:cNvSpPr>
            <a:spLocks noGrp="1"/>
          </p:cNvSpPr>
          <p:nvPr/>
        </p:nvSpPr>
        <p:spPr>
          <a:xfrm>
            <a:off x="52959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How current is it?</a:t>
            </a:r>
          </a:p>
        </p:txBody>
      </p:sp>
      <p:sp>
        <p:nvSpPr>
          <p:cNvPr id="15" name="Rectangle: Rounded Corners 14">
            <a:extLst>
              <a:ext uri="{FF2B5EF4-FFF2-40B4-BE49-F238E27FC236}">
                <a16:creationId xmlns:a16="http://schemas.microsoft.com/office/drawing/2014/main" id="{95BCEE37-CFE8-49BE-ABB3-7DF7B47AF019}"/>
              </a:ext>
            </a:extLst>
          </p:cNvPr>
          <p:cNvSpPr>
            <a:spLocks noGrp="1"/>
          </p:cNvSpPr>
          <p:nvPr/>
        </p:nvSpPr>
        <p:spPr>
          <a:xfrm>
            <a:off x="7124700" y="2305050"/>
            <a:ext cx="1943100" cy="2857500"/>
          </a:xfrm>
          <a:prstGeom prst="roundRect">
            <a:avLst>
              <a:gd name="adj" fmla="val 5882"/>
            </a:avLst>
          </a:prstGeom>
          <a:solidFill>
            <a:srgbClr val="10243A"/>
          </a:solidFill>
          <a:ln w="11430">
            <a:solidFill>
              <a:srgbClr val="22C55E"/>
            </a:solidFill>
            <a:prstDash val="solid"/>
          </a:ln>
        </p:spPr>
        <p:txBody>
          <a:bodyPr/>
          <a:lstStyle/>
          <a:p>
            <a:endParaRPr/>
          </a:p>
        </p:txBody>
      </p:sp>
      <p:sp>
        <p:nvSpPr>
          <p:cNvPr id="16" name="Rectangle 15">
            <a:extLst>
              <a:ext uri="{FF2B5EF4-FFF2-40B4-BE49-F238E27FC236}">
                <a16:creationId xmlns:a16="http://schemas.microsoft.com/office/drawing/2014/main" id="{50C8FD1B-7BA7-48E2-99B6-30474A8CE7FB}"/>
              </a:ext>
            </a:extLst>
          </p:cNvPr>
          <p:cNvSpPr>
            <a:spLocks noGrp="1"/>
          </p:cNvSpPr>
          <p:nvPr/>
        </p:nvSpPr>
        <p:spPr>
          <a:xfrm>
            <a:off x="73342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Access</a:t>
            </a:r>
          </a:p>
        </p:txBody>
      </p:sp>
      <p:sp>
        <p:nvSpPr>
          <p:cNvPr id="17" name="Rectangle 16">
            <a:extLst>
              <a:ext uri="{FF2B5EF4-FFF2-40B4-BE49-F238E27FC236}">
                <a16:creationId xmlns:a16="http://schemas.microsoft.com/office/drawing/2014/main" id="{7842973D-52C3-4509-894A-80CE16AD7118}"/>
              </a:ext>
            </a:extLst>
          </p:cNvPr>
          <p:cNvSpPr>
            <a:spLocks noGrp="1"/>
          </p:cNvSpPr>
          <p:nvPr/>
        </p:nvSpPr>
        <p:spPr>
          <a:xfrm>
            <a:off x="73533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Who can use it?</a:t>
            </a:r>
          </a:p>
        </p:txBody>
      </p:sp>
      <p:sp>
        <p:nvSpPr>
          <p:cNvPr id="18" name="Rectangle: Rounded Corners 17">
            <a:extLst>
              <a:ext uri="{FF2B5EF4-FFF2-40B4-BE49-F238E27FC236}">
                <a16:creationId xmlns:a16="http://schemas.microsoft.com/office/drawing/2014/main" id="{D162ABB1-61B1-40C9-A47C-16F518125C0F}"/>
              </a:ext>
            </a:extLst>
          </p:cNvPr>
          <p:cNvSpPr>
            <a:spLocks noGrp="1"/>
          </p:cNvSpPr>
          <p:nvPr/>
        </p:nvSpPr>
        <p:spPr>
          <a:xfrm>
            <a:off x="9182100" y="2305050"/>
            <a:ext cx="1943100" cy="2857500"/>
          </a:xfrm>
          <a:prstGeom prst="roundRect">
            <a:avLst>
              <a:gd name="adj" fmla="val 5882"/>
            </a:avLst>
          </a:prstGeom>
          <a:solidFill>
            <a:srgbClr val="10243A"/>
          </a:solidFill>
          <a:ln w="11430">
            <a:solidFill>
              <a:srgbClr val="FBBF24"/>
            </a:solidFill>
            <a:prstDash val="solid"/>
          </a:ln>
        </p:spPr>
        <p:txBody>
          <a:bodyPr/>
          <a:lstStyle/>
          <a:p>
            <a:endParaRPr/>
          </a:p>
        </p:txBody>
      </p:sp>
      <p:sp>
        <p:nvSpPr>
          <p:cNvPr id="19" name="Rectangle 18">
            <a:extLst>
              <a:ext uri="{FF2B5EF4-FFF2-40B4-BE49-F238E27FC236}">
                <a16:creationId xmlns:a16="http://schemas.microsoft.com/office/drawing/2014/main" id="{9C535727-A9FA-4E85-BB86-4CF84CECFE60}"/>
              </a:ext>
            </a:extLst>
          </p:cNvPr>
          <p:cNvSpPr>
            <a:spLocks noGrp="1"/>
          </p:cNvSpPr>
          <p:nvPr/>
        </p:nvSpPr>
        <p:spPr>
          <a:xfrm>
            <a:off x="93916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Use case</a:t>
            </a:r>
          </a:p>
        </p:txBody>
      </p:sp>
      <p:sp>
        <p:nvSpPr>
          <p:cNvPr id="20" name="Rectangle 19">
            <a:extLst>
              <a:ext uri="{FF2B5EF4-FFF2-40B4-BE49-F238E27FC236}">
                <a16:creationId xmlns:a16="http://schemas.microsoft.com/office/drawing/2014/main" id="{D9FE6DA6-2925-46D8-B08A-8428105BE3F3}"/>
              </a:ext>
            </a:extLst>
          </p:cNvPr>
          <p:cNvSpPr>
            <a:spLocks noGrp="1"/>
          </p:cNvSpPr>
          <p:nvPr/>
        </p:nvSpPr>
        <p:spPr>
          <a:xfrm>
            <a:off x="94107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What questions should it answer?</a:t>
            </a:r>
          </a:p>
        </p:txBody>
      </p:sp>
      <p:sp>
        <p:nvSpPr>
          <p:cNvPr id="21" name="Rectangle: Rounded Corners 20">
            <a:extLst>
              <a:ext uri="{FF2B5EF4-FFF2-40B4-BE49-F238E27FC236}">
                <a16:creationId xmlns:a16="http://schemas.microsoft.com/office/drawing/2014/main" id="{9F15CDE5-8143-4A01-AAE3-AF9A3ECA5A54}"/>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2" name="Rectangle 21">
            <a:extLst>
              <a:ext uri="{FF2B5EF4-FFF2-40B4-BE49-F238E27FC236}">
                <a16:creationId xmlns:a16="http://schemas.microsoft.com/office/drawing/2014/main" id="{F2F03500-C94E-4256-973A-6160D48B570B}"/>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DECISION</a:t>
            </a:r>
          </a:p>
        </p:txBody>
      </p:sp>
      <p:sp>
        <p:nvSpPr>
          <p:cNvPr id="23" name="Rectangle 22">
            <a:extLst>
              <a:ext uri="{FF2B5EF4-FFF2-40B4-BE49-F238E27FC236}">
                <a16:creationId xmlns:a16="http://schemas.microsoft.com/office/drawing/2014/main" id="{1D95CA2E-EE32-4420-BD1B-EC480E1660D2}"/>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Do not inventory everything. Inventory what AI may rely on.</a:t>
            </a:r>
          </a:p>
        </p:txBody>
      </p:sp>
      <p:sp>
        <p:nvSpPr>
          <p:cNvPr id="25" name="Oval 24">
            <a:extLst>
              <a:ext uri="{FF2B5EF4-FFF2-40B4-BE49-F238E27FC236}">
                <a16:creationId xmlns:a16="http://schemas.microsoft.com/office/drawing/2014/main" id="{CED59BA3-72C6-450C-9FFD-455F671A41B2}"/>
              </a:ext>
            </a:extLst>
          </p:cNvPr>
          <p:cNvSpPr>
            <a:spLocks noGrp="1"/>
          </p:cNvSpPr>
          <p:nvPr/>
        </p:nvSpPr>
        <p:spPr>
          <a:xfrm>
            <a:off x="886206" y="2162175"/>
            <a:ext cx="400050" cy="400050"/>
          </a:xfrm>
          <a:prstGeom prst="ellipse">
            <a:avLst/>
          </a:prstGeom>
          <a:solidFill>
            <a:srgbClr val="38BDF8"/>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974217" y="2250186"/>
            <a:ext cx="224028" cy="224028"/>
          </a:xfrm>
          <a:prstGeom prst="rect">
            <a:avLst/>
          </a:prstGeom>
        </p:spPr>
      </p:pic>
      <p:sp>
        <p:nvSpPr>
          <p:cNvPr id="27" name="Oval 26">
            <a:extLst>
              <a:ext uri="{FF2B5EF4-FFF2-40B4-BE49-F238E27FC236}">
                <a16:creationId xmlns:a16="http://schemas.microsoft.com/office/drawing/2014/main" id="{B914072D-915D-4DAE-BB6C-6FA5C90670A4}"/>
              </a:ext>
            </a:extLst>
          </p:cNvPr>
          <p:cNvSpPr>
            <a:spLocks noGrp="1"/>
          </p:cNvSpPr>
          <p:nvPr/>
        </p:nvSpPr>
        <p:spPr>
          <a:xfrm>
            <a:off x="2943606" y="2162175"/>
            <a:ext cx="400050" cy="400050"/>
          </a:xfrm>
          <a:prstGeom prst="ellipse">
            <a:avLst/>
          </a:prstGeom>
          <a:solidFill>
            <a:srgbClr val="22C55E"/>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3031617" y="2250186"/>
            <a:ext cx="224028" cy="224028"/>
          </a:xfrm>
          <a:prstGeom prst="rect">
            <a:avLst/>
          </a:prstGeom>
        </p:spPr>
      </p:pic>
      <p:sp>
        <p:nvSpPr>
          <p:cNvPr id="29" name="Oval 28">
            <a:extLst>
              <a:ext uri="{FF2B5EF4-FFF2-40B4-BE49-F238E27FC236}">
                <a16:creationId xmlns:a16="http://schemas.microsoft.com/office/drawing/2014/main" id="{A5340CE0-9F57-4339-8F55-5A3FD85267A9}"/>
              </a:ext>
            </a:extLst>
          </p:cNvPr>
          <p:cNvSpPr>
            <a:spLocks noGrp="1"/>
          </p:cNvSpPr>
          <p:nvPr/>
        </p:nvSpPr>
        <p:spPr>
          <a:xfrm>
            <a:off x="5001006" y="2162175"/>
            <a:ext cx="400050" cy="400050"/>
          </a:xfrm>
          <a:prstGeom prst="ellipse">
            <a:avLst/>
          </a:prstGeom>
          <a:solidFill>
            <a:srgbClr val="05D6A4"/>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5"/>
              </a:ext>
            </a:extLst>
          </a:blip>
          <a:stretch/>
        </p:blipFill>
        <p:spPr>
          <a:xfrm>
            <a:off x="5089017" y="2250186"/>
            <a:ext cx="224028" cy="224028"/>
          </a:xfrm>
          <a:prstGeom prst="rect">
            <a:avLst/>
          </a:prstGeom>
        </p:spPr>
      </p:pic>
      <p:sp>
        <p:nvSpPr>
          <p:cNvPr id="31" name="Oval 30">
            <a:extLst>
              <a:ext uri="{FF2B5EF4-FFF2-40B4-BE49-F238E27FC236}">
                <a16:creationId xmlns:a16="http://schemas.microsoft.com/office/drawing/2014/main" id="{7ED71507-DE1A-4C0E-81F4-DAF2BC7B2D79}"/>
              </a:ext>
            </a:extLst>
          </p:cNvPr>
          <p:cNvSpPr>
            <a:spLocks noGrp="1"/>
          </p:cNvSpPr>
          <p:nvPr/>
        </p:nvSpPr>
        <p:spPr>
          <a:xfrm>
            <a:off x="7058406" y="2162175"/>
            <a:ext cx="400050" cy="400050"/>
          </a:xfrm>
          <a:prstGeom prst="ellipse">
            <a:avLst/>
          </a:prstGeom>
          <a:solidFill>
            <a:srgbClr val="A78BFA"/>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6"/>
              </a:ext>
            </a:extLst>
          </a:blip>
          <a:stretch/>
        </p:blipFill>
        <p:spPr>
          <a:xfrm>
            <a:off x="7146417" y="2250186"/>
            <a:ext cx="224028" cy="224028"/>
          </a:xfrm>
          <a:prstGeom prst="rect">
            <a:avLst/>
          </a:prstGeom>
        </p:spPr>
      </p:pic>
      <p:sp>
        <p:nvSpPr>
          <p:cNvPr id="33" name="Oval 32">
            <a:extLst>
              <a:ext uri="{FF2B5EF4-FFF2-40B4-BE49-F238E27FC236}">
                <a16:creationId xmlns:a16="http://schemas.microsoft.com/office/drawing/2014/main" id="{43D99ECE-F8E9-47E2-BBB9-1F906A3A73A4}"/>
              </a:ext>
            </a:extLst>
          </p:cNvPr>
          <p:cNvSpPr>
            <a:spLocks noGrp="1"/>
          </p:cNvSpPr>
          <p:nvPr/>
        </p:nvSpPr>
        <p:spPr>
          <a:xfrm>
            <a:off x="9115806" y="2162175"/>
            <a:ext cx="400050" cy="400050"/>
          </a:xfrm>
          <a:prstGeom prst="ellipse">
            <a:avLst/>
          </a:prstGeom>
          <a:solidFill>
            <a:srgbClr val="22C55E"/>
          </a:solidFill>
          <a:ln w="9525">
            <a:solidFill>
              <a:srgbClr val="0B1A2A"/>
            </a:solidFill>
            <a:prstDash val="solid"/>
          </a:ln>
        </p:spPr>
        <p:txBody>
          <a:bodyPr/>
          <a:lstStyle/>
          <a:p>
            <a:endParaRPr lang="en-SG"/>
          </a:p>
        </p:txBody>
      </p:sp>
      <p:pic>
        <p:nvPicPr>
          <p:cNvPr id="67" name="Graphic 66"/>
          <p:cNvPicPr>
            <a:picLocks noChangeAspect="1"/>
          </p:cNvPicPr>
          <p:nvPr/>
        </p:nvPicPr>
        <p:blipFill>
          <a:blip>
            <a:extLst>
              <a:ext uri="{96DAC541-7B7A-43D3-8B79-37D633B846F1}">
                <asvg:svgBlip xmlns:asvg="http://schemas.microsoft.com/office/drawing/2016/SVG/main" r:embed="rId7"/>
              </a:ext>
            </a:extLst>
          </a:blip>
          <a:stretch/>
        </p:blipFill>
        <p:spPr>
          <a:xfrm>
            <a:off x="9203817" y="2250186"/>
            <a:ext cx="224028" cy="224028"/>
          </a:xfrm>
          <a:prstGeom prst="rect">
            <a:avLst/>
          </a:prstGeom>
        </p:spPr>
      </p:pic>
      <p:pic>
        <p:nvPicPr>
          <p:cNvPr id="28" name="Picture 27">
            <a:extLst>
              <a:ext uri="{FF2B5EF4-FFF2-40B4-BE49-F238E27FC236}">
                <a16:creationId xmlns:a16="http://schemas.microsoft.com/office/drawing/2014/main" id="{E1A41FB9-DC1B-96C5-C572-3F0D065BC74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189719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2607CA0-016A-457A-8D9F-041CBF1400EF}"/>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DEBRIEF</a:t>
            </a:r>
          </a:p>
        </p:txBody>
      </p:sp>
      <p:sp>
        <p:nvSpPr>
          <p:cNvPr id="2" name="Rectangle 1">
            <a:extLst>
              <a:ext uri="{FF2B5EF4-FFF2-40B4-BE49-F238E27FC236}">
                <a16:creationId xmlns:a16="http://schemas.microsoft.com/office/drawing/2014/main" id="{D97EED5D-0A0E-4F96-99BB-80777E0FD7D0}"/>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What sources are missing?</a:t>
            </a:r>
          </a:p>
        </p:txBody>
      </p:sp>
      <p:sp>
        <p:nvSpPr>
          <p:cNvPr id="3" name="Rectangle 2">
            <a:extLst>
              <a:ext uri="{FF2B5EF4-FFF2-40B4-BE49-F238E27FC236}">
                <a16:creationId xmlns:a16="http://schemas.microsoft.com/office/drawing/2014/main" id="{7314EB66-1804-4F6D-BA7F-E9C863515A40}"/>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FE8A8C31-E1B9-4CFF-BF8D-D90CA779F708}"/>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15</a:t>
            </a:r>
          </a:p>
        </p:txBody>
      </p:sp>
      <p:sp>
        <p:nvSpPr>
          <p:cNvPr id="5" name="Rectangle 4">
            <a:extLst>
              <a:ext uri="{FF2B5EF4-FFF2-40B4-BE49-F238E27FC236}">
                <a16:creationId xmlns:a16="http://schemas.microsoft.com/office/drawing/2014/main" id="{DC905A6E-ACDD-4432-8614-910241E1A6BD}"/>
              </a:ext>
            </a:extLst>
          </p:cNvPr>
          <p:cNvSpPr>
            <a:spLocks noGrp="1"/>
          </p:cNvSpPr>
          <p:nvPr/>
        </p:nvSpPr>
        <p:spPr>
          <a:xfrm>
            <a:off x="685800" y="1714500"/>
            <a:ext cx="8763000"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Source gaps usually reveal deeper operating gaps.</a:t>
            </a:r>
          </a:p>
        </p:txBody>
      </p:sp>
      <p:sp>
        <p:nvSpPr>
          <p:cNvPr id="6" name="Rectangle: Rounded Corners 5">
            <a:extLst>
              <a:ext uri="{FF2B5EF4-FFF2-40B4-BE49-F238E27FC236}">
                <a16:creationId xmlns:a16="http://schemas.microsoft.com/office/drawing/2014/main" id="{9204BFAC-CF19-408C-B21A-8DCAD60987A8}"/>
              </a:ext>
            </a:extLst>
          </p:cNvPr>
          <p:cNvSpPr>
            <a:spLocks noGrp="1"/>
          </p:cNvSpPr>
          <p:nvPr/>
        </p:nvSpPr>
        <p:spPr>
          <a:xfrm>
            <a:off x="800100" y="2457449"/>
            <a:ext cx="2476500" cy="2350079"/>
          </a:xfrm>
          <a:prstGeom prst="roundRect">
            <a:avLst>
              <a:gd name="adj" fmla="val 8696"/>
            </a:avLst>
          </a:prstGeom>
          <a:solidFill>
            <a:srgbClr val="10243A"/>
          </a:solidFill>
          <a:ln w="11430">
            <a:solidFill>
              <a:srgbClr val="F87171"/>
            </a:solidFill>
            <a:prstDash val="solid"/>
          </a:ln>
        </p:spPr>
        <p:txBody>
          <a:bodyPr/>
          <a:lstStyle/>
          <a:p>
            <a:endParaRPr/>
          </a:p>
        </p:txBody>
      </p:sp>
      <p:sp>
        <p:nvSpPr>
          <p:cNvPr id="7" name="Rectangle 6">
            <a:extLst>
              <a:ext uri="{FF2B5EF4-FFF2-40B4-BE49-F238E27FC236}">
                <a16:creationId xmlns:a16="http://schemas.microsoft.com/office/drawing/2014/main" id="{BB832198-E9ED-47C1-B59C-5BC379A807CA}"/>
              </a:ext>
            </a:extLst>
          </p:cNvPr>
          <p:cNvSpPr>
            <a:spLocks noGrp="1"/>
          </p:cNvSpPr>
          <p:nvPr/>
        </p:nvSpPr>
        <p:spPr>
          <a:xfrm>
            <a:off x="800100" y="2457449"/>
            <a:ext cx="66675" cy="2350079"/>
          </a:xfrm>
          <a:prstGeom prst="rect">
            <a:avLst/>
          </a:prstGeom>
          <a:solidFill>
            <a:srgbClr val="F87171"/>
          </a:solidFill>
          <a:ln w="11430">
            <a:solidFill>
              <a:srgbClr val="F87171"/>
            </a:solidFill>
            <a:prstDash val="solid"/>
          </a:ln>
        </p:spPr>
        <p:txBody>
          <a:bodyPr/>
          <a:lstStyle/>
          <a:p>
            <a:endParaRPr/>
          </a:p>
        </p:txBody>
      </p:sp>
      <p:sp>
        <p:nvSpPr>
          <p:cNvPr id="8" name="Rectangle 7">
            <a:extLst>
              <a:ext uri="{FF2B5EF4-FFF2-40B4-BE49-F238E27FC236}">
                <a16:creationId xmlns:a16="http://schemas.microsoft.com/office/drawing/2014/main" id="{64D7FC78-D24C-41A7-9B2F-BA948662BD23}"/>
              </a:ext>
            </a:extLst>
          </p:cNvPr>
          <p:cNvSpPr>
            <a:spLocks noGrp="1"/>
          </p:cNvSpPr>
          <p:nvPr/>
        </p:nvSpPr>
        <p:spPr>
          <a:xfrm>
            <a:off x="1009650" y="2628900"/>
            <a:ext cx="2057400" cy="78336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No owner</a:t>
            </a:r>
          </a:p>
        </p:txBody>
      </p:sp>
      <p:sp>
        <p:nvSpPr>
          <p:cNvPr id="9" name="Rectangle 8">
            <a:extLst>
              <a:ext uri="{FF2B5EF4-FFF2-40B4-BE49-F238E27FC236}">
                <a16:creationId xmlns:a16="http://schemas.microsoft.com/office/drawing/2014/main" id="{89C50FEA-853E-42C2-9721-68878B3AEAFF}"/>
              </a:ext>
            </a:extLst>
          </p:cNvPr>
          <p:cNvSpPr>
            <a:spLocks noGrp="1"/>
          </p:cNvSpPr>
          <p:nvPr/>
        </p:nvSpPr>
        <p:spPr>
          <a:xfrm>
            <a:off x="1009650" y="3143249"/>
            <a:ext cx="2057400" cy="1123951"/>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Nobody knows who approves updates.</a:t>
            </a:r>
          </a:p>
        </p:txBody>
      </p:sp>
      <p:sp>
        <p:nvSpPr>
          <p:cNvPr id="10" name="Rectangle: Rounded Corners 9">
            <a:extLst>
              <a:ext uri="{FF2B5EF4-FFF2-40B4-BE49-F238E27FC236}">
                <a16:creationId xmlns:a16="http://schemas.microsoft.com/office/drawing/2014/main" id="{DF60A2D3-C83C-48DB-BF87-DA928DFC0EFD}"/>
              </a:ext>
            </a:extLst>
          </p:cNvPr>
          <p:cNvSpPr>
            <a:spLocks noGrp="1"/>
          </p:cNvSpPr>
          <p:nvPr/>
        </p:nvSpPr>
        <p:spPr>
          <a:xfrm>
            <a:off x="3505200" y="2457449"/>
            <a:ext cx="2476500" cy="2350079"/>
          </a:xfrm>
          <a:prstGeom prst="roundRect">
            <a:avLst>
              <a:gd name="adj" fmla="val 8696"/>
            </a:avLst>
          </a:prstGeom>
          <a:solidFill>
            <a:srgbClr val="10243A"/>
          </a:solidFill>
          <a:ln w="11430">
            <a:solidFill>
              <a:srgbClr val="FBBF24"/>
            </a:solidFill>
            <a:prstDash val="solid"/>
          </a:ln>
        </p:spPr>
        <p:txBody>
          <a:bodyPr/>
          <a:lstStyle/>
          <a:p>
            <a:endParaRPr/>
          </a:p>
        </p:txBody>
      </p:sp>
      <p:sp>
        <p:nvSpPr>
          <p:cNvPr id="11" name="Rectangle 10">
            <a:extLst>
              <a:ext uri="{FF2B5EF4-FFF2-40B4-BE49-F238E27FC236}">
                <a16:creationId xmlns:a16="http://schemas.microsoft.com/office/drawing/2014/main" id="{7C36AED5-9802-4CC2-8226-E67101FE7974}"/>
              </a:ext>
            </a:extLst>
          </p:cNvPr>
          <p:cNvSpPr>
            <a:spLocks noGrp="1"/>
          </p:cNvSpPr>
          <p:nvPr/>
        </p:nvSpPr>
        <p:spPr>
          <a:xfrm>
            <a:off x="3505200" y="2457449"/>
            <a:ext cx="66675" cy="2350079"/>
          </a:xfrm>
          <a:prstGeom prst="rect">
            <a:avLst/>
          </a:prstGeom>
          <a:solidFill>
            <a:srgbClr val="FBBF24"/>
          </a:solidFill>
          <a:ln w="11430">
            <a:solidFill>
              <a:srgbClr val="FBBF24"/>
            </a:solidFill>
            <a:prstDash val="solid"/>
          </a:ln>
        </p:spPr>
        <p:txBody>
          <a:bodyPr/>
          <a:lstStyle/>
          <a:p>
            <a:endParaRPr/>
          </a:p>
        </p:txBody>
      </p:sp>
      <p:sp>
        <p:nvSpPr>
          <p:cNvPr id="12" name="Rectangle 11">
            <a:extLst>
              <a:ext uri="{FF2B5EF4-FFF2-40B4-BE49-F238E27FC236}">
                <a16:creationId xmlns:a16="http://schemas.microsoft.com/office/drawing/2014/main" id="{A3B4A3C7-1417-44AE-BC06-606D5E8B34BE}"/>
              </a:ext>
            </a:extLst>
          </p:cNvPr>
          <p:cNvSpPr>
            <a:spLocks noGrp="1"/>
          </p:cNvSpPr>
          <p:nvPr/>
        </p:nvSpPr>
        <p:spPr>
          <a:xfrm>
            <a:off x="3714750" y="2628900"/>
            <a:ext cx="2057400" cy="78336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Stale version</a:t>
            </a:r>
          </a:p>
        </p:txBody>
      </p:sp>
      <p:sp>
        <p:nvSpPr>
          <p:cNvPr id="13" name="Rectangle 12">
            <a:extLst>
              <a:ext uri="{FF2B5EF4-FFF2-40B4-BE49-F238E27FC236}">
                <a16:creationId xmlns:a16="http://schemas.microsoft.com/office/drawing/2014/main" id="{247B3658-673A-4920-912E-235558BA22D0}"/>
              </a:ext>
            </a:extLst>
          </p:cNvPr>
          <p:cNvSpPr>
            <a:spLocks noGrp="1"/>
          </p:cNvSpPr>
          <p:nvPr/>
        </p:nvSpPr>
        <p:spPr>
          <a:xfrm>
            <a:off x="3714750" y="3143249"/>
            <a:ext cx="2057400" cy="1123951"/>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The latest answer lives outside the official source.</a:t>
            </a:r>
          </a:p>
        </p:txBody>
      </p:sp>
      <p:sp>
        <p:nvSpPr>
          <p:cNvPr id="14" name="Rectangle: Rounded Corners 13">
            <a:extLst>
              <a:ext uri="{FF2B5EF4-FFF2-40B4-BE49-F238E27FC236}">
                <a16:creationId xmlns:a16="http://schemas.microsoft.com/office/drawing/2014/main" id="{2B24F431-44E7-4844-A629-F99A11C1B4A4}"/>
              </a:ext>
            </a:extLst>
          </p:cNvPr>
          <p:cNvSpPr>
            <a:spLocks noGrp="1"/>
          </p:cNvSpPr>
          <p:nvPr/>
        </p:nvSpPr>
        <p:spPr>
          <a:xfrm>
            <a:off x="6210300" y="2457449"/>
            <a:ext cx="2476500" cy="2350079"/>
          </a:xfrm>
          <a:prstGeom prst="roundRect">
            <a:avLst>
              <a:gd name="adj" fmla="val 8696"/>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6537B8A9-020E-48EE-AD7A-FC5F4433C768}"/>
              </a:ext>
            </a:extLst>
          </p:cNvPr>
          <p:cNvSpPr>
            <a:spLocks noGrp="1"/>
          </p:cNvSpPr>
          <p:nvPr/>
        </p:nvSpPr>
        <p:spPr>
          <a:xfrm>
            <a:off x="6210300" y="2457449"/>
            <a:ext cx="66675" cy="2350079"/>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BB56EF0D-2040-47FA-8635-40DA0C865FB0}"/>
              </a:ext>
            </a:extLst>
          </p:cNvPr>
          <p:cNvSpPr>
            <a:spLocks noGrp="1"/>
          </p:cNvSpPr>
          <p:nvPr/>
        </p:nvSpPr>
        <p:spPr>
          <a:xfrm>
            <a:off x="6419850" y="2628900"/>
            <a:ext cx="2057400" cy="78336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Sensitive content</a:t>
            </a:r>
          </a:p>
        </p:txBody>
      </p:sp>
      <p:sp>
        <p:nvSpPr>
          <p:cNvPr id="17" name="Rectangle 16">
            <a:extLst>
              <a:ext uri="{FF2B5EF4-FFF2-40B4-BE49-F238E27FC236}">
                <a16:creationId xmlns:a16="http://schemas.microsoft.com/office/drawing/2014/main" id="{C32CEC04-4044-4724-963C-B71784F42FF0}"/>
              </a:ext>
            </a:extLst>
          </p:cNvPr>
          <p:cNvSpPr>
            <a:spLocks noGrp="1"/>
          </p:cNvSpPr>
          <p:nvPr/>
        </p:nvSpPr>
        <p:spPr>
          <a:xfrm>
            <a:off x="6419850" y="3143249"/>
            <a:ext cx="2057400" cy="1123951"/>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Useful knowledge has access constraints.</a:t>
            </a:r>
          </a:p>
        </p:txBody>
      </p:sp>
      <p:sp>
        <p:nvSpPr>
          <p:cNvPr id="18" name="Rectangle: Rounded Corners 17">
            <a:extLst>
              <a:ext uri="{FF2B5EF4-FFF2-40B4-BE49-F238E27FC236}">
                <a16:creationId xmlns:a16="http://schemas.microsoft.com/office/drawing/2014/main" id="{3EC90869-D182-47A0-B6D0-3352A4CD57AD}"/>
              </a:ext>
            </a:extLst>
          </p:cNvPr>
          <p:cNvSpPr>
            <a:spLocks noGrp="1"/>
          </p:cNvSpPr>
          <p:nvPr/>
        </p:nvSpPr>
        <p:spPr>
          <a:xfrm>
            <a:off x="8915400" y="2457449"/>
            <a:ext cx="2476500" cy="2350079"/>
          </a:xfrm>
          <a:prstGeom prst="roundRect">
            <a:avLst>
              <a:gd name="adj" fmla="val 8696"/>
            </a:avLst>
          </a:prstGeom>
          <a:solidFill>
            <a:srgbClr val="10243A"/>
          </a:solidFill>
          <a:ln w="11430">
            <a:solidFill>
              <a:srgbClr val="38BDF8"/>
            </a:solidFill>
            <a:prstDash val="solid"/>
          </a:ln>
        </p:spPr>
        <p:txBody>
          <a:bodyPr/>
          <a:lstStyle/>
          <a:p>
            <a:endParaRPr/>
          </a:p>
        </p:txBody>
      </p:sp>
      <p:sp>
        <p:nvSpPr>
          <p:cNvPr id="19" name="Rectangle 18">
            <a:extLst>
              <a:ext uri="{FF2B5EF4-FFF2-40B4-BE49-F238E27FC236}">
                <a16:creationId xmlns:a16="http://schemas.microsoft.com/office/drawing/2014/main" id="{206DE834-DDAF-493E-AA9D-4F3DDE110222}"/>
              </a:ext>
            </a:extLst>
          </p:cNvPr>
          <p:cNvSpPr>
            <a:spLocks noGrp="1"/>
          </p:cNvSpPr>
          <p:nvPr/>
        </p:nvSpPr>
        <p:spPr>
          <a:xfrm>
            <a:off x="8915400" y="2457449"/>
            <a:ext cx="66675" cy="2350079"/>
          </a:xfrm>
          <a:prstGeom prst="rect">
            <a:avLst/>
          </a:prstGeom>
          <a:solidFill>
            <a:srgbClr val="38BDF8"/>
          </a:solidFill>
          <a:ln w="11430">
            <a:solidFill>
              <a:srgbClr val="38BDF8"/>
            </a:solidFill>
            <a:prstDash val="solid"/>
          </a:ln>
        </p:spPr>
        <p:txBody>
          <a:bodyPr/>
          <a:lstStyle/>
          <a:p>
            <a:endParaRPr/>
          </a:p>
        </p:txBody>
      </p:sp>
      <p:sp>
        <p:nvSpPr>
          <p:cNvPr id="20" name="Rectangle 19">
            <a:extLst>
              <a:ext uri="{FF2B5EF4-FFF2-40B4-BE49-F238E27FC236}">
                <a16:creationId xmlns:a16="http://schemas.microsoft.com/office/drawing/2014/main" id="{4B76F79C-FC36-43D0-A54D-CD29F286AC8E}"/>
              </a:ext>
            </a:extLst>
          </p:cNvPr>
          <p:cNvSpPr>
            <a:spLocks noGrp="1"/>
          </p:cNvSpPr>
          <p:nvPr/>
        </p:nvSpPr>
        <p:spPr>
          <a:xfrm>
            <a:off x="9124950" y="2628900"/>
            <a:ext cx="2057400" cy="78336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Conflicting rules</a:t>
            </a:r>
          </a:p>
        </p:txBody>
      </p:sp>
      <p:sp>
        <p:nvSpPr>
          <p:cNvPr id="21" name="Rectangle 20">
            <a:extLst>
              <a:ext uri="{FF2B5EF4-FFF2-40B4-BE49-F238E27FC236}">
                <a16:creationId xmlns:a16="http://schemas.microsoft.com/office/drawing/2014/main" id="{2D50BDEF-5339-4E73-AB27-F5CDA3FB2A9F}"/>
              </a:ext>
            </a:extLst>
          </p:cNvPr>
          <p:cNvSpPr>
            <a:spLocks noGrp="1"/>
          </p:cNvSpPr>
          <p:nvPr/>
        </p:nvSpPr>
        <p:spPr>
          <a:xfrm>
            <a:off x="9124950" y="3143249"/>
            <a:ext cx="2057400" cy="1123951"/>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Two sources answer the same question differently.</a:t>
            </a:r>
          </a:p>
        </p:txBody>
      </p:sp>
      <p:sp>
        <p:nvSpPr>
          <p:cNvPr id="22" name="Rectangle: Rounded Corners 21">
            <a:extLst>
              <a:ext uri="{FF2B5EF4-FFF2-40B4-BE49-F238E27FC236}">
                <a16:creationId xmlns:a16="http://schemas.microsoft.com/office/drawing/2014/main" id="{72E4093D-89FA-4B51-839C-02C18FD50747}"/>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3" name="Rectangle 22">
            <a:extLst>
              <a:ext uri="{FF2B5EF4-FFF2-40B4-BE49-F238E27FC236}">
                <a16:creationId xmlns:a16="http://schemas.microsoft.com/office/drawing/2014/main" id="{02522911-3D0F-4AEB-868D-A7C69F5B8FB7}"/>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4" name="Rectangle 23">
            <a:extLst>
              <a:ext uri="{FF2B5EF4-FFF2-40B4-BE49-F238E27FC236}">
                <a16:creationId xmlns:a16="http://schemas.microsoft.com/office/drawing/2014/main" id="{4033FD23-0DBE-4669-B1A6-2AF2FED927A4}"/>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The gaps become management decisions later.</a:t>
            </a:r>
          </a:p>
        </p:txBody>
      </p:sp>
      <p:sp>
        <p:nvSpPr>
          <p:cNvPr id="26" name="Oval 25">
            <a:extLst>
              <a:ext uri="{FF2B5EF4-FFF2-40B4-BE49-F238E27FC236}">
                <a16:creationId xmlns:a16="http://schemas.microsoft.com/office/drawing/2014/main" id="{8CFB138B-2F3F-46F3-8720-B431BA5B32E6}"/>
              </a:ext>
            </a:extLst>
          </p:cNvPr>
          <p:cNvSpPr>
            <a:spLocks noGrp="1"/>
          </p:cNvSpPr>
          <p:nvPr/>
        </p:nvSpPr>
        <p:spPr>
          <a:xfrm>
            <a:off x="2571750" y="2724150"/>
            <a:ext cx="438150" cy="438150"/>
          </a:xfrm>
          <a:prstGeom prst="ellipse">
            <a:avLst/>
          </a:prstGeom>
          <a:solidFill>
            <a:srgbClr val="22C55E"/>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2668143" y="2820543"/>
            <a:ext cx="245364" cy="245364"/>
          </a:xfrm>
          <a:prstGeom prst="rect">
            <a:avLst/>
          </a:prstGeom>
        </p:spPr>
      </p:pic>
      <p:sp>
        <p:nvSpPr>
          <p:cNvPr id="28" name="Oval 27">
            <a:extLst>
              <a:ext uri="{FF2B5EF4-FFF2-40B4-BE49-F238E27FC236}">
                <a16:creationId xmlns:a16="http://schemas.microsoft.com/office/drawing/2014/main" id="{9DDD6FA2-B2C5-4B4A-91C5-952A5F5BC722}"/>
              </a:ext>
            </a:extLst>
          </p:cNvPr>
          <p:cNvSpPr>
            <a:spLocks noGrp="1"/>
          </p:cNvSpPr>
          <p:nvPr/>
        </p:nvSpPr>
        <p:spPr>
          <a:xfrm>
            <a:off x="5276850" y="2724150"/>
            <a:ext cx="438150" cy="438150"/>
          </a:xfrm>
          <a:prstGeom prst="ellipse">
            <a:avLst/>
          </a:prstGeom>
          <a:solidFill>
            <a:srgbClr val="38BDF8"/>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5373243" y="2820543"/>
            <a:ext cx="245364" cy="245364"/>
          </a:xfrm>
          <a:prstGeom prst="rect">
            <a:avLst/>
          </a:prstGeom>
        </p:spPr>
      </p:pic>
      <p:sp>
        <p:nvSpPr>
          <p:cNvPr id="30" name="Oval 29">
            <a:extLst>
              <a:ext uri="{FF2B5EF4-FFF2-40B4-BE49-F238E27FC236}">
                <a16:creationId xmlns:a16="http://schemas.microsoft.com/office/drawing/2014/main" id="{32E34361-23AC-4155-9C05-227FA0C7D67C}"/>
              </a:ext>
            </a:extLst>
          </p:cNvPr>
          <p:cNvSpPr>
            <a:spLocks noGrp="1"/>
          </p:cNvSpPr>
          <p:nvPr/>
        </p:nvSpPr>
        <p:spPr>
          <a:xfrm>
            <a:off x="7981950" y="2724150"/>
            <a:ext cx="438150" cy="438150"/>
          </a:xfrm>
          <a:prstGeom prst="ellipse">
            <a:avLst/>
          </a:prstGeom>
          <a:solidFill>
            <a:srgbClr val="A78BFA"/>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5"/>
              </a:ext>
            </a:extLst>
          </a:blip>
          <a:stretch/>
        </p:blipFill>
        <p:spPr>
          <a:xfrm>
            <a:off x="8078343" y="2820543"/>
            <a:ext cx="245364" cy="245364"/>
          </a:xfrm>
          <a:prstGeom prst="rect">
            <a:avLst/>
          </a:prstGeom>
        </p:spPr>
      </p:pic>
      <p:sp>
        <p:nvSpPr>
          <p:cNvPr id="32" name="Oval 31">
            <a:extLst>
              <a:ext uri="{FF2B5EF4-FFF2-40B4-BE49-F238E27FC236}">
                <a16:creationId xmlns:a16="http://schemas.microsoft.com/office/drawing/2014/main" id="{5B7D86A5-33DD-48EA-AF49-D200F12BBB18}"/>
              </a:ext>
            </a:extLst>
          </p:cNvPr>
          <p:cNvSpPr>
            <a:spLocks noGrp="1"/>
          </p:cNvSpPr>
          <p:nvPr/>
        </p:nvSpPr>
        <p:spPr>
          <a:xfrm>
            <a:off x="10687050" y="2724150"/>
            <a:ext cx="438150" cy="438150"/>
          </a:xfrm>
          <a:prstGeom prst="ellipse">
            <a:avLst/>
          </a:prstGeom>
          <a:solidFill>
            <a:srgbClr val="38BDF8"/>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4"/>
              </a:ext>
            </a:extLst>
          </a:blip>
          <a:stretch/>
        </p:blipFill>
        <p:spPr>
          <a:xfrm>
            <a:off x="10783443" y="2820543"/>
            <a:ext cx="245364" cy="245364"/>
          </a:xfrm>
          <a:prstGeom prst="rect">
            <a:avLst/>
          </a:prstGeom>
        </p:spPr>
      </p:pic>
      <p:pic>
        <p:nvPicPr>
          <p:cNvPr id="29" name="Picture 28">
            <a:extLst>
              <a:ext uri="{FF2B5EF4-FFF2-40B4-BE49-F238E27FC236}">
                <a16:creationId xmlns:a16="http://schemas.microsoft.com/office/drawing/2014/main" id="{DC4F1C60-0435-71D8-1C57-929ED71252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338789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52BB1439-8DB3-4B7B-BBDC-682F1F444D26}"/>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TAXONOMY</a:t>
            </a:r>
          </a:p>
        </p:txBody>
      </p:sp>
      <p:sp>
        <p:nvSpPr>
          <p:cNvPr id="2" name="Rectangle 1">
            <a:extLst>
              <a:ext uri="{FF2B5EF4-FFF2-40B4-BE49-F238E27FC236}">
                <a16:creationId xmlns:a16="http://schemas.microsoft.com/office/drawing/2014/main" id="{466B560D-AD9D-4F10-A8DB-5BE4F7D89819}"/>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Taxonomy makes knowledge findable</a:t>
            </a:r>
          </a:p>
        </p:txBody>
      </p:sp>
      <p:sp>
        <p:nvSpPr>
          <p:cNvPr id="3" name="Rectangle 2">
            <a:extLst>
              <a:ext uri="{FF2B5EF4-FFF2-40B4-BE49-F238E27FC236}">
                <a16:creationId xmlns:a16="http://schemas.microsoft.com/office/drawing/2014/main" id="{819349FD-F331-49E0-882B-94CB9A5C23DC}"/>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9CBDD2F8-3199-441A-ABAD-01E8BC257A41}"/>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16</a:t>
            </a:r>
          </a:p>
        </p:txBody>
      </p:sp>
      <p:sp>
        <p:nvSpPr>
          <p:cNvPr id="5" name="Rectangle: Rounded Corners 4">
            <a:extLst>
              <a:ext uri="{FF2B5EF4-FFF2-40B4-BE49-F238E27FC236}">
                <a16:creationId xmlns:a16="http://schemas.microsoft.com/office/drawing/2014/main" id="{B184BF48-B7F3-459E-8298-CE741B0861DB}"/>
              </a:ext>
            </a:extLst>
          </p:cNvPr>
          <p:cNvSpPr>
            <a:spLocks noGrp="1"/>
          </p:cNvSpPr>
          <p:nvPr/>
        </p:nvSpPr>
        <p:spPr>
          <a:xfrm>
            <a:off x="4076700" y="1695450"/>
            <a:ext cx="3505200" cy="628650"/>
          </a:xfrm>
          <a:prstGeom prst="roundRect">
            <a:avLst>
              <a:gd name="adj" fmla="val 18182"/>
            </a:avLst>
          </a:prstGeom>
          <a:solidFill>
            <a:srgbClr val="0E2034"/>
          </a:solidFill>
          <a:ln w="11430">
            <a:solidFill>
              <a:srgbClr val="05D6A4"/>
            </a:solidFill>
            <a:prstDash val="solid"/>
          </a:ln>
        </p:spPr>
        <p:txBody>
          <a:bodyPr/>
          <a:lstStyle/>
          <a:p>
            <a:endParaRPr/>
          </a:p>
        </p:txBody>
      </p:sp>
      <p:sp>
        <p:nvSpPr>
          <p:cNvPr id="6" name="Rectangle 5">
            <a:extLst>
              <a:ext uri="{FF2B5EF4-FFF2-40B4-BE49-F238E27FC236}">
                <a16:creationId xmlns:a16="http://schemas.microsoft.com/office/drawing/2014/main" id="{3A927A75-DA9E-46B9-932C-E73C1F165F12}"/>
              </a:ext>
            </a:extLst>
          </p:cNvPr>
          <p:cNvSpPr>
            <a:spLocks noGrp="1"/>
          </p:cNvSpPr>
          <p:nvPr/>
        </p:nvSpPr>
        <p:spPr>
          <a:xfrm>
            <a:off x="4324350" y="1847850"/>
            <a:ext cx="3009900" cy="323850"/>
          </a:xfrm>
          <a:prstGeom prst="rect">
            <a:avLst/>
          </a:prstGeom>
          <a:noFill/>
          <a:ln w="0">
            <a:noFill/>
            <a:prstDash val="solid"/>
          </a:ln>
        </p:spPr>
        <p:txBody>
          <a:bodyPr/>
          <a:lstStyle/>
          <a:p>
            <a:pPr algn="ctr">
              <a:buNone/>
              <a:defRPr sz="2100" b="1">
                <a:solidFill>
                  <a:srgbClr val="F8FAFC"/>
                </a:solidFill>
              </a:defRPr>
            </a:pPr>
            <a:r>
              <a:rPr sz="2100" b="1">
                <a:solidFill>
                  <a:srgbClr val="F8FAFC"/>
                </a:solidFill>
              </a:rPr>
              <a:t>Company knowledge</a:t>
            </a:r>
          </a:p>
        </p:txBody>
      </p:sp>
      <p:sp>
        <p:nvSpPr>
          <p:cNvPr id="7" name="Rectangle 6">
            <a:extLst>
              <a:ext uri="{FF2B5EF4-FFF2-40B4-BE49-F238E27FC236}">
                <a16:creationId xmlns:a16="http://schemas.microsoft.com/office/drawing/2014/main" id="{8E900C8F-4915-4648-A961-AD67E56FD087}"/>
              </a:ext>
            </a:extLst>
          </p:cNvPr>
          <p:cNvSpPr>
            <a:spLocks noGrp="1"/>
          </p:cNvSpPr>
          <p:nvPr/>
        </p:nvSpPr>
        <p:spPr>
          <a:xfrm>
            <a:off x="2190750" y="2533650"/>
            <a:ext cx="38100" cy="400050"/>
          </a:xfrm>
          <a:prstGeom prst="rect">
            <a:avLst/>
          </a:prstGeom>
          <a:solidFill>
            <a:srgbClr val="05D6A4"/>
          </a:solidFill>
          <a:ln w="11430">
            <a:solidFill>
              <a:srgbClr val="05D6A4"/>
            </a:solidFill>
            <a:prstDash val="solid"/>
          </a:ln>
        </p:spPr>
        <p:txBody>
          <a:bodyPr/>
          <a:lstStyle/>
          <a:p>
            <a:endParaRPr/>
          </a:p>
        </p:txBody>
      </p:sp>
      <p:sp>
        <p:nvSpPr>
          <p:cNvPr id="8" name="Rectangle: Rounded Corners 7">
            <a:extLst>
              <a:ext uri="{FF2B5EF4-FFF2-40B4-BE49-F238E27FC236}">
                <a16:creationId xmlns:a16="http://schemas.microsoft.com/office/drawing/2014/main" id="{FA240AFB-DD51-49B3-9817-B4CDE6F16E23}"/>
              </a:ext>
            </a:extLst>
          </p:cNvPr>
          <p:cNvSpPr>
            <a:spLocks noGrp="1"/>
          </p:cNvSpPr>
          <p:nvPr/>
        </p:nvSpPr>
        <p:spPr>
          <a:xfrm>
            <a:off x="1066800" y="2933700"/>
            <a:ext cx="2209800" cy="1504950"/>
          </a:xfrm>
          <a:prstGeom prst="roundRect">
            <a:avLst>
              <a:gd name="adj" fmla="val 7595"/>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1ABAFC81-B284-479B-84BD-AEA5A67FAF68}"/>
              </a:ext>
            </a:extLst>
          </p:cNvPr>
          <p:cNvSpPr>
            <a:spLocks noGrp="1"/>
          </p:cNvSpPr>
          <p:nvPr/>
        </p:nvSpPr>
        <p:spPr>
          <a:xfrm>
            <a:off x="1066800" y="2933700"/>
            <a:ext cx="66675" cy="1504950"/>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8B4A185F-AAD0-42B0-8054-1F231F617302}"/>
              </a:ext>
            </a:extLst>
          </p:cNvPr>
          <p:cNvSpPr>
            <a:spLocks noGrp="1"/>
          </p:cNvSpPr>
          <p:nvPr/>
        </p:nvSpPr>
        <p:spPr>
          <a:xfrm>
            <a:off x="1276350" y="3105150"/>
            <a:ext cx="1790700" cy="438150"/>
          </a:xfrm>
          <a:prstGeom prst="rect">
            <a:avLst/>
          </a:prstGeom>
          <a:noFill/>
          <a:ln w="0">
            <a:noFill/>
            <a:prstDash val="solid"/>
          </a:ln>
        </p:spPr>
        <p:txBody>
          <a:bodyPr/>
          <a:lstStyle/>
          <a:p>
            <a:pPr algn="ctr">
              <a:buNone/>
              <a:defRPr sz="1875" b="1">
                <a:solidFill>
                  <a:srgbClr val="F8FAFC"/>
                </a:solidFill>
              </a:defRPr>
            </a:pPr>
            <a:r>
              <a:rPr sz="1875" b="1">
                <a:solidFill>
                  <a:srgbClr val="F8FAFC"/>
                </a:solidFill>
              </a:rPr>
              <a:t>People</a:t>
            </a:r>
          </a:p>
        </p:txBody>
      </p:sp>
      <p:sp>
        <p:nvSpPr>
          <p:cNvPr id="11" name="Rectangle 10">
            <a:extLst>
              <a:ext uri="{FF2B5EF4-FFF2-40B4-BE49-F238E27FC236}">
                <a16:creationId xmlns:a16="http://schemas.microsoft.com/office/drawing/2014/main" id="{5ECF452A-72BF-4A43-BFF9-3EAC0BCB7962}"/>
              </a:ext>
            </a:extLst>
          </p:cNvPr>
          <p:cNvSpPr>
            <a:spLocks noGrp="1"/>
          </p:cNvSpPr>
          <p:nvPr/>
        </p:nvSpPr>
        <p:spPr>
          <a:xfrm>
            <a:off x="1276350" y="3619500"/>
            <a:ext cx="1790700" cy="81915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HR policy, onboarding, training.</a:t>
            </a:r>
          </a:p>
        </p:txBody>
      </p:sp>
      <p:sp>
        <p:nvSpPr>
          <p:cNvPr id="12" name="Rectangle 11">
            <a:extLst>
              <a:ext uri="{FF2B5EF4-FFF2-40B4-BE49-F238E27FC236}">
                <a16:creationId xmlns:a16="http://schemas.microsoft.com/office/drawing/2014/main" id="{A67975D0-D125-4CAB-9D79-3539A8BBBF52}"/>
              </a:ext>
            </a:extLst>
          </p:cNvPr>
          <p:cNvSpPr>
            <a:spLocks noGrp="1"/>
          </p:cNvSpPr>
          <p:nvPr/>
        </p:nvSpPr>
        <p:spPr>
          <a:xfrm>
            <a:off x="4686300" y="2533650"/>
            <a:ext cx="38100" cy="400050"/>
          </a:xfrm>
          <a:prstGeom prst="rect">
            <a:avLst/>
          </a:prstGeom>
          <a:solidFill>
            <a:srgbClr val="38BDF8"/>
          </a:solidFill>
          <a:ln w="11430">
            <a:solidFill>
              <a:srgbClr val="38BDF8"/>
            </a:solidFill>
            <a:prstDash val="solid"/>
          </a:ln>
        </p:spPr>
        <p:txBody>
          <a:bodyPr/>
          <a:lstStyle/>
          <a:p>
            <a:endParaRPr/>
          </a:p>
        </p:txBody>
      </p:sp>
      <p:sp>
        <p:nvSpPr>
          <p:cNvPr id="13" name="Rectangle: Rounded Corners 12">
            <a:extLst>
              <a:ext uri="{FF2B5EF4-FFF2-40B4-BE49-F238E27FC236}">
                <a16:creationId xmlns:a16="http://schemas.microsoft.com/office/drawing/2014/main" id="{22887DBE-C6B7-462C-BF8C-93F7FF9B4341}"/>
              </a:ext>
            </a:extLst>
          </p:cNvPr>
          <p:cNvSpPr>
            <a:spLocks noGrp="1"/>
          </p:cNvSpPr>
          <p:nvPr/>
        </p:nvSpPr>
        <p:spPr>
          <a:xfrm>
            <a:off x="3562350" y="2933700"/>
            <a:ext cx="2209800" cy="1504950"/>
          </a:xfrm>
          <a:prstGeom prst="roundRect">
            <a:avLst>
              <a:gd name="adj" fmla="val 7595"/>
            </a:avLst>
          </a:prstGeom>
          <a:solidFill>
            <a:srgbClr val="10243A"/>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530BAFB6-8170-44F5-AC1F-28B8C9376D72}"/>
              </a:ext>
            </a:extLst>
          </p:cNvPr>
          <p:cNvSpPr>
            <a:spLocks noGrp="1"/>
          </p:cNvSpPr>
          <p:nvPr/>
        </p:nvSpPr>
        <p:spPr>
          <a:xfrm>
            <a:off x="3562350" y="2933700"/>
            <a:ext cx="66675" cy="1504950"/>
          </a:xfrm>
          <a:prstGeom prst="rect">
            <a:avLst/>
          </a:prstGeom>
          <a:solidFill>
            <a:srgbClr val="38BDF8"/>
          </a:solidFill>
          <a:ln w="11430">
            <a:solidFill>
              <a:srgbClr val="38BDF8"/>
            </a:solidFill>
            <a:prstDash val="solid"/>
          </a:ln>
        </p:spPr>
        <p:txBody>
          <a:bodyPr/>
          <a:lstStyle/>
          <a:p>
            <a:endParaRPr/>
          </a:p>
        </p:txBody>
      </p:sp>
      <p:sp>
        <p:nvSpPr>
          <p:cNvPr id="15" name="Rectangle 14">
            <a:extLst>
              <a:ext uri="{FF2B5EF4-FFF2-40B4-BE49-F238E27FC236}">
                <a16:creationId xmlns:a16="http://schemas.microsoft.com/office/drawing/2014/main" id="{1744F3F2-33ED-4FE0-B883-858CDF7A1A6B}"/>
              </a:ext>
            </a:extLst>
          </p:cNvPr>
          <p:cNvSpPr>
            <a:spLocks noGrp="1"/>
          </p:cNvSpPr>
          <p:nvPr/>
        </p:nvSpPr>
        <p:spPr>
          <a:xfrm>
            <a:off x="3771900" y="3105150"/>
            <a:ext cx="1790700" cy="438150"/>
          </a:xfrm>
          <a:prstGeom prst="rect">
            <a:avLst/>
          </a:prstGeom>
          <a:noFill/>
          <a:ln w="0">
            <a:noFill/>
            <a:prstDash val="solid"/>
          </a:ln>
        </p:spPr>
        <p:txBody>
          <a:bodyPr/>
          <a:lstStyle/>
          <a:p>
            <a:pPr algn="ctr">
              <a:buNone/>
              <a:defRPr sz="1875" b="1">
                <a:solidFill>
                  <a:srgbClr val="F8FAFC"/>
                </a:solidFill>
              </a:defRPr>
            </a:pPr>
            <a:r>
              <a:rPr sz="1875" b="1">
                <a:solidFill>
                  <a:srgbClr val="F8FAFC"/>
                </a:solidFill>
              </a:rPr>
              <a:t>Operations</a:t>
            </a:r>
          </a:p>
        </p:txBody>
      </p:sp>
      <p:sp>
        <p:nvSpPr>
          <p:cNvPr id="16" name="Rectangle 15">
            <a:extLst>
              <a:ext uri="{FF2B5EF4-FFF2-40B4-BE49-F238E27FC236}">
                <a16:creationId xmlns:a16="http://schemas.microsoft.com/office/drawing/2014/main" id="{6D788CD6-EE09-4D8B-B787-BCB8591FF51E}"/>
              </a:ext>
            </a:extLst>
          </p:cNvPr>
          <p:cNvSpPr>
            <a:spLocks noGrp="1"/>
          </p:cNvSpPr>
          <p:nvPr/>
        </p:nvSpPr>
        <p:spPr>
          <a:xfrm>
            <a:off x="3771900" y="3619500"/>
            <a:ext cx="1790700" cy="81915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SOPs, checklists, service rules.</a:t>
            </a:r>
          </a:p>
        </p:txBody>
      </p:sp>
      <p:sp>
        <p:nvSpPr>
          <p:cNvPr id="17" name="Rectangle 16">
            <a:extLst>
              <a:ext uri="{FF2B5EF4-FFF2-40B4-BE49-F238E27FC236}">
                <a16:creationId xmlns:a16="http://schemas.microsoft.com/office/drawing/2014/main" id="{3D29ACF1-8C7F-4AB2-B7C1-D77D65C1BD7A}"/>
              </a:ext>
            </a:extLst>
          </p:cNvPr>
          <p:cNvSpPr>
            <a:spLocks noGrp="1"/>
          </p:cNvSpPr>
          <p:nvPr/>
        </p:nvSpPr>
        <p:spPr>
          <a:xfrm>
            <a:off x="7181850" y="2533650"/>
            <a:ext cx="38100" cy="400050"/>
          </a:xfrm>
          <a:prstGeom prst="rect">
            <a:avLst/>
          </a:prstGeom>
          <a:solidFill>
            <a:srgbClr val="A78BFA"/>
          </a:solidFill>
          <a:ln w="11430">
            <a:solidFill>
              <a:srgbClr val="A78BFA"/>
            </a:solidFill>
            <a:prstDash val="solid"/>
          </a:ln>
        </p:spPr>
        <p:txBody>
          <a:bodyPr/>
          <a:lstStyle/>
          <a:p>
            <a:endParaRPr/>
          </a:p>
        </p:txBody>
      </p:sp>
      <p:sp>
        <p:nvSpPr>
          <p:cNvPr id="18" name="Rectangle: Rounded Corners 17">
            <a:extLst>
              <a:ext uri="{FF2B5EF4-FFF2-40B4-BE49-F238E27FC236}">
                <a16:creationId xmlns:a16="http://schemas.microsoft.com/office/drawing/2014/main" id="{1F84D29E-DECE-474E-BD86-7B4C47318979}"/>
              </a:ext>
            </a:extLst>
          </p:cNvPr>
          <p:cNvSpPr>
            <a:spLocks noGrp="1"/>
          </p:cNvSpPr>
          <p:nvPr/>
        </p:nvSpPr>
        <p:spPr>
          <a:xfrm>
            <a:off x="6057900" y="2933700"/>
            <a:ext cx="2209800" cy="1504950"/>
          </a:xfrm>
          <a:prstGeom prst="roundRect">
            <a:avLst>
              <a:gd name="adj" fmla="val 7595"/>
            </a:avLst>
          </a:prstGeom>
          <a:solidFill>
            <a:srgbClr val="10243A"/>
          </a:solidFill>
          <a:ln w="11430">
            <a:solidFill>
              <a:srgbClr val="A78BFA"/>
            </a:solidFill>
            <a:prstDash val="solid"/>
          </a:ln>
        </p:spPr>
        <p:txBody>
          <a:bodyPr/>
          <a:lstStyle/>
          <a:p>
            <a:endParaRPr/>
          </a:p>
        </p:txBody>
      </p:sp>
      <p:sp>
        <p:nvSpPr>
          <p:cNvPr id="19" name="Rectangle 18">
            <a:extLst>
              <a:ext uri="{FF2B5EF4-FFF2-40B4-BE49-F238E27FC236}">
                <a16:creationId xmlns:a16="http://schemas.microsoft.com/office/drawing/2014/main" id="{DDDA99ED-B138-412F-B932-9AFBB32A62D2}"/>
              </a:ext>
            </a:extLst>
          </p:cNvPr>
          <p:cNvSpPr>
            <a:spLocks noGrp="1"/>
          </p:cNvSpPr>
          <p:nvPr/>
        </p:nvSpPr>
        <p:spPr>
          <a:xfrm>
            <a:off x="6057900" y="2933700"/>
            <a:ext cx="66675" cy="1504950"/>
          </a:xfrm>
          <a:prstGeom prst="rect">
            <a:avLst/>
          </a:prstGeom>
          <a:solidFill>
            <a:srgbClr val="A78BFA"/>
          </a:solidFill>
          <a:ln w="11430">
            <a:solidFill>
              <a:srgbClr val="A78BFA"/>
            </a:solidFill>
            <a:prstDash val="solid"/>
          </a:ln>
        </p:spPr>
        <p:txBody>
          <a:bodyPr/>
          <a:lstStyle/>
          <a:p>
            <a:endParaRPr/>
          </a:p>
        </p:txBody>
      </p:sp>
      <p:sp>
        <p:nvSpPr>
          <p:cNvPr id="20" name="Rectangle 19">
            <a:extLst>
              <a:ext uri="{FF2B5EF4-FFF2-40B4-BE49-F238E27FC236}">
                <a16:creationId xmlns:a16="http://schemas.microsoft.com/office/drawing/2014/main" id="{F743918A-8265-47FC-8250-0CD3CE79CF92}"/>
              </a:ext>
            </a:extLst>
          </p:cNvPr>
          <p:cNvSpPr>
            <a:spLocks noGrp="1"/>
          </p:cNvSpPr>
          <p:nvPr/>
        </p:nvSpPr>
        <p:spPr>
          <a:xfrm>
            <a:off x="6267450" y="3105150"/>
            <a:ext cx="1790700" cy="438150"/>
          </a:xfrm>
          <a:prstGeom prst="rect">
            <a:avLst/>
          </a:prstGeom>
          <a:noFill/>
          <a:ln w="0">
            <a:noFill/>
            <a:prstDash val="solid"/>
          </a:ln>
        </p:spPr>
        <p:txBody>
          <a:bodyPr/>
          <a:lstStyle/>
          <a:p>
            <a:pPr algn="ctr">
              <a:buNone/>
              <a:defRPr sz="1875" b="1">
                <a:solidFill>
                  <a:srgbClr val="F8FAFC"/>
                </a:solidFill>
              </a:defRPr>
            </a:pPr>
            <a:r>
              <a:rPr sz="1875" b="1">
                <a:solidFill>
                  <a:srgbClr val="F8FAFC"/>
                </a:solidFill>
              </a:rPr>
              <a:t>Customers</a:t>
            </a:r>
          </a:p>
        </p:txBody>
      </p:sp>
      <p:sp>
        <p:nvSpPr>
          <p:cNvPr id="21" name="Rectangle 20">
            <a:extLst>
              <a:ext uri="{FF2B5EF4-FFF2-40B4-BE49-F238E27FC236}">
                <a16:creationId xmlns:a16="http://schemas.microsoft.com/office/drawing/2014/main" id="{55A00471-5963-4962-A167-AA0AEF205629}"/>
              </a:ext>
            </a:extLst>
          </p:cNvPr>
          <p:cNvSpPr>
            <a:spLocks noGrp="1"/>
          </p:cNvSpPr>
          <p:nvPr/>
        </p:nvSpPr>
        <p:spPr>
          <a:xfrm>
            <a:off x="6267450" y="3619500"/>
            <a:ext cx="1790700" cy="81915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FAQ, complaints, service history.</a:t>
            </a:r>
          </a:p>
        </p:txBody>
      </p:sp>
      <p:sp>
        <p:nvSpPr>
          <p:cNvPr id="22" name="Rectangle 21">
            <a:extLst>
              <a:ext uri="{FF2B5EF4-FFF2-40B4-BE49-F238E27FC236}">
                <a16:creationId xmlns:a16="http://schemas.microsoft.com/office/drawing/2014/main" id="{CD244EBC-EE44-4C2F-99B5-C9923B95E7E5}"/>
              </a:ext>
            </a:extLst>
          </p:cNvPr>
          <p:cNvSpPr>
            <a:spLocks noGrp="1"/>
          </p:cNvSpPr>
          <p:nvPr/>
        </p:nvSpPr>
        <p:spPr>
          <a:xfrm>
            <a:off x="9677400" y="2533650"/>
            <a:ext cx="38100" cy="400050"/>
          </a:xfrm>
          <a:prstGeom prst="rect">
            <a:avLst/>
          </a:prstGeom>
          <a:solidFill>
            <a:srgbClr val="22C55E"/>
          </a:solidFill>
          <a:ln w="11430">
            <a:solidFill>
              <a:srgbClr val="22C55E"/>
            </a:solidFill>
            <a:prstDash val="solid"/>
          </a:ln>
        </p:spPr>
        <p:txBody>
          <a:bodyPr/>
          <a:lstStyle/>
          <a:p>
            <a:endParaRPr/>
          </a:p>
        </p:txBody>
      </p:sp>
      <p:sp>
        <p:nvSpPr>
          <p:cNvPr id="23" name="Rectangle: Rounded Corners 22">
            <a:extLst>
              <a:ext uri="{FF2B5EF4-FFF2-40B4-BE49-F238E27FC236}">
                <a16:creationId xmlns:a16="http://schemas.microsoft.com/office/drawing/2014/main" id="{DC26C9AB-9E25-4375-A258-6C153FED217A}"/>
              </a:ext>
            </a:extLst>
          </p:cNvPr>
          <p:cNvSpPr>
            <a:spLocks noGrp="1"/>
          </p:cNvSpPr>
          <p:nvPr/>
        </p:nvSpPr>
        <p:spPr>
          <a:xfrm>
            <a:off x="8553450" y="2933700"/>
            <a:ext cx="2209800" cy="1504950"/>
          </a:xfrm>
          <a:prstGeom prst="roundRect">
            <a:avLst>
              <a:gd name="adj" fmla="val 7595"/>
            </a:avLst>
          </a:prstGeom>
          <a:solidFill>
            <a:srgbClr val="10243A"/>
          </a:solidFill>
          <a:ln w="11430">
            <a:solidFill>
              <a:srgbClr val="22C55E"/>
            </a:solidFill>
            <a:prstDash val="solid"/>
          </a:ln>
        </p:spPr>
        <p:txBody>
          <a:bodyPr/>
          <a:lstStyle/>
          <a:p>
            <a:endParaRPr/>
          </a:p>
        </p:txBody>
      </p:sp>
      <p:sp>
        <p:nvSpPr>
          <p:cNvPr id="24" name="Rectangle 23">
            <a:extLst>
              <a:ext uri="{FF2B5EF4-FFF2-40B4-BE49-F238E27FC236}">
                <a16:creationId xmlns:a16="http://schemas.microsoft.com/office/drawing/2014/main" id="{E87777B1-4847-48BA-BC2D-30AD47460F49}"/>
              </a:ext>
            </a:extLst>
          </p:cNvPr>
          <p:cNvSpPr>
            <a:spLocks noGrp="1"/>
          </p:cNvSpPr>
          <p:nvPr/>
        </p:nvSpPr>
        <p:spPr>
          <a:xfrm>
            <a:off x="8553450" y="2933700"/>
            <a:ext cx="66675" cy="1504950"/>
          </a:xfrm>
          <a:prstGeom prst="rect">
            <a:avLst/>
          </a:prstGeom>
          <a:solidFill>
            <a:srgbClr val="22C55E"/>
          </a:solidFill>
          <a:ln w="11430">
            <a:solidFill>
              <a:srgbClr val="22C55E"/>
            </a:solidFill>
            <a:prstDash val="solid"/>
          </a:ln>
        </p:spPr>
        <p:txBody>
          <a:bodyPr/>
          <a:lstStyle/>
          <a:p>
            <a:endParaRPr/>
          </a:p>
        </p:txBody>
      </p:sp>
      <p:sp>
        <p:nvSpPr>
          <p:cNvPr id="25" name="Rectangle 24">
            <a:extLst>
              <a:ext uri="{FF2B5EF4-FFF2-40B4-BE49-F238E27FC236}">
                <a16:creationId xmlns:a16="http://schemas.microsoft.com/office/drawing/2014/main" id="{05A6E739-7F7B-4057-9E9E-5FF76523D28D}"/>
              </a:ext>
            </a:extLst>
          </p:cNvPr>
          <p:cNvSpPr>
            <a:spLocks noGrp="1"/>
          </p:cNvSpPr>
          <p:nvPr/>
        </p:nvSpPr>
        <p:spPr>
          <a:xfrm>
            <a:off x="8763000" y="3105150"/>
            <a:ext cx="1790700" cy="438150"/>
          </a:xfrm>
          <a:prstGeom prst="rect">
            <a:avLst/>
          </a:prstGeom>
          <a:noFill/>
          <a:ln w="0">
            <a:noFill/>
            <a:prstDash val="solid"/>
          </a:ln>
        </p:spPr>
        <p:txBody>
          <a:bodyPr/>
          <a:lstStyle/>
          <a:p>
            <a:pPr algn="ctr">
              <a:buNone/>
              <a:defRPr sz="1875" b="1">
                <a:solidFill>
                  <a:srgbClr val="F8FAFC"/>
                </a:solidFill>
              </a:defRPr>
            </a:pPr>
            <a:r>
              <a:rPr sz="1875" b="1">
                <a:solidFill>
                  <a:srgbClr val="F8FAFC"/>
                </a:solidFill>
              </a:rPr>
              <a:t>Projects</a:t>
            </a:r>
          </a:p>
        </p:txBody>
      </p:sp>
      <p:sp>
        <p:nvSpPr>
          <p:cNvPr id="26" name="Rectangle 25">
            <a:extLst>
              <a:ext uri="{FF2B5EF4-FFF2-40B4-BE49-F238E27FC236}">
                <a16:creationId xmlns:a16="http://schemas.microsoft.com/office/drawing/2014/main" id="{AB9C429C-9611-46B2-8B6E-4AB04CD0BB50}"/>
              </a:ext>
            </a:extLst>
          </p:cNvPr>
          <p:cNvSpPr>
            <a:spLocks noGrp="1"/>
          </p:cNvSpPr>
          <p:nvPr/>
        </p:nvSpPr>
        <p:spPr>
          <a:xfrm>
            <a:off x="8763000" y="3619500"/>
            <a:ext cx="1790700" cy="81915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Specs, decisions, status records.</a:t>
            </a:r>
          </a:p>
        </p:txBody>
      </p:sp>
      <p:sp>
        <p:nvSpPr>
          <p:cNvPr id="27" name="Rectangle: Rounded Corners 26">
            <a:extLst>
              <a:ext uri="{FF2B5EF4-FFF2-40B4-BE49-F238E27FC236}">
                <a16:creationId xmlns:a16="http://schemas.microsoft.com/office/drawing/2014/main" id="{35667E55-EFEE-470F-A28B-74E6E1E74B24}"/>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8" name="Rectangle 27">
            <a:extLst>
              <a:ext uri="{FF2B5EF4-FFF2-40B4-BE49-F238E27FC236}">
                <a16:creationId xmlns:a16="http://schemas.microsoft.com/office/drawing/2014/main" id="{567FD97B-E894-4E9B-B6E6-A01D60DFDCA1}"/>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QUALITY RULE</a:t>
            </a:r>
          </a:p>
        </p:txBody>
      </p:sp>
      <p:sp>
        <p:nvSpPr>
          <p:cNvPr id="29" name="Rectangle 28">
            <a:extLst>
              <a:ext uri="{FF2B5EF4-FFF2-40B4-BE49-F238E27FC236}">
                <a16:creationId xmlns:a16="http://schemas.microsoft.com/office/drawing/2014/main" id="{8DA037BB-1261-4D80-9C56-5D4795B971ED}"/>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Categories should help retrieval, not impress architects.</a:t>
            </a:r>
          </a:p>
        </p:txBody>
      </p:sp>
      <p:sp>
        <p:nvSpPr>
          <p:cNvPr id="31" name="Oval 30">
            <a:extLst>
              <a:ext uri="{FF2B5EF4-FFF2-40B4-BE49-F238E27FC236}">
                <a16:creationId xmlns:a16="http://schemas.microsoft.com/office/drawing/2014/main" id="{6E5E5E0C-C86A-4DBF-87F3-8E268B0C195B}"/>
              </a:ext>
            </a:extLst>
          </p:cNvPr>
          <p:cNvSpPr>
            <a:spLocks noGrp="1"/>
          </p:cNvSpPr>
          <p:nvPr/>
        </p:nvSpPr>
        <p:spPr>
          <a:xfrm>
            <a:off x="3875532" y="1800225"/>
            <a:ext cx="419100" cy="419100"/>
          </a:xfrm>
          <a:prstGeom prst="ellipse">
            <a:avLst/>
          </a:prstGeom>
          <a:solidFill>
            <a:srgbClr val="05D6A4"/>
          </a:solidFill>
          <a:ln w="9525">
            <a:solidFill>
              <a:srgbClr val="0B1A2A"/>
            </a:solidFill>
            <a:prstDash val="solid"/>
          </a:ln>
        </p:spPr>
        <p:txBody>
          <a:bodyPr/>
          <a:lstStyle/>
          <a:p>
            <a:endParaRPr lang="en-SG"/>
          </a:p>
        </p:txBody>
      </p:sp>
      <p:pic>
        <p:nvPicPr>
          <p:cNvPr id="71" name="Graphic 70"/>
          <p:cNvPicPr>
            <a:picLocks noChangeAspect="1"/>
          </p:cNvPicPr>
          <p:nvPr/>
        </p:nvPicPr>
        <p:blipFill>
          <a:blip>
            <a:extLst>
              <a:ext uri="{96DAC541-7B7A-43D3-8B79-37D633B846F1}">
                <asvg:svgBlip xmlns:asvg="http://schemas.microsoft.com/office/drawing/2016/SVG/main" r:embed="rId3"/>
              </a:ext>
            </a:extLst>
          </a:blip>
          <a:stretch/>
        </p:blipFill>
        <p:spPr>
          <a:xfrm>
            <a:off x="3967734" y="1892427"/>
            <a:ext cx="234696" cy="234696"/>
          </a:xfrm>
          <a:prstGeom prst="rect">
            <a:avLst/>
          </a:prstGeom>
        </p:spPr>
      </p:pic>
      <p:sp>
        <p:nvSpPr>
          <p:cNvPr id="33" name="Oval 32">
            <a:extLst>
              <a:ext uri="{FF2B5EF4-FFF2-40B4-BE49-F238E27FC236}">
                <a16:creationId xmlns:a16="http://schemas.microsoft.com/office/drawing/2014/main" id="{222DD655-4989-444D-AF25-464089947651}"/>
              </a:ext>
            </a:extLst>
          </p:cNvPr>
          <p:cNvSpPr>
            <a:spLocks noGrp="1"/>
          </p:cNvSpPr>
          <p:nvPr/>
        </p:nvSpPr>
        <p:spPr>
          <a:xfrm>
            <a:off x="2686050" y="3162300"/>
            <a:ext cx="400050" cy="400050"/>
          </a:xfrm>
          <a:prstGeom prst="ellipse">
            <a:avLst/>
          </a:prstGeom>
          <a:solidFill>
            <a:srgbClr val="38BDF8"/>
          </a:solidFill>
          <a:ln w="9525">
            <a:solidFill>
              <a:srgbClr val="0B1A2A"/>
            </a:solidFill>
            <a:prstDash val="solid"/>
          </a:ln>
        </p:spPr>
        <p:txBody>
          <a:bodyPr/>
          <a:lstStyle/>
          <a:p>
            <a:endParaRPr lang="en-SG"/>
          </a:p>
        </p:txBody>
      </p:sp>
      <p:pic>
        <p:nvPicPr>
          <p:cNvPr id="73" name="Graphic 72"/>
          <p:cNvPicPr>
            <a:picLocks noChangeAspect="1"/>
          </p:cNvPicPr>
          <p:nvPr/>
        </p:nvPicPr>
        <p:blipFill>
          <a:blip>
            <a:extLst>
              <a:ext uri="{96DAC541-7B7A-43D3-8B79-37D633B846F1}">
                <asvg:svgBlip xmlns:asvg="http://schemas.microsoft.com/office/drawing/2016/SVG/main" r:embed="rId4"/>
              </a:ext>
            </a:extLst>
          </a:blip>
          <a:stretch/>
        </p:blipFill>
        <p:spPr>
          <a:xfrm>
            <a:off x="2774061" y="3250311"/>
            <a:ext cx="224028" cy="224028"/>
          </a:xfrm>
          <a:prstGeom prst="rect">
            <a:avLst/>
          </a:prstGeom>
        </p:spPr>
      </p:pic>
      <p:sp>
        <p:nvSpPr>
          <p:cNvPr id="35" name="Oval 34">
            <a:extLst>
              <a:ext uri="{FF2B5EF4-FFF2-40B4-BE49-F238E27FC236}">
                <a16:creationId xmlns:a16="http://schemas.microsoft.com/office/drawing/2014/main" id="{CB9DD018-41E4-40C8-87CA-DF11EB4B913E}"/>
              </a:ext>
            </a:extLst>
          </p:cNvPr>
          <p:cNvSpPr>
            <a:spLocks noGrp="1"/>
          </p:cNvSpPr>
          <p:nvPr/>
        </p:nvSpPr>
        <p:spPr>
          <a:xfrm>
            <a:off x="5181600" y="3162300"/>
            <a:ext cx="400050" cy="400050"/>
          </a:xfrm>
          <a:prstGeom prst="ellipse">
            <a:avLst/>
          </a:prstGeom>
          <a:solidFill>
            <a:srgbClr val="38BDF8"/>
          </a:solidFill>
          <a:ln w="9525">
            <a:solidFill>
              <a:srgbClr val="0B1A2A"/>
            </a:solidFill>
            <a:prstDash val="solid"/>
          </a:ln>
        </p:spPr>
        <p:txBody>
          <a:bodyPr/>
          <a:lstStyle/>
          <a:p>
            <a:endParaRPr lang="en-SG"/>
          </a:p>
        </p:txBody>
      </p:sp>
      <p:pic>
        <p:nvPicPr>
          <p:cNvPr id="75" name="Graphic 74"/>
          <p:cNvPicPr>
            <a:picLocks noChangeAspect="1"/>
          </p:cNvPicPr>
          <p:nvPr/>
        </p:nvPicPr>
        <p:blipFill>
          <a:blip>
            <a:extLst>
              <a:ext uri="{96DAC541-7B7A-43D3-8B79-37D633B846F1}">
                <asvg:svgBlip xmlns:asvg="http://schemas.microsoft.com/office/drawing/2016/SVG/main" r:embed="rId4"/>
              </a:ext>
            </a:extLst>
          </a:blip>
          <a:stretch/>
        </p:blipFill>
        <p:spPr>
          <a:xfrm>
            <a:off x="5269611" y="3250311"/>
            <a:ext cx="224028" cy="224028"/>
          </a:xfrm>
          <a:prstGeom prst="rect">
            <a:avLst/>
          </a:prstGeom>
        </p:spPr>
      </p:pic>
      <p:sp>
        <p:nvSpPr>
          <p:cNvPr id="37" name="Oval 36">
            <a:extLst>
              <a:ext uri="{FF2B5EF4-FFF2-40B4-BE49-F238E27FC236}">
                <a16:creationId xmlns:a16="http://schemas.microsoft.com/office/drawing/2014/main" id="{A317EA1A-68AC-4BBA-9F93-750630320288}"/>
              </a:ext>
            </a:extLst>
          </p:cNvPr>
          <p:cNvSpPr>
            <a:spLocks noGrp="1"/>
          </p:cNvSpPr>
          <p:nvPr/>
        </p:nvSpPr>
        <p:spPr>
          <a:xfrm>
            <a:off x="7677150" y="3162300"/>
            <a:ext cx="400050" cy="400050"/>
          </a:xfrm>
          <a:prstGeom prst="ellipse">
            <a:avLst/>
          </a:prstGeom>
          <a:solidFill>
            <a:srgbClr val="05D6A4"/>
          </a:solidFill>
          <a:ln w="9525">
            <a:solidFill>
              <a:srgbClr val="0B1A2A"/>
            </a:solidFill>
            <a:prstDash val="solid"/>
          </a:ln>
        </p:spPr>
        <p:txBody>
          <a:bodyPr/>
          <a:lstStyle/>
          <a:p>
            <a:endParaRPr lang="en-SG"/>
          </a:p>
        </p:txBody>
      </p:sp>
      <p:pic>
        <p:nvPicPr>
          <p:cNvPr id="77" name="Graphic 76"/>
          <p:cNvPicPr>
            <a:picLocks noChangeAspect="1"/>
          </p:cNvPicPr>
          <p:nvPr/>
        </p:nvPicPr>
        <p:blipFill>
          <a:blip>
            <a:extLst>
              <a:ext uri="{96DAC541-7B7A-43D3-8B79-37D633B846F1}">
                <asvg:svgBlip xmlns:asvg="http://schemas.microsoft.com/office/drawing/2016/SVG/main" r:embed="rId3"/>
              </a:ext>
            </a:extLst>
          </a:blip>
          <a:stretch/>
        </p:blipFill>
        <p:spPr>
          <a:xfrm>
            <a:off x="7765161" y="3250311"/>
            <a:ext cx="224028" cy="224028"/>
          </a:xfrm>
          <a:prstGeom prst="rect">
            <a:avLst/>
          </a:prstGeom>
        </p:spPr>
      </p:pic>
      <p:sp>
        <p:nvSpPr>
          <p:cNvPr id="39" name="Oval 38">
            <a:extLst>
              <a:ext uri="{FF2B5EF4-FFF2-40B4-BE49-F238E27FC236}">
                <a16:creationId xmlns:a16="http://schemas.microsoft.com/office/drawing/2014/main" id="{803D4494-00D9-4BDE-85AD-4121E8AABED8}"/>
              </a:ext>
            </a:extLst>
          </p:cNvPr>
          <p:cNvSpPr>
            <a:spLocks noGrp="1"/>
          </p:cNvSpPr>
          <p:nvPr/>
        </p:nvSpPr>
        <p:spPr>
          <a:xfrm>
            <a:off x="10172700" y="3162300"/>
            <a:ext cx="400050" cy="400050"/>
          </a:xfrm>
          <a:prstGeom prst="ellipse">
            <a:avLst/>
          </a:prstGeom>
          <a:solidFill>
            <a:srgbClr val="38BDF8"/>
          </a:solidFill>
          <a:ln w="9525">
            <a:solidFill>
              <a:srgbClr val="0B1A2A"/>
            </a:solidFill>
            <a:prstDash val="solid"/>
          </a:ln>
        </p:spPr>
        <p:txBody>
          <a:bodyPr/>
          <a:lstStyle/>
          <a:p>
            <a:endParaRPr lang="en-SG"/>
          </a:p>
        </p:txBody>
      </p:sp>
      <p:pic>
        <p:nvPicPr>
          <p:cNvPr id="79" name="Graphic 78"/>
          <p:cNvPicPr>
            <a:picLocks noChangeAspect="1"/>
          </p:cNvPicPr>
          <p:nvPr/>
        </p:nvPicPr>
        <p:blipFill>
          <a:blip>
            <a:extLst>
              <a:ext uri="{96DAC541-7B7A-43D3-8B79-37D633B846F1}">
                <asvg:svgBlip xmlns:asvg="http://schemas.microsoft.com/office/drawing/2016/SVG/main" r:embed="rId4"/>
              </a:ext>
            </a:extLst>
          </a:blip>
          <a:stretch/>
        </p:blipFill>
        <p:spPr>
          <a:xfrm>
            <a:off x="10260711" y="3250311"/>
            <a:ext cx="224028" cy="224028"/>
          </a:xfrm>
          <a:prstGeom prst="rect">
            <a:avLst/>
          </a:prstGeom>
        </p:spPr>
      </p:pic>
      <p:pic>
        <p:nvPicPr>
          <p:cNvPr id="34" name="Picture 33">
            <a:extLst>
              <a:ext uri="{FF2B5EF4-FFF2-40B4-BE49-F238E27FC236}">
                <a16:creationId xmlns:a16="http://schemas.microsoft.com/office/drawing/2014/main" id="{7A3A583B-FC16-21F2-52AA-59006EF9A7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942432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F4D840C4-D8FF-4B87-AF68-10A99AB16E7E}"/>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METADATA</a:t>
            </a:r>
          </a:p>
        </p:txBody>
      </p:sp>
      <p:sp>
        <p:nvSpPr>
          <p:cNvPr id="2" name="Rectangle 1">
            <a:extLst>
              <a:ext uri="{FF2B5EF4-FFF2-40B4-BE49-F238E27FC236}">
                <a16:creationId xmlns:a16="http://schemas.microsoft.com/office/drawing/2014/main" id="{58D87EEF-C190-47B1-8E5F-DEE68D8ECF86}"/>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Metadata makes knowledge governable</a:t>
            </a:r>
          </a:p>
        </p:txBody>
      </p:sp>
      <p:sp>
        <p:nvSpPr>
          <p:cNvPr id="3" name="Rectangle 2">
            <a:extLst>
              <a:ext uri="{FF2B5EF4-FFF2-40B4-BE49-F238E27FC236}">
                <a16:creationId xmlns:a16="http://schemas.microsoft.com/office/drawing/2014/main" id="{BE5DEA90-E476-45E3-B459-9D94C94EE75F}"/>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16FDBD08-D9CE-440B-A8D6-C4B691A4A063}"/>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17</a:t>
            </a:r>
          </a:p>
        </p:txBody>
      </p:sp>
      <p:sp>
        <p:nvSpPr>
          <p:cNvPr id="5" name="Rectangle 4">
            <a:extLst>
              <a:ext uri="{FF2B5EF4-FFF2-40B4-BE49-F238E27FC236}">
                <a16:creationId xmlns:a16="http://schemas.microsoft.com/office/drawing/2014/main" id="{9A4A2DED-EC5B-4D75-B807-75C45F1CCB68}"/>
              </a:ext>
            </a:extLst>
          </p:cNvPr>
          <p:cNvSpPr>
            <a:spLocks noGrp="1"/>
          </p:cNvSpPr>
          <p:nvPr/>
        </p:nvSpPr>
        <p:spPr>
          <a:xfrm>
            <a:off x="685800" y="1714500"/>
            <a:ext cx="8763000"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Metadata tells the system how to treat each source.</a:t>
            </a:r>
          </a:p>
        </p:txBody>
      </p:sp>
      <p:sp>
        <p:nvSpPr>
          <p:cNvPr id="6" name="Rectangle: Rounded Corners 5">
            <a:extLst>
              <a:ext uri="{FF2B5EF4-FFF2-40B4-BE49-F238E27FC236}">
                <a16:creationId xmlns:a16="http://schemas.microsoft.com/office/drawing/2014/main" id="{4B804AD6-9D7F-40AF-81CB-C8DC5D0C7584}"/>
              </a:ext>
            </a:extLst>
          </p:cNvPr>
          <p:cNvSpPr>
            <a:spLocks noGrp="1"/>
          </p:cNvSpPr>
          <p:nvPr/>
        </p:nvSpPr>
        <p:spPr>
          <a:xfrm>
            <a:off x="752475" y="2400300"/>
            <a:ext cx="3333750" cy="1257300"/>
          </a:xfrm>
          <a:prstGeom prst="roundRect">
            <a:avLst>
              <a:gd name="adj" fmla="val 9091"/>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DAC8DB34-C00F-4B11-944C-94EB84878F7F}"/>
              </a:ext>
            </a:extLst>
          </p:cNvPr>
          <p:cNvSpPr>
            <a:spLocks noGrp="1"/>
          </p:cNvSpPr>
          <p:nvPr/>
        </p:nvSpPr>
        <p:spPr>
          <a:xfrm>
            <a:off x="752475" y="2400300"/>
            <a:ext cx="66675" cy="125730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9A457B6A-CF54-402C-A34F-FEB160F2F5C7}"/>
              </a:ext>
            </a:extLst>
          </p:cNvPr>
          <p:cNvSpPr>
            <a:spLocks noGrp="1"/>
          </p:cNvSpPr>
          <p:nvPr/>
        </p:nvSpPr>
        <p:spPr>
          <a:xfrm>
            <a:off x="96202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Owner</a:t>
            </a:r>
          </a:p>
        </p:txBody>
      </p:sp>
      <p:sp>
        <p:nvSpPr>
          <p:cNvPr id="9" name="Rectangle 8">
            <a:extLst>
              <a:ext uri="{FF2B5EF4-FFF2-40B4-BE49-F238E27FC236}">
                <a16:creationId xmlns:a16="http://schemas.microsoft.com/office/drawing/2014/main" id="{1DA59584-1BFA-4838-9B03-B84A9CECE67F}"/>
              </a:ext>
            </a:extLst>
          </p:cNvPr>
          <p:cNvSpPr>
            <a:spLocks noGrp="1"/>
          </p:cNvSpPr>
          <p:nvPr/>
        </p:nvSpPr>
        <p:spPr>
          <a:xfrm>
            <a:off x="962025" y="3086100"/>
            <a:ext cx="2914650" cy="5715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Who can approve changes?</a:t>
            </a:r>
          </a:p>
        </p:txBody>
      </p:sp>
      <p:sp>
        <p:nvSpPr>
          <p:cNvPr id="10" name="Rectangle: Rounded Corners 9">
            <a:extLst>
              <a:ext uri="{FF2B5EF4-FFF2-40B4-BE49-F238E27FC236}">
                <a16:creationId xmlns:a16="http://schemas.microsoft.com/office/drawing/2014/main" id="{A07A342E-98FB-46F6-9E7A-EE7E6F1B8048}"/>
              </a:ext>
            </a:extLst>
          </p:cNvPr>
          <p:cNvSpPr>
            <a:spLocks noGrp="1"/>
          </p:cNvSpPr>
          <p:nvPr/>
        </p:nvSpPr>
        <p:spPr>
          <a:xfrm>
            <a:off x="4429125" y="2400300"/>
            <a:ext cx="3333750" cy="1257300"/>
          </a:xfrm>
          <a:prstGeom prst="roundRect">
            <a:avLst>
              <a:gd name="adj" fmla="val 9091"/>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1DF5256C-32CD-450F-A032-AFEE589D1754}"/>
              </a:ext>
            </a:extLst>
          </p:cNvPr>
          <p:cNvSpPr>
            <a:spLocks noGrp="1"/>
          </p:cNvSpPr>
          <p:nvPr/>
        </p:nvSpPr>
        <p:spPr>
          <a:xfrm>
            <a:off x="4429125" y="2400300"/>
            <a:ext cx="66675" cy="125730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C14B88F6-F1CA-4FB6-BA10-B79C9FA4C852}"/>
              </a:ext>
            </a:extLst>
          </p:cNvPr>
          <p:cNvSpPr>
            <a:spLocks noGrp="1"/>
          </p:cNvSpPr>
          <p:nvPr/>
        </p:nvSpPr>
        <p:spPr>
          <a:xfrm>
            <a:off x="463867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Date</a:t>
            </a:r>
          </a:p>
        </p:txBody>
      </p:sp>
      <p:sp>
        <p:nvSpPr>
          <p:cNvPr id="13" name="Rectangle 12">
            <a:extLst>
              <a:ext uri="{FF2B5EF4-FFF2-40B4-BE49-F238E27FC236}">
                <a16:creationId xmlns:a16="http://schemas.microsoft.com/office/drawing/2014/main" id="{68EFB819-513A-4C45-BBF1-5DD2C625798A}"/>
              </a:ext>
            </a:extLst>
          </p:cNvPr>
          <p:cNvSpPr>
            <a:spLocks noGrp="1"/>
          </p:cNvSpPr>
          <p:nvPr/>
        </p:nvSpPr>
        <p:spPr>
          <a:xfrm>
            <a:off x="4638675" y="3086100"/>
            <a:ext cx="2914650" cy="5715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When was it reviewed?</a:t>
            </a:r>
          </a:p>
        </p:txBody>
      </p:sp>
      <p:sp>
        <p:nvSpPr>
          <p:cNvPr id="14" name="Rectangle: Rounded Corners 13">
            <a:extLst>
              <a:ext uri="{FF2B5EF4-FFF2-40B4-BE49-F238E27FC236}">
                <a16:creationId xmlns:a16="http://schemas.microsoft.com/office/drawing/2014/main" id="{EED9AA5C-E7AD-40B0-B8F3-658748E66B56}"/>
              </a:ext>
            </a:extLst>
          </p:cNvPr>
          <p:cNvSpPr>
            <a:spLocks noGrp="1"/>
          </p:cNvSpPr>
          <p:nvPr/>
        </p:nvSpPr>
        <p:spPr>
          <a:xfrm>
            <a:off x="8105775" y="2400300"/>
            <a:ext cx="3333750" cy="1257300"/>
          </a:xfrm>
          <a:prstGeom prst="roundRect">
            <a:avLst>
              <a:gd name="adj" fmla="val 9091"/>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F8854DDA-83A2-4B4F-B85C-F8C1E92B80E8}"/>
              </a:ext>
            </a:extLst>
          </p:cNvPr>
          <p:cNvSpPr>
            <a:spLocks noGrp="1"/>
          </p:cNvSpPr>
          <p:nvPr/>
        </p:nvSpPr>
        <p:spPr>
          <a:xfrm>
            <a:off x="8105775" y="2400300"/>
            <a:ext cx="66675" cy="125730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0DD8D556-4089-4182-AEFA-CD0F2A4DB84F}"/>
              </a:ext>
            </a:extLst>
          </p:cNvPr>
          <p:cNvSpPr>
            <a:spLocks noGrp="1"/>
          </p:cNvSpPr>
          <p:nvPr/>
        </p:nvSpPr>
        <p:spPr>
          <a:xfrm>
            <a:off x="831532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Status</a:t>
            </a:r>
          </a:p>
        </p:txBody>
      </p:sp>
      <p:sp>
        <p:nvSpPr>
          <p:cNvPr id="17" name="Rectangle 16">
            <a:extLst>
              <a:ext uri="{FF2B5EF4-FFF2-40B4-BE49-F238E27FC236}">
                <a16:creationId xmlns:a16="http://schemas.microsoft.com/office/drawing/2014/main" id="{E0A0721E-B72B-43FB-A111-4AF6BE20D044}"/>
              </a:ext>
            </a:extLst>
          </p:cNvPr>
          <p:cNvSpPr>
            <a:spLocks noGrp="1"/>
          </p:cNvSpPr>
          <p:nvPr/>
        </p:nvSpPr>
        <p:spPr>
          <a:xfrm>
            <a:off x="8315325" y="3086100"/>
            <a:ext cx="2914650" cy="5715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Can the AI rely on it?</a:t>
            </a:r>
          </a:p>
        </p:txBody>
      </p:sp>
      <p:sp>
        <p:nvSpPr>
          <p:cNvPr id="18" name="Rectangle: Rounded Corners 17">
            <a:extLst>
              <a:ext uri="{FF2B5EF4-FFF2-40B4-BE49-F238E27FC236}">
                <a16:creationId xmlns:a16="http://schemas.microsoft.com/office/drawing/2014/main" id="{1DF0CB6C-F07D-4314-AF51-66AA90406D55}"/>
              </a:ext>
            </a:extLst>
          </p:cNvPr>
          <p:cNvSpPr>
            <a:spLocks noGrp="1"/>
          </p:cNvSpPr>
          <p:nvPr/>
        </p:nvSpPr>
        <p:spPr>
          <a:xfrm>
            <a:off x="752475" y="3867150"/>
            <a:ext cx="3333750" cy="1257300"/>
          </a:xfrm>
          <a:prstGeom prst="roundRect">
            <a:avLst>
              <a:gd name="adj" fmla="val 9091"/>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A55892AB-2376-485A-A30C-7B6FB95D3DEF}"/>
              </a:ext>
            </a:extLst>
          </p:cNvPr>
          <p:cNvSpPr>
            <a:spLocks noGrp="1"/>
          </p:cNvSpPr>
          <p:nvPr/>
        </p:nvSpPr>
        <p:spPr>
          <a:xfrm>
            <a:off x="752475" y="3867150"/>
            <a:ext cx="66675" cy="1257300"/>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CEE84425-586F-4404-ADBA-1D91342CC385}"/>
              </a:ext>
            </a:extLst>
          </p:cNvPr>
          <p:cNvSpPr>
            <a:spLocks noGrp="1"/>
          </p:cNvSpPr>
          <p:nvPr/>
        </p:nvSpPr>
        <p:spPr>
          <a:xfrm>
            <a:off x="962025" y="40386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Sensitivity</a:t>
            </a:r>
          </a:p>
        </p:txBody>
      </p:sp>
      <p:sp>
        <p:nvSpPr>
          <p:cNvPr id="21" name="Rectangle 20">
            <a:extLst>
              <a:ext uri="{FF2B5EF4-FFF2-40B4-BE49-F238E27FC236}">
                <a16:creationId xmlns:a16="http://schemas.microsoft.com/office/drawing/2014/main" id="{5F696F59-AFBD-4EDD-AE15-AA0AE28AD885}"/>
              </a:ext>
            </a:extLst>
          </p:cNvPr>
          <p:cNvSpPr>
            <a:spLocks noGrp="1"/>
          </p:cNvSpPr>
          <p:nvPr/>
        </p:nvSpPr>
        <p:spPr>
          <a:xfrm>
            <a:off x="962025" y="4552950"/>
            <a:ext cx="2914650" cy="5715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Who may access it?</a:t>
            </a:r>
          </a:p>
        </p:txBody>
      </p:sp>
      <p:sp>
        <p:nvSpPr>
          <p:cNvPr id="22" name="Rectangle: Rounded Corners 21">
            <a:extLst>
              <a:ext uri="{FF2B5EF4-FFF2-40B4-BE49-F238E27FC236}">
                <a16:creationId xmlns:a16="http://schemas.microsoft.com/office/drawing/2014/main" id="{BFE35B91-AD64-48F9-B866-C7BB972DDFD4}"/>
              </a:ext>
            </a:extLst>
          </p:cNvPr>
          <p:cNvSpPr>
            <a:spLocks noGrp="1"/>
          </p:cNvSpPr>
          <p:nvPr/>
        </p:nvSpPr>
        <p:spPr>
          <a:xfrm>
            <a:off x="4429125" y="3867150"/>
            <a:ext cx="3333750" cy="1257300"/>
          </a:xfrm>
          <a:prstGeom prst="roundRect">
            <a:avLst>
              <a:gd name="adj" fmla="val 9091"/>
            </a:avLst>
          </a:prstGeom>
          <a:solidFill>
            <a:srgbClr val="10243A"/>
          </a:solidFill>
          <a:ln w="11430">
            <a:solidFill>
              <a:srgbClr val="FBBF24"/>
            </a:solidFill>
            <a:prstDash val="solid"/>
          </a:ln>
        </p:spPr>
        <p:txBody>
          <a:bodyPr/>
          <a:lstStyle/>
          <a:p>
            <a:endParaRPr/>
          </a:p>
        </p:txBody>
      </p:sp>
      <p:sp>
        <p:nvSpPr>
          <p:cNvPr id="23" name="Rectangle 22">
            <a:extLst>
              <a:ext uri="{FF2B5EF4-FFF2-40B4-BE49-F238E27FC236}">
                <a16:creationId xmlns:a16="http://schemas.microsoft.com/office/drawing/2014/main" id="{424CA10A-25D0-4DD4-9B06-1F342568003F}"/>
              </a:ext>
            </a:extLst>
          </p:cNvPr>
          <p:cNvSpPr>
            <a:spLocks noGrp="1"/>
          </p:cNvSpPr>
          <p:nvPr/>
        </p:nvSpPr>
        <p:spPr>
          <a:xfrm>
            <a:off x="4429125" y="3867150"/>
            <a:ext cx="66675" cy="1257300"/>
          </a:xfrm>
          <a:prstGeom prst="rect">
            <a:avLst/>
          </a:prstGeom>
          <a:solidFill>
            <a:srgbClr val="FBBF24"/>
          </a:solidFill>
          <a:ln w="11430">
            <a:solidFill>
              <a:srgbClr val="FBBF24"/>
            </a:solidFill>
            <a:prstDash val="solid"/>
          </a:ln>
        </p:spPr>
        <p:txBody>
          <a:bodyPr/>
          <a:lstStyle/>
          <a:p>
            <a:endParaRPr/>
          </a:p>
        </p:txBody>
      </p:sp>
      <p:sp>
        <p:nvSpPr>
          <p:cNvPr id="24" name="Rectangle 23">
            <a:extLst>
              <a:ext uri="{FF2B5EF4-FFF2-40B4-BE49-F238E27FC236}">
                <a16:creationId xmlns:a16="http://schemas.microsoft.com/office/drawing/2014/main" id="{222D4AA8-4285-4075-8143-4D3ADFA78C1C}"/>
              </a:ext>
            </a:extLst>
          </p:cNvPr>
          <p:cNvSpPr>
            <a:spLocks noGrp="1"/>
          </p:cNvSpPr>
          <p:nvPr/>
        </p:nvSpPr>
        <p:spPr>
          <a:xfrm>
            <a:off x="4638675" y="40386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Tags</a:t>
            </a:r>
          </a:p>
        </p:txBody>
      </p:sp>
      <p:sp>
        <p:nvSpPr>
          <p:cNvPr id="25" name="Rectangle 24">
            <a:extLst>
              <a:ext uri="{FF2B5EF4-FFF2-40B4-BE49-F238E27FC236}">
                <a16:creationId xmlns:a16="http://schemas.microsoft.com/office/drawing/2014/main" id="{7A7B11D1-B116-4D2F-93FD-EFC80B5A9DA7}"/>
              </a:ext>
            </a:extLst>
          </p:cNvPr>
          <p:cNvSpPr>
            <a:spLocks noGrp="1"/>
          </p:cNvSpPr>
          <p:nvPr/>
        </p:nvSpPr>
        <p:spPr>
          <a:xfrm>
            <a:off x="4638674" y="4552950"/>
            <a:ext cx="3057527" cy="5715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Which questions should find it?</a:t>
            </a:r>
          </a:p>
        </p:txBody>
      </p:sp>
      <p:sp>
        <p:nvSpPr>
          <p:cNvPr id="26" name="Rectangle: Rounded Corners 25">
            <a:extLst>
              <a:ext uri="{FF2B5EF4-FFF2-40B4-BE49-F238E27FC236}">
                <a16:creationId xmlns:a16="http://schemas.microsoft.com/office/drawing/2014/main" id="{E80A2360-1380-4C4B-A250-104BE7AC3652}"/>
              </a:ext>
            </a:extLst>
          </p:cNvPr>
          <p:cNvSpPr>
            <a:spLocks noGrp="1"/>
          </p:cNvSpPr>
          <p:nvPr/>
        </p:nvSpPr>
        <p:spPr>
          <a:xfrm>
            <a:off x="8105775" y="3867150"/>
            <a:ext cx="3333750" cy="1257300"/>
          </a:xfrm>
          <a:prstGeom prst="roundRect">
            <a:avLst>
              <a:gd name="adj" fmla="val 9091"/>
            </a:avLst>
          </a:prstGeom>
          <a:solidFill>
            <a:srgbClr val="10243A"/>
          </a:solidFill>
          <a:ln w="11430">
            <a:solidFill>
              <a:srgbClr val="F87171"/>
            </a:solidFill>
            <a:prstDash val="solid"/>
          </a:ln>
        </p:spPr>
        <p:txBody>
          <a:bodyPr/>
          <a:lstStyle/>
          <a:p>
            <a:endParaRPr/>
          </a:p>
        </p:txBody>
      </p:sp>
      <p:sp>
        <p:nvSpPr>
          <p:cNvPr id="27" name="Rectangle 26">
            <a:extLst>
              <a:ext uri="{FF2B5EF4-FFF2-40B4-BE49-F238E27FC236}">
                <a16:creationId xmlns:a16="http://schemas.microsoft.com/office/drawing/2014/main" id="{5791DB3E-A1EE-4C91-80B7-061B79DA534A}"/>
              </a:ext>
            </a:extLst>
          </p:cNvPr>
          <p:cNvSpPr>
            <a:spLocks noGrp="1"/>
          </p:cNvSpPr>
          <p:nvPr/>
        </p:nvSpPr>
        <p:spPr>
          <a:xfrm>
            <a:off x="8105775" y="3867150"/>
            <a:ext cx="66675" cy="1257300"/>
          </a:xfrm>
          <a:prstGeom prst="rect">
            <a:avLst/>
          </a:prstGeom>
          <a:solidFill>
            <a:srgbClr val="F87171"/>
          </a:solidFill>
          <a:ln w="11430">
            <a:solidFill>
              <a:srgbClr val="F87171"/>
            </a:solidFill>
            <a:prstDash val="solid"/>
          </a:ln>
        </p:spPr>
        <p:txBody>
          <a:bodyPr/>
          <a:lstStyle/>
          <a:p>
            <a:endParaRPr/>
          </a:p>
        </p:txBody>
      </p:sp>
      <p:sp>
        <p:nvSpPr>
          <p:cNvPr id="28" name="Rectangle 27">
            <a:extLst>
              <a:ext uri="{FF2B5EF4-FFF2-40B4-BE49-F238E27FC236}">
                <a16:creationId xmlns:a16="http://schemas.microsoft.com/office/drawing/2014/main" id="{DD0363BF-7BDA-4ED4-9993-77CDED05FFF2}"/>
              </a:ext>
            </a:extLst>
          </p:cNvPr>
          <p:cNvSpPr>
            <a:spLocks noGrp="1"/>
          </p:cNvSpPr>
          <p:nvPr/>
        </p:nvSpPr>
        <p:spPr>
          <a:xfrm>
            <a:off x="8315325" y="40386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Retention</a:t>
            </a:r>
          </a:p>
        </p:txBody>
      </p:sp>
      <p:sp>
        <p:nvSpPr>
          <p:cNvPr id="29" name="Rectangle 28">
            <a:extLst>
              <a:ext uri="{FF2B5EF4-FFF2-40B4-BE49-F238E27FC236}">
                <a16:creationId xmlns:a16="http://schemas.microsoft.com/office/drawing/2014/main" id="{724354EA-4C36-4C34-8D33-4674E0DF57F7}"/>
              </a:ext>
            </a:extLst>
          </p:cNvPr>
          <p:cNvSpPr>
            <a:spLocks noGrp="1"/>
          </p:cNvSpPr>
          <p:nvPr/>
        </p:nvSpPr>
        <p:spPr>
          <a:xfrm>
            <a:off x="8315325" y="4552950"/>
            <a:ext cx="2914650" cy="5715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When should it expire?</a:t>
            </a:r>
          </a:p>
        </p:txBody>
      </p:sp>
      <p:sp>
        <p:nvSpPr>
          <p:cNvPr id="30" name="Rectangle: Rounded Corners 29">
            <a:extLst>
              <a:ext uri="{FF2B5EF4-FFF2-40B4-BE49-F238E27FC236}">
                <a16:creationId xmlns:a16="http://schemas.microsoft.com/office/drawing/2014/main" id="{FEEE8CD7-6BB2-4018-9D84-1F5209017D38}"/>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31" name="Rectangle 30">
            <a:extLst>
              <a:ext uri="{FF2B5EF4-FFF2-40B4-BE49-F238E27FC236}">
                <a16:creationId xmlns:a16="http://schemas.microsoft.com/office/drawing/2014/main" id="{2DA65ABB-3771-40DF-96E8-524B9D1EFE83}"/>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32" name="Rectangle 31">
            <a:extLst>
              <a:ext uri="{FF2B5EF4-FFF2-40B4-BE49-F238E27FC236}">
                <a16:creationId xmlns:a16="http://schemas.microsoft.com/office/drawing/2014/main" id="{1D07B5DF-6A90-4BBA-9C67-0D9242C27C3F}"/>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Metadata is governance data.</a:t>
            </a:r>
          </a:p>
        </p:txBody>
      </p:sp>
      <p:sp>
        <p:nvSpPr>
          <p:cNvPr id="34" name="Oval 33">
            <a:extLst>
              <a:ext uri="{FF2B5EF4-FFF2-40B4-BE49-F238E27FC236}">
                <a16:creationId xmlns:a16="http://schemas.microsoft.com/office/drawing/2014/main" id="{4C2B99E6-541D-495F-B66E-099DA8FBBA42}"/>
              </a:ext>
            </a:extLst>
          </p:cNvPr>
          <p:cNvSpPr>
            <a:spLocks noGrp="1"/>
          </p:cNvSpPr>
          <p:nvPr/>
        </p:nvSpPr>
        <p:spPr>
          <a:xfrm>
            <a:off x="3381375" y="2667000"/>
            <a:ext cx="438150" cy="438150"/>
          </a:xfrm>
          <a:prstGeom prst="ellipse">
            <a:avLst/>
          </a:prstGeom>
          <a:solidFill>
            <a:srgbClr val="FBBF24"/>
          </a:solidFill>
          <a:ln w="9525">
            <a:solidFill>
              <a:srgbClr val="0B1A2A"/>
            </a:solidFill>
            <a:prstDash val="solid"/>
          </a:ln>
        </p:spPr>
        <p:txBody>
          <a:bodyPr/>
          <a:lstStyle/>
          <a:p>
            <a:endParaRPr lang="en-SG"/>
          </a:p>
        </p:txBody>
      </p:sp>
      <p:pic>
        <p:nvPicPr>
          <p:cNvPr id="79" name="Graphic 78"/>
          <p:cNvPicPr>
            <a:picLocks noChangeAspect="1"/>
          </p:cNvPicPr>
          <p:nvPr/>
        </p:nvPicPr>
        <p:blipFill>
          <a:blip>
            <a:extLst>
              <a:ext uri="{96DAC541-7B7A-43D3-8B79-37D633B846F1}">
                <asvg:svgBlip xmlns:asvg="http://schemas.microsoft.com/office/drawing/2016/SVG/main" r:embed="rId3"/>
              </a:ext>
            </a:extLst>
          </a:blip>
          <a:stretch/>
        </p:blipFill>
        <p:spPr>
          <a:xfrm>
            <a:off x="3477768" y="2763393"/>
            <a:ext cx="245364" cy="245364"/>
          </a:xfrm>
          <a:prstGeom prst="rect">
            <a:avLst/>
          </a:prstGeom>
        </p:spPr>
      </p:pic>
      <p:sp>
        <p:nvSpPr>
          <p:cNvPr id="36" name="Oval 35">
            <a:extLst>
              <a:ext uri="{FF2B5EF4-FFF2-40B4-BE49-F238E27FC236}">
                <a16:creationId xmlns:a16="http://schemas.microsoft.com/office/drawing/2014/main" id="{114E3F71-66CC-43AD-8FAC-5B74B718892F}"/>
              </a:ext>
            </a:extLst>
          </p:cNvPr>
          <p:cNvSpPr>
            <a:spLocks noGrp="1"/>
          </p:cNvSpPr>
          <p:nvPr/>
        </p:nvSpPr>
        <p:spPr>
          <a:xfrm>
            <a:off x="7058025" y="2667000"/>
            <a:ext cx="438150" cy="438150"/>
          </a:xfrm>
          <a:prstGeom prst="ellipse">
            <a:avLst/>
          </a:prstGeom>
          <a:solidFill>
            <a:srgbClr val="22C55E"/>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4"/>
              </a:ext>
            </a:extLst>
          </a:blip>
          <a:stretch/>
        </p:blipFill>
        <p:spPr>
          <a:xfrm>
            <a:off x="7154418" y="2763393"/>
            <a:ext cx="245364" cy="245364"/>
          </a:xfrm>
          <a:prstGeom prst="rect">
            <a:avLst/>
          </a:prstGeom>
        </p:spPr>
      </p:pic>
      <p:sp>
        <p:nvSpPr>
          <p:cNvPr id="38" name="Oval 37">
            <a:extLst>
              <a:ext uri="{FF2B5EF4-FFF2-40B4-BE49-F238E27FC236}">
                <a16:creationId xmlns:a16="http://schemas.microsoft.com/office/drawing/2014/main" id="{FF5C184F-145B-4FD8-8BA2-6E5708415218}"/>
              </a:ext>
            </a:extLst>
          </p:cNvPr>
          <p:cNvSpPr>
            <a:spLocks noGrp="1"/>
          </p:cNvSpPr>
          <p:nvPr/>
        </p:nvSpPr>
        <p:spPr>
          <a:xfrm>
            <a:off x="10734675" y="2667000"/>
            <a:ext cx="438150" cy="438150"/>
          </a:xfrm>
          <a:prstGeom prst="ellipse">
            <a:avLst/>
          </a:prstGeom>
          <a:solidFill>
            <a:srgbClr val="05D6A4"/>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5"/>
              </a:ext>
            </a:extLst>
          </a:blip>
          <a:stretch/>
        </p:blipFill>
        <p:spPr>
          <a:xfrm>
            <a:off x="10831068" y="2763393"/>
            <a:ext cx="245364" cy="245364"/>
          </a:xfrm>
          <a:prstGeom prst="rect">
            <a:avLst/>
          </a:prstGeom>
        </p:spPr>
      </p:pic>
      <p:sp>
        <p:nvSpPr>
          <p:cNvPr id="40" name="Oval 39">
            <a:extLst>
              <a:ext uri="{FF2B5EF4-FFF2-40B4-BE49-F238E27FC236}">
                <a16:creationId xmlns:a16="http://schemas.microsoft.com/office/drawing/2014/main" id="{C40F5782-9FE7-49FD-9A4E-DB4AF1895521}"/>
              </a:ext>
            </a:extLst>
          </p:cNvPr>
          <p:cNvSpPr>
            <a:spLocks noGrp="1"/>
          </p:cNvSpPr>
          <p:nvPr/>
        </p:nvSpPr>
        <p:spPr>
          <a:xfrm>
            <a:off x="3381375" y="4133850"/>
            <a:ext cx="438150" cy="438150"/>
          </a:xfrm>
          <a:prstGeom prst="ellipse">
            <a:avLst/>
          </a:prstGeom>
          <a:solidFill>
            <a:srgbClr val="A78BFA"/>
          </a:solidFill>
          <a:ln w="9525">
            <a:solidFill>
              <a:srgbClr val="0B1A2A"/>
            </a:solidFill>
            <a:prstDash val="solid"/>
          </a:ln>
        </p:spPr>
        <p:txBody>
          <a:bodyPr/>
          <a:lstStyle/>
          <a:p>
            <a:endParaRPr lang="en-SG"/>
          </a:p>
        </p:txBody>
      </p:sp>
      <p:pic>
        <p:nvPicPr>
          <p:cNvPr id="85" name="Graphic 84"/>
          <p:cNvPicPr>
            <a:picLocks noChangeAspect="1"/>
          </p:cNvPicPr>
          <p:nvPr/>
        </p:nvPicPr>
        <p:blipFill>
          <a:blip>
            <a:extLst>
              <a:ext uri="{96DAC541-7B7A-43D3-8B79-37D633B846F1}">
                <asvg:svgBlip xmlns:asvg="http://schemas.microsoft.com/office/drawing/2016/SVG/main" r:embed="rId6"/>
              </a:ext>
            </a:extLst>
          </a:blip>
          <a:stretch/>
        </p:blipFill>
        <p:spPr>
          <a:xfrm>
            <a:off x="3477768" y="4230243"/>
            <a:ext cx="245364" cy="245364"/>
          </a:xfrm>
          <a:prstGeom prst="rect">
            <a:avLst/>
          </a:prstGeom>
        </p:spPr>
      </p:pic>
      <p:sp>
        <p:nvSpPr>
          <p:cNvPr id="42" name="Oval 41">
            <a:extLst>
              <a:ext uri="{FF2B5EF4-FFF2-40B4-BE49-F238E27FC236}">
                <a16:creationId xmlns:a16="http://schemas.microsoft.com/office/drawing/2014/main" id="{1F7D8F2C-0C56-4690-8EC6-6A98464DC6B8}"/>
              </a:ext>
            </a:extLst>
          </p:cNvPr>
          <p:cNvSpPr>
            <a:spLocks noGrp="1"/>
          </p:cNvSpPr>
          <p:nvPr/>
        </p:nvSpPr>
        <p:spPr>
          <a:xfrm>
            <a:off x="7058025" y="4133850"/>
            <a:ext cx="438150" cy="438150"/>
          </a:xfrm>
          <a:prstGeom prst="ellipse">
            <a:avLst/>
          </a:prstGeom>
          <a:solidFill>
            <a:srgbClr val="05D6A4"/>
          </a:solidFill>
          <a:ln w="9525">
            <a:solidFill>
              <a:srgbClr val="0B1A2A"/>
            </a:solidFill>
            <a:prstDash val="solid"/>
          </a:ln>
        </p:spPr>
        <p:txBody>
          <a:bodyPr/>
          <a:lstStyle/>
          <a:p>
            <a:endParaRPr lang="en-SG"/>
          </a:p>
        </p:txBody>
      </p:sp>
      <p:pic>
        <p:nvPicPr>
          <p:cNvPr id="87" name="Graphic 86"/>
          <p:cNvPicPr>
            <a:picLocks noChangeAspect="1"/>
          </p:cNvPicPr>
          <p:nvPr/>
        </p:nvPicPr>
        <p:blipFill>
          <a:blip>
            <a:extLst>
              <a:ext uri="{96DAC541-7B7A-43D3-8B79-37D633B846F1}">
                <asvg:svgBlip xmlns:asvg="http://schemas.microsoft.com/office/drawing/2016/SVG/main" r:embed="rId7"/>
              </a:ext>
            </a:extLst>
          </a:blip>
          <a:stretch/>
        </p:blipFill>
        <p:spPr>
          <a:xfrm>
            <a:off x="7154418" y="4230243"/>
            <a:ext cx="245364" cy="245364"/>
          </a:xfrm>
          <a:prstGeom prst="rect">
            <a:avLst/>
          </a:prstGeom>
        </p:spPr>
      </p:pic>
      <p:sp>
        <p:nvSpPr>
          <p:cNvPr id="44" name="Oval 43">
            <a:extLst>
              <a:ext uri="{FF2B5EF4-FFF2-40B4-BE49-F238E27FC236}">
                <a16:creationId xmlns:a16="http://schemas.microsoft.com/office/drawing/2014/main" id="{ADCDB015-B3A9-4AEC-8F05-D1AA98F60CE0}"/>
              </a:ext>
            </a:extLst>
          </p:cNvPr>
          <p:cNvSpPr>
            <a:spLocks noGrp="1"/>
          </p:cNvSpPr>
          <p:nvPr/>
        </p:nvSpPr>
        <p:spPr>
          <a:xfrm>
            <a:off x="10734675" y="4133850"/>
            <a:ext cx="438150" cy="438150"/>
          </a:xfrm>
          <a:prstGeom prst="ellipse">
            <a:avLst/>
          </a:prstGeom>
          <a:solidFill>
            <a:srgbClr val="05D6A4"/>
          </a:solidFill>
          <a:ln w="9525">
            <a:solidFill>
              <a:srgbClr val="0B1A2A"/>
            </a:solidFill>
            <a:prstDash val="solid"/>
          </a:ln>
        </p:spPr>
        <p:txBody>
          <a:bodyPr/>
          <a:lstStyle/>
          <a:p>
            <a:endParaRPr lang="en-SG"/>
          </a:p>
        </p:txBody>
      </p:sp>
      <p:pic>
        <p:nvPicPr>
          <p:cNvPr id="89" name="Graphic 88"/>
          <p:cNvPicPr>
            <a:picLocks noChangeAspect="1"/>
          </p:cNvPicPr>
          <p:nvPr/>
        </p:nvPicPr>
        <p:blipFill>
          <a:blip>
            <a:extLst>
              <a:ext uri="{96DAC541-7B7A-43D3-8B79-37D633B846F1}">
                <asvg:svgBlip xmlns:asvg="http://schemas.microsoft.com/office/drawing/2016/SVG/main" r:embed="rId5"/>
              </a:ext>
            </a:extLst>
          </a:blip>
          <a:stretch/>
        </p:blipFill>
        <p:spPr>
          <a:xfrm>
            <a:off x="10831068" y="4230243"/>
            <a:ext cx="245364" cy="245364"/>
          </a:xfrm>
          <a:prstGeom prst="rect">
            <a:avLst/>
          </a:prstGeom>
        </p:spPr>
      </p:pic>
      <p:pic>
        <p:nvPicPr>
          <p:cNvPr id="37" name="Picture 36">
            <a:extLst>
              <a:ext uri="{FF2B5EF4-FFF2-40B4-BE49-F238E27FC236}">
                <a16:creationId xmlns:a16="http://schemas.microsoft.com/office/drawing/2014/main" id="{384C4956-FF23-454B-6EBB-2CDC60E9034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407814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FC83467-3975-44EB-A1AB-FB332960A174}"/>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WORKED EXAMPLE</a:t>
            </a:r>
          </a:p>
        </p:txBody>
      </p:sp>
      <p:sp>
        <p:nvSpPr>
          <p:cNvPr id="2" name="Rectangle 1">
            <a:extLst>
              <a:ext uri="{FF2B5EF4-FFF2-40B4-BE49-F238E27FC236}">
                <a16:creationId xmlns:a16="http://schemas.microsoft.com/office/drawing/2014/main" id="{D9B89C4F-E144-49D5-A1CF-3FEBD6E9C0CE}"/>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A simple HR taxonomy is enough to start</a:t>
            </a:r>
          </a:p>
        </p:txBody>
      </p:sp>
      <p:sp>
        <p:nvSpPr>
          <p:cNvPr id="3" name="Rectangle 2">
            <a:extLst>
              <a:ext uri="{FF2B5EF4-FFF2-40B4-BE49-F238E27FC236}">
                <a16:creationId xmlns:a16="http://schemas.microsoft.com/office/drawing/2014/main" id="{6383DD1E-2560-4D1C-9D21-B2685481A0AD}"/>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FA50F810-2EE4-45D8-B148-954C440A2B78}"/>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18</a:t>
            </a:r>
          </a:p>
        </p:txBody>
      </p:sp>
      <p:sp>
        <p:nvSpPr>
          <p:cNvPr id="5" name="Rectangle: Rounded Corners 4">
            <a:extLst>
              <a:ext uri="{FF2B5EF4-FFF2-40B4-BE49-F238E27FC236}">
                <a16:creationId xmlns:a16="http://schemas.microsoft.com/office/drawing/2014/main" id="{3D32AE26-1339-4FD5-9AE1-775BB63CC1F6}"/>
              </a:ext>
            </a:extLst>
          </p:cNvPr>
          <p:cNvSpPr>
            <a:spLocks noGrp="1"/>
          </p:cNvSpPr>
          <p:nvPr/>
        </p:nvSpPr>
        <p:spPr>
          <a:xfrm>
            <a:off x="4371975" y="1762125"/>
            <a:ext cx="3505200" cy="628650"/>
          </a:xfrm>
          <a:prstGeom prst="roundRect">
            <a:avLst>
              <a:gd name="adj" fmla="val 18182"/>
            </a:avLst>
          </a:prstGeom>
          <a:solidFill>
            <a:srgbClr val="0E2034"/>
          </a:solidFill>
          <a:ln w="11430">
            <a:solidFill>
              <a:srgbClr val="05D6A4"/>
            </a:solidFill>
            <a:prstDash val="solid"/>
          </a:ln>
        </p:spPr>
        <p:txBody>
          <a:bodyPr/>
          <a:lstStyle/>
          <a:p>
            <a:endParaRPr/>
          </a:p>
        </p:txBody>
      </p:sp>
      <p:sp>
        <p:nvSpPr>
          <p:cNvPr id="6" name="Rectangle 5">
            <a:extLst>
              <a:ext uri="{FF2B5EF4-FFF2-40B4-BE49-F238E27FC236}">
                <a16:creationId xmlns:a16="http://schemas.microsoft.com/office/drawing/2014/main" id="{DA966351-B301-442A-B043-E57148681E15}"/>
              </a:ext>
            </a:extLst>
          </p:cNvPr>
          <p:cNvSpPr>
            <a:spLocks noGrp="1"/>
          </p:cNvSpPr>
          <p:nvPr/>
        </p:nvSpPr>
        <p:spPr>
          <a:xfrm>
            <a:off x="4591050" y="1905000"/>
            <a:ext cx="3009900" cy="366713"/>
          </a:xfrm>
          <a:prstGeom prst="rect">
            <a:avLst/>
          </a:prstGeom>
          <a:noFill/>
          <a:ln w="0">
            <a:noFill/>
            <a:prstDash val="solid"/>
          </a:ln>
        </p:spPr>
        <p:txBody>
          <a:bodyPr/>
          <a:lstStyle/>
          <a:p>
            <a:pPr algn="ctr">
              <a:buNone/>
              <a:defRPr sz="2100" b="1">
                <a:solidFill>
                  <a:srgbClr val="F8FAFC"/>
                </a:solidFill>
              </a:defRPr>
            </a:pPr>
            <a:r>
              <a:rPr sz="2100" b="1">
                <a:solidFill>
                  <a:srgbClr val="F8FAFC"/>
                </a:solidFill>
              </a:rPr>
              <a:t>HR knowledge</a:t>
            </a:r>
          </a:p>
        </p:txBody>
      </p:sp>
      <p:sp>
        <p:nvSpPr>
          <p:cNvPr id="7" name="Rectangle 6">
            <a:extLst>
              <a:ext uri="{FF2B5EF4-FFF2-40B4-BE49-F238E27FC236}">
                <a16:creationId xmlns:a16="http://schemas.microsoft.com/office/drawing/2014/main" id="{AF1651A2-14C5-43B9-B1E6-00CDD560D8FC}"/>
              </a:ext>
            </a:extLst>
          </p:cNvPr>
          <p:cNvSpPr>
            <a:spLocks noGrp="1"/>
          </p:cNvSpPr>
          <p:nvPr/>
        </p:nvSpPr>
        <p:spPr>
          <a:xfrm>
            <a:off x="2190750" y="2690813"/>
            <a:ext cx="38100" cy="400050"/>
          </a:xfrm>
          <a:prstGeom prst="rect">
            <a:avLst/>
          </a:prstGeom>
          <a:solidFill>
            <a:srgbClr val="05D6A4"/>
          </a:solidFill>
          <a:ln w="11430">
            <a:solidFill>
              <a:srgbClr val="05D6A4"/>
            </a:solidFill>
            <a:prstDash val="solid"/>
          </a:ln>
        </p:spPr>
        <p:txBody>
          <a:bodyPr/>
          <a:lstStyle/>
          <a:p>
            <a:endParaRPr/>
          </a:p>
        </p:txBody>
      </p:sp>
      <p:sp>
        <p:nvSpPr>
          <p:cNvPr id="8" name="Rectangle: Rounded Corners 7">
            <a:extLst>
              <a:ext uri="{FF2B5EF4-FFF2-40B4-BE49-F238E27FC236}">
                <a16:creationId xmlns:a16="http://schemas.microsoft.com/office/drawing/2014/main" id="{AD679D51-7B1E-48B3-A24B-9A48E75D567A}"/>
              </a:ext>
            </a:extLst>
          </p:cNvPr>
          <p:cNvSpPr>
            <a:spLocks noGrp="1"/>
          </p:cNvSpPr>
          <p:nvPr/>
        </p:nvSpPr>
        <p:spPr>
          <a:xfrm>
            <a:off x="1066800" y="3090863"/>
            <a:ext cx="2209800" cy="1504950"/>
          </a:xfrm>
          <a:prstGeom prst="roundRect">
            <a:avLst>
              <a:gd name="adj" fmla="val 7595"/>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F1FC00C5-F18D-4CB4-955D-7107142225F9}"/>
              </a:ext>
            </a:extLst>
          </p:cNvPr>
          <p:cNvSpPr>
            <a:spLocks noGrp="1"/>
          </p:cNvSpPr>
          <p:nvPr/>
        </p:nvSpPr>
        <p:spPr>
          <a:xfrm>
            <a:off x="1066800" y="3090863"/>
            <a:ext cx="66675" cy="1504950"/>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AE234D5B-82DB-409F-909D-BB58B4FB9882}"/>
              </a:ext>
            </a:extLst>
          </p:cNvPr>
          <p:cNvSpPr>
            <a:spLocks noGrp="1"/>
          </p:cNvSpPr>
          <p:nvPr/>
        </p:nvSpPr>
        <p:spPr>
          <a:xfrm>
            <a:off x="1276350" y="3262313"/>
            <a:ext cx="1790700" cy="438150"/>
          </a:xfrm>
          <a:prstGeom prst="rect">
            <a:avLst/>
          </a:prstGeom>
          <a:noFill/>
          <a:ln w="0">
            <a:noFill/>
            <a:prstDash val="solid"/>
          </a:ln>
        </p:spPr>
        <p:txBody>
          <a:bodyPr/>
          <a:lstStyle/>
          <a:p>
            <a:pPr algn="ctr">
              <a:buNone/>
              <a:defRPr sz="1875" b="1">
                <a:solidFill>
                  <a:srgbClr val="F8FAFC"/>
                </a:solidFill>
              </a:defRPr>
            </a:pPr>
            <a:r>
              <a:rPr sz="1875" b="1">
                <a:solidFill>
                  <a:srgbClr val="F8FAFC"/>
                </a:solidFill>
              </a:rPr>
              <a:t>Leave</a:t>
            </a:r>
          </a:p>
        </p:txBody>
      </p:sp>
      <p:sp>
        <p:nvSpPr>
          <p:cNvPr id="11" name="Rectangle 10">
            <a:extLst>
              <a:ext uri="{FF2B5EF4-FFF2-40B4-BE49-F238E27FC236}">
                <a16:creationId xmlns:a16="http://schemas.microsoft.com/office/drawing/2014/main" id="{631BA11B-94A0-4C73-BD46-4635EA66B1A4}"/>
              </a:ext>
            </a:extLst>
          </p:cNvPr>
          <p:cNvSpPr>
            <a:spLocks noGrp="1"/>
          </p:cNvSpPr>
          <p:nvPr/>
        </p:nvSpPr>
        <p:spPr>
          <a:xfrm>
            <a:off x="1276350" y="3776663"/>
            <a:ext cx="1790700" cy="81915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Eligibility, balances, approvals.</a:t>
            </a:r>
          </a:p>
        </p:txBody>
      </p:sp>
      <p:sp>
        <p:nvSpPr>
          <p:cNvPr id="12" name="Rectangle 11">
            <a:extLst>
              <a:ext uri="{FF2B5EF4-FFF2-40B4-BE49-F238E27FC236}">
                <a16:creationId xmlns:a16="http://schemas.microsoft.com/office/drawing/2014/main" id="{7A885B7C-EFDA-4AEF-AC98-A3A96FB22C9F}"/>
              </a:ext>
            </a:extLst>
          </p:cNvPr>
          <p:cNvSpPr>
            <a:spLocks noGrp="1"/>
          </p:cNvSpPr>
          <p:nvPr/>
        </p:nvSpPr>
        <p:spPr>
          <a:xfrm>
            <a:off x="4686300" y="2690813"/>
            <a:ext cx="38100" cy="400050"/>
          </a:xfrm>
          <a:prstGeom prst="rect">
            <a:avLst/>
          </a:prstGeom>
          <a:solidFill>
            <a:srgbClr val="38BDF8"/>
          </a:solidFill>
          <a:ln w="11430">
            <a:solidFill>
              <a:srgbClr val="38BDF8"/>
            </a:solidFill>
            <a:prstDash val="solid"/>
          </a:ln>
        </p:spPr>
        <p:txBody>
          <a:bodyPr/>
          <a:lstStyle/>
          <a:p>
            <a:endParaRPr/>
          </a:p>
        </p:txBody>
      </p:sp>
      <p:sp>
        <p:nvSpPr>
          <p:cNvPr id="13" name="Rectangle: Rounded Corners 12">
            <a:extLst>
              <a:ext uri="{FF2B5EF4-FFF2-40B4-BE49-F238E27FC236}">
                <a16:creationId xmlns:a16="http://schemas.microsoft.com/office/drawing/2014/main" id="{3854AEE7-071D-4E42-9729-0E4DA0D27BE6}"/>
              </a:ext>
            </a:extLst>
          </p:cNvPr>
          <p:cNvSpPr>
            <a:spLocks noGrp="1"/>
          </p:cNvSpPr>
          <p:nvPr/>
        </p:nvSpPr>
        <p:spPr>
          <a:xfrm>
            <a:off x="3562350" y="3090863"/>
            <a:ext cx="2209800" cy="1504950"/>
          </a:xfrm>
          <a:prstGeom prst="roundRect">
            <a:avLst>
              <a:gd name="adj" fmla="val 7595"/>
            </a:avLst>
          </a:prstGeom>
          <a:solidFill>
            <a:srgbClr val="10243A"/>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1C8ABA1A-6934-4CD3-8C1A-D1538F62512D}"/>
              </a:ext>
            </a:extLst>
          </p:cNvPr>
          <p:cNvSpPr>
            <a:spLocks noGrp="1"/>
          </p:cNvSpPr>
          <p:nvPr/>
        </p:nvSpPr>
        <p:spPr>
          <a:xfrm>
            <a:off x="3562350" y="3090863"/>
            <a:ext cx="66675" cy="1504950"/>
          </a:xfrm>
          <a:prstGeom prst="rect">
            <a:avLst/>
          </a:prstGeom>
          <a:solidFill>
            <a:srgbClr val="38BDF8"/>
          </a:solidFill>
          <a:ln w="11430">
            <a:solidFill>
              <a:srgbClr val="38BDF8"/>
            </a:solidFill>
            <a:prstDash val="solid"/>
          </a:ln>
        </p:spPr>
        <p:txBody>
          <a:bodyPr/>
          <a:lstStyle/>
          <a:p>
            <a:endParaRPr/>
          </a:p>
        </p:txBody>
      </p:sp>
      <p:sp>
        <p:nvSpPr>
          <p:cNvPr id="15" name="Rectangle 14">
            <a:extLst>
              <a:ext uri="{FF2B5EF4-FFF2-40B4-BE49-F238E27FC236}">
                <a16:creationId xmlns:a16="http://schemas.microsoft.com/office/drawing/2014/main" id="{D4B67645-372B-4010-A6A0-691C25D3EDB8}"/>
              </a:ext>
            </a:extLst>
          </p:cNvPr>
          <p:cNvSpPr>
            <a:spLocks noGrp="1"/>
          </p:cNvSpPr>
          <p:nvPr/>
        </p:nvSpPr>
        <p:spPr>
          <a:xfrm>
            <a:off x="3771900" y="3262313"/>
            <a:ext cx="1790700" cy="438150"/>
          </a:xfrm>
          <a:prstGeom prst="rect">
            <a:avLst/>
          </a:prstGeom>
          <a:noFill/>
          <a:ln w="0">
            <a:noFill/>
            <a:prstDash val="solid"/>
          </a:ln>
        </p:spPr>
        <p:txBody>
          <a:bodyPr/>
          <a:lstStyle/>
          <a:p>
            <a:pPr algn="ctr">
              <a:buNone/>
              <a:defRPr sz="1875" b="1">
                <a:solidFill>
                  <a:srgbClr val="F8FAFC"/>
                </a:solidFill>
              </a:defRPr>
            </a:pPr>
            <a:r>
              <a:rPr sz="1875" b="1">
                <a:solidFill>
                  <a:srgbClr val="F8FAFC"/>
                </a:solidFill>
              </a:rPr>
              <a:t>Benefits</a:t>
            </a:r>
          </a:p>
        </p:txBody>
      </p:sp>
      <p:sp>
        <p:nvSpPr>
          <p:cNvPr id="16" name="Rectangle 15">
            <a:extLst>
              <a:ext uri="{FF2B5EF4-FFF2-40B4-BE49-F238E27FC236}">
                <a16:creationId xmlns:a16="http://schemas.microsoft.com/office/drawing/2014/main" id="{9C1505DE-3FC7-4A2D-8C70-1C505F5850C9}"/>
              </a:ext>
            </a:extLst>
          </p:cNvPr>
          <p:cNvSpPr>
            <a:spLocks noGrp="1"/>
          </p:cNvSpPr>
          <p:nvPr/>
        </p:nvSpPr>
        <p:spPr>
          <a:xfrm>
            <a:off x="3771900" y="3776663"/>
            <a:ext cx="1790700" cy="81915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Insurance, claims, dependents.</a:t>
            </a:r>
          </a:p>
        </p:txBody>
      </p:sp>
      <p:sp>
        <p:nvSpPr>
          <p:cNvPr id="17" name="Rectangle 16">
            <a:extLst>
              <a:ext uri="{FF2B5EF4-FFF2-40B4-BE49-F238E27FC236}">
                <a16:creationId xmlns:a16="http://schemas.microsoft.com/office/drawing/2014/main" id="{5AFBBAEA-6815-484A-A360-C80498851FAE}"/>
              </a:ext>
            </a:extLst>
          </p:cNvPr>
          <p:cNvSpPr>
            <a:spLocks noGrp="1"/>
          </p:cNvSpPr>
          <p:nvPr/>
        </p:nvSpPr>
        <p:spPr>
          <a:xfrm>
            <a:off x="7181850" y="2690813"/>
            <a:ext cx="38100" cy="400050"/>
          </a:xfrm>
          <a:prstGeom prst="rect">
            <a:avLst/>
          </a:prstGeom>
          <a:solidFill>
            <a:srgbClr val="A78BFA"/>
          </a:solidFill>
          <a:ln w="11430">
            <a:solidFill>
              <a:srgbClr val="A78BFA"/>
            </a:solidFill>
            <a:prstDash val="solid"/>
          </a:ln>
        </p:spPr>
        <p:txBody>
          <a:bodyPr/>
          <a:lstStyle/>
          <a:p>
            <a:endParaRPr/>
          </a:p>
        </p:txBody>
      </p:sp>
      <p:sp>
        <p:nvSpPr>
          <p:cNvPr id="18" name="Rectangle: Rounded Corners 17">
            <a:extLst>
              <a:ext uri="{FF2B5EF4-FFF2-40B4-BE49-F238E27FC236}">
                <a16:creationId xmlns:a16="http://schemas.microsoft.com/office/drawing/2014/main" id="{3C252EEC-A1D6-42EE-A6C4-5FAC67D5BE66}"/>
              </a:ext>
            </a:extLst>
          </p:cNvPr>
          <p:cNvSpPr>
            <a:spLocks noGrp="1"/>
          </p:cNvSpPr>
          <p:nvPr/>
        </p:nvSpPr>
        <p:spPr>
          <a:xfrm>
            <a:off x="6057900" y="3090863"/>
            <a:ext cx="2209800" cy="1504950"/>
          </a:xfrm>
          <a:prstGeom prst="roundRect">
            <a:avLst>
              <a:gd name="adj" fmla="val 7595"/>
            </a:avLst>
          </a:prstGeom>
          <a:solidFill>
            <a:srgbClr val="10243A"/>
          </a:solidFill>
          <a:ln w="11430">
            <a:solidFill>
              <a:srgbClr val="A78BFA"/>
            </a:solidFill>
            <a:prstDash val="solid"/>
          </a:ln>
        </p:spPr>
        <p:txBody>
          <a:bodyPr/>
          <a:lstStyle/>
          <a:p>
            <a:endParaRPr/>
          </a:p>
        </p:txBody>
      </p:sp>
      <p:sp>
        <p:nvSpPr>
          <p:cNvPr id="19" name="Rectangle 18">
            <a:extLst>
              <a:ext uri="{FF2B5EF4-FFF2-40B4-BE49-F238E27FC236}">
                <a16:creationId xmlns:a16="http://schemas.microsoft.com/office/drawing/2014/main" id="{C58BFE67-7A08-4AB2-931F-ADD2AB73AB7B}"/>
              </a:ext>
            </a:extLst>
          </p:cNvPr>
          <p:cNvSpPr>
            <a:spLocks noGrp="1"/>
          </p:cNvSpPr>
          <p:nvPr/>
        </p:nvSpPr>
        <p:spPr>
          <a:xfrm>
            <a:off x="6057900" y="3090863"/>
            <a:ext cx="66675" cy="1504950"/>
          </a:xfrm>
          <a:prstGeom prst="rect">
            <a:avLst/>
          </a:prstGeom>
          <a:solidFill>
            <a:srgbClr val="A78BFA"/>
          </a:solidFill>
          <a:ln w="11430">
            <a:solidFill>
              <a:srgbClr val="A78BFA"/>
            </a:solidFill>
            <a:prstDash val="solid"/>
          </a:ln>
        </p:spPr>
        <p:txBody>
          <a:bodyPr/>
          <a:lstStyle/>
          <a:p>
            <a:endParaRPr/>
          </a:p>
        </p:txBody>
      </p:sp>
      <p:sp>
        <p:nvSpPr>
          <p:cNvPr id="20" name="Rectangle 19">
            <a:extLst>
              <a:ext uri="{FF2B5EF4-FFF2-40B4-BE49-F238E27FC236}">
                <a16:creationId xmlns:a16="http://schemas.microsoft.com/office/drawing/2014/main" id="{62123CA9-1082-4A18-85E1-592DA2E2D16D}"/>
              </a:ext>
            </a:extLst>
          </p:cNvPr>
          <p:cNvSpPr>
            <a:spLocks noGrp="1"/>
          </p:cNvSpPr>
          <p:nvPr/>
        </p:nvSpPr>
        <p:spPr>
          <a:xfrm>
            <a:off x="6267450" y="3262313"/>
            <a:ext cx="1790700" cy="438150"/>
          </a:xfrm>
          <a:prstGeom prst="rect">
            <a:avLst/>
          </a:prstGeom>
          <a:noFill/>
          <a:ln w="0">
            <a:noFill/>
            <a:prstDash val="solid"/>
          </a:ln>
        </p:spPr>
        <p:txBody>
          <a:bodyPr/>
          <a:lstStyle/>
          <a:p>
            <a:pPr algn="ctr">
              <a:buNone/>
              <a:defRPr sz="1875" b="1">
                <a:solidFill>
                  <a:srgbClr val="F8FAFC"/>
                </a:solidFill>
              </a:defRPr>
            </a:pPr>
            <a:r>
              <a:rPr sz="1875" b="1">
                <a:solidFill>
                  <a:srgbClr val="F8FAFC"/>
                </a:solidFill>
              </a:rPr>
              <a:t>Onboarding</a:t>
            </a:r>
          </a:p>
        </p:txBody>
      </p:sp>
      <p:sp>
        <p:nvSpPr>
          <p:cNvPr id="21" name="Rectangle 20">
            <a:extLst>
              <a:ext uri="{FF2B5EF4-FFF2-40B4-BE49-F238E27FC236}">
                <a16:creationId xmlns:a16="http://schemas.microsoft.com/office/drawing/2014/main" id="{052B372A-29FA-448B-AACF-0632C0555557}"/>
              </a:ext>
            </a:extLst>
          </p:cNvPr>
          <p:cNvSpPr>
            <a:spLocks noGrp="1"/>
          </p:cNvSpPr>
          <p:nvPr/>
        </p:nvSpPr>
        <p:spPr>
          <a:xfrm>
            <a:off x="6267450" y="3776663"/>
            <a:ext cx="1790700" cy="81915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Checklists, forms, first week.</a:t>
            </a:r>
          </a:p>
        </p:txBody>
      </p:sp>
      <p:sp>
        <p:nvSpPr>
          <p:cNvPr id="22" name="Rectangle 21">
            <a:extLst>
              <a:ext uri="{FF2B5EF4-FFF2-40B4-BE49-F238E27FC236}">
                <a16:creationId xmlns:a16="http://schemas.microsoft.com/office/drawing/2014/main" id="{9CB9536F-F472-4A92-A0CD-112DF790CB3B}"/>
              </a:ext>
            </a:extLst>
          </p:cNvPr>
          <p:cNvSpPr>
            <a:spLocks noGrp="1"/>
          </p:cNvSpPr>
          <p:nvPr/>
        </p:nvSpPr>
        <p:spPr>
          <a:xfrm>
            <a:off x="9677400" y="2690813"/>
            <a:ext cx="38100" cy="400050"/>
          </a:xfrm>
          <a:prstGeom prst="rect">
            <a:avLst/>
          </a:prstGeom>
          <a:solidFill>
            <a:srgbClr val="22C55E"/>
          </a:solidFill>
          <a:ln w="11430">
            <a:solidFill>
              <a:srgbClr val="22C55E"/>
            </a:solidFill>
            <a:prstDash val="solid"/>
          </a:ln>
        </p:spPr>
        <p:txBody>
          <a:bodyPr/>
          <a:lstStyle/>
          <a:p>
            <a:endParaRPr/>
          </a:p>
        </p:txBody>
      </p:sp>
      <p:sp>
        <p:nvSpPr>
          <p:cNvPr id="23" name="Rectangle: Rounded Corners 22">
            <a:extLst>
              <a:ext uri="{FF2B5EF4-FFF2-40B4-BE49-F238E27FC236}">
                <a16:creationId xmlns:a16="http://schemas.microsoft.com/office/drawing/2014/main" id="{1F243EA2-F278-4C19-811D-BBE1B636BFB9}"/>
              </a:ext>
            </a:extLst>
          </p:cNvPr>
          <p:cNvSpPr>
            <a:spLocks noGrp="1"/>
          </p:cNvSpPr>
          <p:nvPr/>
        </p:nvSpPr>
        <p:spPr>
          <a:xfrm>
            <a:off x="8553450" y="3090863"/>
            <a:ext cx="2209800" cy="1504950"/>
          </a:xfrm>
          <a:prstGeom prst="roundRect">
            <a:avLst>
              <a:gd name="adj" fmla="val 7595"/>
            </a:avLst>
          </a:prstGeom>
          <a:solidFill>
            <a:srgbClr val="10243A"/>
          </a:solidFill>
          <a:ln w="11430">
            <a:solidFill>
              <a:srgbClr val="22C55E"/>
            </a:solidFill>
            <a:prstDash val="solid"/>
          </a:ln>
        </p:spPr>
        <p:txBody>
          <a:bodyPr/>
          <a:lstStyle/>
          <a:p>
            <a:endParaRPr/>
          </a:p>
        </p:txBody>
      </p:sp>
      <p:sp>
        <p:nvSpPr>
          <p:cNvPr id="24" name="Rectangle 23">
            <a:extLst>
              <a:ext uri="{FF2B5EF4-FFF2-40B4-BE49-F238E27FC236}">
                <a16:creationId xmlns:a16="http://schemas.microsoft.com/office/drawing/2014/main" id="{E05AABD3-01BF-4064-8A37-18CE91D6D673}"/>
              </a:ext>
            </a:extLst>
          </p:cNvPr>
          <p:cNvSpPr>
            <a:spLocks noGrp="1"/>
          </p:cNvSpPr>
          <p:nvPr/>
        </p:nvSpPr>
        <p:spPr>
          <a:xfrm>
            <a:off x="8553450" y="3090863"/>
            <a:ext cx="66675" cy="1504950"/>
          </a:xfrm>
          <a:prstGeom prst="rect">
            <a:avLst/>
          </a:prstGeom>
          <a:solidFill>
            <a:srgbClr val="22C55E"/>
          </a:solidFill>
          <a:ln w="11430">
            <a:solidFill>
              <a:srgbClr val="22C55E"/>
            </a:solidFill>
            <a:prstDash val="solid"/>
          </a:ln>
        </p:spPr>
        <p:txBody>
          <a:bodyPr/>
          <a:lstStyle/>
          <a:p>
            <a:endParaRPr/>
          </a:p>
        </p:txBody>
      </p:sp>
      <p:sp>
        <p:nvSpPr>
          <p:cNvPr id="25" name="Rectangle 24">
            <a:extLst>
              <a:ext uri="{FF2B5EF4-FFF2-40B4-BE49-F238E27FC236}">
                <a16:creationId xmlns:a16="http://schemas.microsoft.com/office/drawing/2014/main" id="{76D3E347-111A-4C7E-B78D-406E1720D6ED}"/>
              </a:ext>
            </a:extLst>
          </p:cNvPr>
          <p:cNvSpPr>
            <a:spLocks noGrp="1"/>
          </p:cNvSpPr>
          <p:nvPr/>
        </p:nvSpPr>
        <p:spPr>
          <a:xfrm>
            <a:off x="8763000" y="3262313"/>
            <a:ext cx="1790700" cy="438150"/>
          </a:xfrm>
          <a:prstGeom prst="rect">
            <a:avLst/>
          </a:prstGeom>
          <a:noFill/>
          <a:ln w="0">
            <a:noFill/>
            <a:prstDash val="solid"/>
          </a:ln>
        </p:spPr>
        <p:txBody>
          <a:bodyPr/>
          <a:lstStyle/>
          <a:p>
            <a:pPr algn="ctr">
              <a:buNone/>
              <a:defRPr sz="1875" b="1">
                <a:solidFill>
                  <a:srgbClr val="F8FAFC"/>
                </a:solidFill>
              </a:defRPr>
            </a:pPr>
            <a:r>
              <a:rPr sz="1875" b="1">
                <a:solidFill>
                  <a:srgbClr val="F8FAFC"/>
                </a:solidFill>
              </a:rPr>
              <a:t>Performance</a:t>
            </a:r>
          </a:p>
        </p:txBody>
      </p:sp>
      <p:sp>
        <p:nvSpPr>
          <p:cNvPr id="26" name="Rectangle 25">
            <a:extLst>
              <a:ext uri="{FF2B5EF4-FFF2-40B4-BE49-F238E27FC236}">
                <a16:creationId xmlns:a16="http://schemas.microsoft.com/office/drawing/2014/main" id="{D7FCEB45-E375-44D3-9281-9E33B03DCC1D}"/>
              </a:ext>
            </a:extLst>
          </p:cNvPr>
          <p:cNvSpPr>
            <a:spLocks noGrp="1"/>
          </p:cNvSpPr>
          <p:nvPr/>
        </p:nvSpPr>
        <p:spPr>
          <a:xfrm>
            <a:off x="8763000" y="3776663"/>
            <a:ext cx="1790700" cy="81915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Cycles, ratings, manager guides.</a:t>
            </a:r>
          </a:p>
        </p:txBody>
      </p:sp>
      <p:sp>
        <p:nvSpPr>
          <p:cNvPr id="27" name="Rectangle: Rounded Corners 26">
            <a:extLst>
              <a:ext uri="{FF2B5EF4-FFF2-40B4-BE49-F238E27FC236}">
                <a16:creationId xmlns:a16="http://schemas.microsoft.com/office/drawing/2014/main" id="{5E947968-6A63-46D0-B8EB-B801771159AF}"/>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8" name="Rectangle 27">
            <a:extLst>
              <a:ext uri="{FF2B5EF4-FFF2-40B4-BE49-F238E27FC236}">
                <a16:creationId xmlns:a16="http://schemas.microsoft.com/office/drawing/2014/main" id="{619D5182-14F4-484C-B395-3133B41A9977}"/>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QUALITY RULE</a:t>
            </a:r>
          </a:p>
        </p:txBody>
      </p:sp>
      <p:sp>
        <p:nvSpPr>
          <p:cNvPr id="29" name="Rectangle 28">
            <a:extLst>
              <a:ext uri="{FF2B5EF4-FFF2-40B4-BE49-F238E27FC236}">
                <a16:creationId xmlns:a16="http://schemas.microsoft.com/office/drawing/2014/main" id="{90F6FCCD-0524-47AF-A8B1-8B9DE13578E4}"/>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Start with categories people already understand.</a:t>
            </a:r>
          </a:p>
        </p:txBody>
      </p:sp>
      <p:sp>
        <p:nvSpPr>
          <p:cNvPr id="32" name="Rectangle 31">
            <a:extLst>
              <a:ext uri="{FF2B5EF4-FFF2-40B4-BE49-F238E27FC236}">
                <a16:creationId xmlns:a16="http://schemas.microsoft.com/office/drawing/2014/main" id="{46961075-81C9-4419-26DB-8FEFC4180A44}"/>
              </a:ext>
            </a:extLst>
          </p:cNvPr>
          <p:cNvSpPr>
            <a:spLocks noGrp="1"/>
          </p:cNvSpPr>
          <p:nvPr/>
        </p:nvSpPr>
        <p:spPr>
          <a:xfrm rot="5400000" flipH="1">
            <a:off x="5930267" y="-1071564"/>
            <a:ext cx="45719" cy="7524751"/>
          </a:xfrm>
          <a:prstGeom prst="rect">
            <a:avLst/>
          </a:prstGeom>
          <a:solidFill>
            <a:srgbClr val="05D6A4"/>
          </a:solidFill>
          <a:ln w="11430">
            <a:solidFill>
              <a:srgbClr val="05D6A4"/>
            </a:solidFill>
            <a:prstDash val="solid"/>
          </a:ln>
        </p:spPr>
        <p:txBody>
          <a:bodyPr/>
          <a:lstStyle/>
          <a:p>
            <a:endParaRPr/>
          </a:p>
        </p:txBody>
      </p:sp>
      <p:sp>
        <p:nvSpPr>
          <p:cNvPr id="34" name="Rectangle 33">
            <a:extLst>
              <a:ext uri="{FF2B5EF4-FFF2-40B4-BE49-F238E27FC236}">
                <a16:creationId xmlns:a16="http://schemas.microsoft.com/office/drawing/2014/main" id="{A39EC0D1-7B85-345F-CCD2-F64F82BF5AEA}"/>
              </a:ext>
            </a:extLst>
          </p:cNvPr>
          <p:cNvSpPr>
            <a:spLocks noGrp="1"/>
          </p:cNvSpPr>
          <p:nvPr/>
        </p:nvSpPr>
        <p:spPr>
          <a:xfrm>
            <a:off x="6078856" y="2403729"/>
            <a:ext cx="45719" cy="292403"/>
          </a:xfrm>
          <a:prstGeom prst="rect">
            <a:avLst/>
          </a:prstGeom>
          <a:solidFill>
            <a:srgbClr val="05D6A4"/>
          </a:solidFill>
          <a:ln w="11430">
            <a:solidFill>
              <a:srgbClr val="05D6A4"/>
            </a:solidFill>
            <a:prstDash val="solid"/>
          </a:ln>
        </p:spPr>
        <p:txBody>
          <a:bodyPr/>
          <a:lstStyle/>
          <a:p>
            <a:endParaRPr/>
          </a:p>
        </p:txBody>
      </p:sp>
      <p:sp>
        <p:nvSpPr>
          <p:cNvPr id="35" name="Oval 34">
            <a:extLst>
              <a:ext uri="{FF2B5EF4-FFF2-40B4-BE49-F238E27FC236}">
                <a16:creationId xmlns:a16="http://schemas.microsoft.com/office/drawing/2014/main" id="{DE33E745-0AC5-4473-A8BE-5673EBE27D73}"/>
              </a:ext>
            </a:extLst>
          </p:cNvPr>
          <p:cNvSpPr>
            <a:spLocks noGrp="1"/>
          </p:cNvSpPr>
          <p:nvPr/>
        </p:nvSpPr>
        <p:spPr>
          <a:xfrm>
            <a:off x="4264152" y="1629569"/>
            <a:ext cx="419100" cy="419100"/>
          </a:xfrm>
          <a:prstGeom prst="ellipse">
            <a:avLst/>
          </a:prstGeom>
          <a:solidFill>
            <a:srgbClr val="05D6A4"/>
          </a:solidFill>
          <a:ln w="9525">
            <a:solidFill>
              <a:srgbClr val="0B1A2A"/>
            </a:solidFill>
            <a:prstDash val="solid"/>
          </a:ln>
        </p:spPr>
        <p:txBody>
          <a:bodyPr/>
          <a:lstStyle/>
          <a:p>
            <a:endParaRPr lang="en-SG"/>
          </a:p>
        </p:txBody>
      </p:sp>
      <p:pic>
        <p:nvPicPr>
          <p:cNvPr id="77" name="Graphic 76"/>
          <p:cNvPicPr>
            <a:picLocks noChangeAspect="1"/>
          </p:cNvPicPr>
          <p:nvPr/>
        </p:nvPicPr>
        <p:blipFill>
          <a:blip>
            <a:extLst>
              <a:ext uri="{96DAC541-7B7A-43D3-8B79-37D633B846F1}">
                <asvg:svgBlip xmlns:asvg="http://schemas.microsoft.com/office/drawing/2016/SVG/main" r:embed="rId3"/>
              </a:ext>
            </a:extLst>
          </a:blip>
          <a:stretch/>
        </p:blipFill>
        <p:spPr>
          <a:xfrm>
            <a:off x="4356354" y="1721771"/>
            <a:ext cx="234696" cy="234696"/>
          </a:xfrm>
          <a:prstGeom prst="rect">
            <a:avLst/>
          </a:prstGeom>
        </p:spPr>
      </p:pic>
      <p:sp>
        <p:nvSpPr>
          <p:cNvPr id="37" name="Oval 36">
            <a:extLst>
              <a:ext uri="{FF2B5EF4-FFF2-40B4-BE49-F238E27FC236}">
                <a16:creationId xmlns:a16="http://schemas.microsoft.com/office/drawing/2014/main" id="{DF3FE94F-A847-413B-A33E-D4D6C01239E1}"/>
              </a:ext>
            </a:extLst>
          </p:cNvPr>
          <p:cNvSpPr>
            <a:spLocks noGrp="1"/>
          </p:cNvSpPr>
          <p:nvPr/>
        </p:nvSpPr>
        <p:spPr>
          <a:xfrm>
            <a:off x="1016889" y="2872264"/>
            <a:ext cx="400050" cy="400050"/>
          </a:xfrm>
          <a:prstGeom prst="ellipse">
            <a:avLst/>
          </a:prstGeom>
          <a:solidFill>
            <a:srgbClr val="FBBF24"/>
          </a:solidFill>
          <a:ln w="9525">
            <a:solidFill>
              <a:srgbClr val="0B1A2A"/>
            </a:solidFill>
            <a:prstDash val="solid"/>
          </a:ln>
        </p:spPr>
        <p:txBody>
          <a:bodyPr/>
          <a:lstStyle/>
          <a:p>
            <a:endParaRPr lang="en-SG"/>
          </a:p>
        </p:txBody>
      </p:sp>
      <p:pic>
        <p:nvPicPr>
          <p:cNvPr id="79" name="Graphic 78"/>
          <p:cNvPicPr>
            <a:picLocks noChangeAspect="1"/>
          </p:cNvPicPr>
          <p:nvPr/>
        </p:nvPicPr>
        <p:blipFill>
          <a:blip>
            <a:extLst>
              <a:ext uri="{96DAC541-7B7A-43D3-8B79-37D633B846F1}">
                <asvg:svgBlip xmlns:asvg="http://schemas.microsoft.com/office/drawing/2016/SVG/main" r:embed="rId4"/>
              </a:ext>
            </a:extLst>
          </a:blip>
          <a:stretch/>
        </p:blipFill>
        <p:spPr>
          <a:xfrm>
            <a:off x="1104900" y="2960275"/>
            <a:ext cx="224028" cy="224028"/>
          </a:xfrm>
          <a:prstGeom prst="rect">
            <a:avLst/>
          </a:prstGeom>
        </p:spPr>
      </p:pic>
      <p:sp>
        <p:nvSpPr>
          <p:cNvPr id="39" name="Oval 38">
            <a:extLst>
              <a:ext uri="{FF2B5EF4-FFF2-40B4-BE49-F238E27FC236}">
                <a16:creationId xmlns:a16="http://schemas.microsoft.com/office/drawing/2014/main" id="{2F87593B-6AB5-43D6-B415-A956CFFB0370}"/>
              </a:ext>
            </a:extLst>
          </p:cNvPr>
          <p:cNvSpPr>
            <a:spLocks noGrp="1"/>
          </p:cNvSpPr>
          <p:nvPr/>
        </p:nvSpPr>
        <p:spPr>
          <a:xfrm>
            <a:off x="3512439" y="2872264"/>
            <a:ext cx="400050" cy="400050"/>
          </a:xfrm>
          <a:prstGeom prst="ellipse">
            <a:avLst/>
          </a:prstGeom>
          <a:solidFill>
            <a:srgbClr val="05D6A4"/>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3"/>
              </a:ext>
            </a:extLst>
          </a:blip>
          <a:stretch/>
        </p:blipFill>
        <p:spPr>
          <a:xfrm>
            <a:off x="3600450" y="2960275"/>
            <a:ext cx="224028" cy="224028"/>
          </a:xfrm>
          <a:prstGeom prst="rect">
            <a:avLst/>
          </a:prstGeom>
        </p:spPr>
      </p:pic>
      <p:sp>
        <p:nvSpPr>
          <p:cNvPr id="41" name="Oval 40">
            <a:extLst>
              <a:ext uri="{FF2B5EF4-FFF2-40B4-BE49-F238E27FC236}">
                <a16:creationId xmlns:a16="http://schemas.microsoft.com/office/drawing/2014/main" id="{F6F7CFDA-55C0-42F3-BE0C-30FC52243657}"/>
              </a:ext>
            </a:extLst>
          </p:cNvPr>
          <p:cNvSpPr>
            <a:spLocks noGrp="1"/>
          </p:cNvSpPr>
          <p:nvPr/>
        </p:nvSpPr>
        <p:spPr>
          <a:xfrm>
            <a:off x="6007989" y="2872264"/>
            <a:ext cx="400050" cy="400050"/>
          </a:xfrm>
          <a:prstGeom prst="ellipse">
            <a:avLst/>
          </a:prstGeom>
          <a:solidFill>
            <a:srgbClr val="05D6A4"/>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3"/>
              </a:ext>
            </a:extLst>
          </a:blip>
          <a:stretch/>
        </p:blipFill>
        <p:spPr>
          <a:xfrm>
            <a:off x="6096000" y="2960275"/>
            <a:ext cx="224028" cy="224028"/>
          </a:xfrm>
          <a:prstGeom prst="rect">
            <a:avLst/>
          </a:prstGeom>
        </p:spPr>
      </p:pic>
      <p:sp>
        <p:nvSpPr>
          <p:cNvPr id="43" name="Oval 42">
            <a:extLst>
              <a:ext uri="{FF2B5EF4-FFF2-40B4-BE49-F238E27FC236}">
                <a16:creationId xmlns:a16="http://schemas.microsoft.com/office/drawing/2014/main" id="{617DFA8E-53D8-4855-9990-6122AD7BD00F}"/>
              </a:ext>
            </a:extLst>
          </p:cNvPr>
          <p:cNvSpPr>
            <a:spLocks noGrp="1"/>
          </p:cNvSpPr>
          <p:nvPr/>
        </p:nvSpPr>
        <p:spPr>
          <a:xfrm>
            <a:off x="8503539" y="2872264"/>
            <a:ext cx="400050" cy="400050"/>
          </a:xfrm>
          <a:prstGeom prst="ellipse">
            <a:avLst/>
          </a:prstGeom>
          <a:solidFill>
            <a:srgbClr val="05D6A4"/>
          </a:solidFill>
          <a:ln w="9525">
            <a:solidFill>
              <a:srgbClr val="0B1A2A"/>
            </a:solidFill>
            <a:prstDash val="solid"/>
          </a:ln>
        </p:spPr>
        <p:txBody>
          <a:bodyPr/>
          <a:lstStyle/>
          <a:p>
            <a:endParaRPr lang="en-SG"/>
          </a:p>
        </p:txBody>
      </p:sp>
      <p:pic>
        <p:nvPicPr>
          <p:cNvPr id="85" name="Graphic 84"/>
          <p:cNvPicPr>
            <a:picLocks noChangeAspect="1"/>
          </p:cNvPicPr>
          <p:nvPr/>
        </p:nvPicPr>
        <p:blipFill>
          <a:blip>
            <a:extLst>
              <a:ext uri="{96DAC541-7B7A-43D3-8B79-37D633B846F1}">
                <asvg:svgBlip xmlns:asvg="http://schemas.microsoft.com/office/drawing/2016/SVG/main" r:embed="rId3"/>
              </a:ext>
            </a:extLst>
          </a:blip>
          <a:stretch/>
        </p:blipFill>
        <p:spPr>
          <a:xfrm>
            <a:off x="8591550" y="2960275"/>
            <a:ext cx="224028" cy="224028"/>
          </a:xfrm>
          <a:prstGeom prst="rect">
            <a:avLst/>
          </a:prstGeom>
        </p:spPr>
      </p:pic>
      <p:pic>
        <p:nvPicPr>
          <p:cNvPr id="33" name="Picture 32">
            <a:extLst>
              <a:ext uri="{FF2B5EF4-FFF2-40B4-BE49-F238E27FC236}">
                <a16:creationId xmlns:a16="http://schemas.microsoft.com/office/drawing/2014/main" id="{A1322F61-A0A3-66AC-3A41-DE3A4C5EB2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650040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FF4F677-49AB-499B-B8FA-1E9CD4297BCC}"/>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ACTIVITY</a:t>
            </a:r>
          </a:p>
        </p:txBody>
      </p:sp>
      <p:sp>
        <p:nvSpPr>
          <p:cNvPr id="2" name="Rectangle 1">
            <a:extLst>
              <a:ext uri="{FF2B5EF4-FFF2-40B4-BE49-F238E27FC236}">
                <a16:creationId xmlns:a16="http://schemas.microsoft.com/office/drawing/2014/main" id="{BA904526-8EB1-4B0A-8B13-9AA30C23D90E}"/>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Draft your taxonomy</a:t>
            </a:r>
          </a:p>
        </p:txBody>
      </p:sp>
      <p:sp>
        <p:nvSpPr>
          <p:cNvPr id="3" name="Rectangle 2">
            <a:extLst>
              <a:ext uri="{FF2B5EF4-FFF2-40B4-BE49-F238E27FC236}">
                <a16:creationId xmlns:a16="http://schemas.microsoft.com/office/drawing/2014/main" id="{0FB7F229-2DBC-4248-9CF9-44D2E2BBDA0A}"/>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ACC007C1-8C45-4F3B-A1B6-FA31C1C1446E}"/>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19</a:t>
            </a:r>
          </a:p>
        </p:txBody>
      </p:sp>
      <p:sp>
        <p:nvSpPr>
          <p:cNvPr id="5" name="Rectangle 4">
            <a:extLst>
              <a:ext uri="{FF2B5EF4-FFF2-40B4-BE49-F238E27FC236}">
                <a16:creationId xmlns:a16="http://schemas.microsoft.com/office/drawing/2014/main" id="{3D2AC219-ADCA-4912-98E7-1567C10FE628}"/>
              </a:ext>
            </a:extLst>
          </p:cNvPr>
          <p:cNvSpPr>
            <a:spLocks noGrp="1"/>
          </p:cNvSpPr>
          <p:nvPr/>
        </p:nvSpPr>
        <p:spPr>
          <a:xfrm>
            <a:off x="685800" y="1695450"/>
            <a:ext cx="8953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Use your chosen department. Create top-level categories and the metadata fields that matter for retrieval and governance.</a:t>
            </a:r>
          </a:p>
        </p:txBody>
      </p:sp>
      <p:sp>
        <p:nvSpPr>
          <p:cNvPr id="6" name="Rectangle: Rounded Corners 5">
            <a:extLst>
              <a:ext uri="{FF2B5EF4-FFF2-40B4-BE49-F238E27FC236}">
                <a16:creationId xmlns:a16="http://schemas.microsoft.com/office/drawing/2014/main" id="{580610F3-D5AE-421A-90CE-CD5F2D6BFAA5}"/>
              </a:ext>
            </a:extLst>
          </p:cNvPr>
          <p:cNvSpPr>
            <a:spLocks noGrp="1"/>
          </p:cNvSpPr>
          <p:nvPr/>
        </p:nvSpPr>
        <p:spPr>
          <a:xfrm>
            <a:off x="1123950" y="2914650"/>
            <a:ext cx="2190750" cy="1986534"/>
          </a:xfrm>
          <a:prstGeom prst="roundRect">
            <a:avLst>
              <a:gd name="adj" fmla="val 7407"/>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636FE687-9F1F-4258-B089-D06C60D3329A}"/>
              </a:ext>
            </a:extLst>
          </p:cNvPr>
          <p:cNvSpPr>
            <a:spLocks noGrp="1"/>
          </p:cNvSpPr>
          <p:nvPr/>
        </p:nvSpPr>
        <p:spPr>
          <a:xfrm>
            <a:off x="1123950" y="2914650"/>
            <a:ext cx="66675" cy="1986534"/>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6A55280A-EE4A-403B-8FA9-6B669E9A4EC0}"/>
              </a:ext>
            </a:extLst>
          </p:cNvPr>
          <p:cNvSpPr>
            <a:spLocks noGrp="1"/>
          </p:cNvSpPr>
          <p:nvPr/>
        </p:nvSpPr>
        <p:spPr>
          <a:xfrm>
            <a:off x="1333500" y="3086099"/>
            <a:ext cx="1771650" cy="564077"/>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Name categories</a:t>
            </a:r>
          </a:p>
        </p:txBody>
      </p:sp>
      <p:sp>
        <p:nvSpPr>
          <p:cNvPr id="9" name="Rectangle 8">
            <a:extLst>
              <a:ext uri="{FF2B5EF4-FFF2-40B4-BE49-F238E27FC236}">
                <a16:creationId xmlns:a16="http://schemas.microsoft.com/office/drawing/2014/main" id="{93410EC2-6C08-4F17-B2B1-54D8B7F8C5B2}"/>
              </a:ext>
            </a:extLst>
          </p:cNvPr>
          <p:cNvSpPr>
            <a:spLocks noGrp="1"/>
          </p:cNvSpPr>
          <p:nvPr/>
        </p:nvSpPr>
        <p:spPr>
          <a:xfrm>
            <a:off x="1366837" y="3847532"/>
            <a:ext cx="1771650" cy="1079105"/>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Use language teams already use.</a:t>
            </a:r>
          </a:p>
        </p:txBody>
      </p:sp>
      <p:sp>
        <p:nvSpPr>
          <p:cNvPr id="10" name="Rectangle: Rounded Corners 9">
            <a:extLst>
              <a:ext uri="{FF2B5EF4-FFF2-40B4-BE49-F238E27FC236}">
                <a16:creationId xmlns:a16="http://schemas.microsoft.com/office/drawing/2014/main" id="{CFE18BD1-3AFD-4630-8533-7D629A0BF34E}"/>
              </a:ext>
            </a:extLst>
          </p:cNvPr>
          <p:cNvSpPr>
            <a:spLocks noGrp="1"/>
          </p:cNvSpPr>
          <p:nvPr/>
        </p:nvSpPr>
        <p:spPr>
          <a:xfrm>
            <a:off x="3600450" y="2914650"/>
            <a:ext cx="2190750" cy="1986534"/>
          </a:xfrm>
          <a:prstGeom prst="roundRect">
            <a:avLst>
              <a:gd name="adj" fmla="val 7407"/>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472B25DA-EA9C-45C3-9AF7-F60962991ECD}"/>
              </a:ext>
            </a:extLst>
          </p:cNvPr>
          <p:cNvSpPr>
            <a:spLocks noGrp="1"/>
          </p:cNvSpPr>
          <p:nvPr/>
        </p:nvSpPr>
        <p:spPr>
          <a:xfrm>
            <a:off x="3600450" y="2914650"/>
            <a:ext cx="66675" cy="1986534"/>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700D99A2-B89E-4FB0-BCF4-B9CD795B44DD}"/>
              </a:ext>
            </a:extLst>
          </p:cNvPr>
          <p:cNvSpPr>
            <a:spLocks noGrp="1"/>
          </p:cNvSpPr>
          <p:nvPr/>
        </p:nvSpPr>
        <p:spPr>
          <a:xfrm>
            <a:off x="3810000" y="3086099"/>
            <a:ext cx="1771650" cy="564077"/>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Add examples</a:t>
            </a:r>
          </a:p>
        </p:txBody>
      </p:sp>
      <p:sp>
        <p:nvSpPr>
          <p:cNvPr id="13" name="Rectangle 12">
            <a:extLst>
              <a:ext uri="{FF2B5EF4-FFF2-40B4-BE49-F238E27FC236}">
                <a16:creationId xmlns:a16="http://schemas.microsoft.com/office/drawing/2014/main" id="{B6E1CFBA-9991-4181-ABCF-FDD881875525}"/>
              </a:ext>
            </a:extLst>
          </p:cNvPr>
          <p:cNvSpPr>
            <a:spLocks noGrp="1"/>
          </p:cNvSpPr>
          <p:nvPr/>
        </p:nvSpPr>
        <p:spPr>
          <a:xfrm>
            <a:off x="3810000" y="3619499"/>
            <a:ext cx="1771650" cy="1079105"/>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Place two sources per category.</a:t>
            </a:r>
          </a:p>
        </p:txBody>
      </p:sp>
      <p:sp>
        <p:nvSpPr>
          <p:cNvPr id="14" name="Rectangle: Rounded Corners 13">
            <a:extLst>
              <a:ext uri="{FF2B5EF4-FFF2-40B4-BE49-F238E27FC236}">
                <a16:creationId xmlns:a16="http://schemas.microsoft.com/office/drawing/2014/main" id="{08CFCB90-B5CA-4169-BFF1-7252DB4BDF66}"/>
              </a:ext>
            </a:extLst>
          </p:cNvPr>
          <p:cNvSpPr>
            <a:spLocks noGrp="1"/>
          </p:cNvSpPr>
          <p:nvPr/>
        </p:nvSpPr>
        <p:spPr>
          <a:xfrm>
            <a:off x="6076950" y="2914650"/>
            <a:ext cx="2190750" cy="1986534"/>
          </a:xfrm>
          <a:prstGeom prst="roundRect">
            <a:avLst>
              <a:gd name="adj" fmla="val 7407"/>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F5338F59-3B4A-4FEF-808F-D4AD9DFD2A53}"/>
              </a:ext>
            </a:extLst>
          </p:cNvPr>
          <p:cNvSpPr>
            <a:spLocks noGrp="1"/>
          </p:cNvSpPr>
          <p:nvPr/>
        </p:nvSpPr>
        <p:spPr>
          <a:xfrm>
            <a:off x="6076950" y="2914650"/>
            <a:ext cx="66675" cy="1986534"/>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7DE61B06-55E8-4AE4-A9DE-34306042D45C}"/>
              </a:ext>
            </a:extLst>
          </p:cNvPr>
          <p:cNvSpPr>
            <a:spLocks noGrp="1"/>
          </p:cNvSpPr>
          <p:nvPr/>
        </p:nvSpPr>
        <p:spPr>
          <a:xfrm>
            <a:off x="6286500" y="3086099"/>
            <a:ext cx="1771650" cy="564077"/>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Choose fields</a:t>
            </a:r>
          </a:p>
        </p:txBody>
      </p:sp>
      <p:sp>
        <p:nvSpPr>
          <p:cNvPr id="17" name="Rectangle 16">
            <a:extLst>
              <a:ext uri="{FF2B5EF4-FFF2-40B4-BE49-F238E27FC236}">
                <a16:creationId xmlns:a16="http://schemas.microsoft.com/office/drawing/2014/main" id="{8CC5D8FF-D02E-48D1-ACDE-ABB330D7D6C0}"/>
              </a:ext>
            </a:extLst>
          </p:cNvPr>
          <p:cNvSpPr>
            <a:spLocks noGrp="1"/>
          </p:cNvSpPr>
          <p:nvPr/>
        </p:nvSpPr>
        <p:spPr>
          <a:xfrm>
            <a:off x="6286500" y="3619499"/>
            <a:ext cx="1771650" cy="1079105"/>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Keep only useful metadata.</a:t>
            </a:r>
          </a:p>
        </p:txBody>
      </p:sp>
      <p:sp>
        <p:nvSpPr>
          <p:cNvPr id="18" name="Rectangle: Rounded Corners 17">
            <a:extLst>
              <a:ext uri="{FF2B5EF4-FFF2-40B4-BE49-F238E27FC236}">
                <a16:creationId xmlns:a16="http://schemas.microsoft.com/office/drawing/2014/main" id="{1BEC9D7F-F2A9-4D87-BDFE-64BB45BA7DF8}"/>
              </a:ext>
            </a:extLst>
          </p:cNvPr>
          <p:cNvSpPr>
            <a:spLocks noGrp="1"/>
          </p:cNvSpPr>
          <p:nvPr/>
        </p:nvSpPr>
        <p:spPr>
          <a:xfrm>
            <a:off x="8553450" y="2914650"/>
            <a:ext cx="2190750" cy="1986534"/>
          </a:xfrm>
          <a:prstGeom prst="roundRect">
            <a:avLst>
              <a:gd name="adj" fmla="val 7407"/>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95BAC1C1-AB13-4275-8A6E-5EF6D693789B}"/>
              </a:ext>
            </a:extLst>
          </p:cNvPr>
          <p:cNvSpPr>
            <a:spLocks noGrp="1"/>
          </p:cNvSpPr>
          <p:nvPr/>
        </p:nvSpPr>
        <p:spPr>
          <a:xfrm>
            <a:off x="8553450" y="2914650"/>
            <a:ext cx="66675" cy="1986534"/>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4E64B173-87CF-4EA4-B17A-AE1C685E1F6D}"/>
              </a:ext>
            </a:extLst>
          </p:cNvPr>
          <p:cNvSpPr>
            <a:spLocks noGrp="1"/>
          </p:cNvSpPr>
          <p:nvPr/>
        </p:nvSpPr>
        <p:spPr>
          <a:xfrm>
            <a:off x="8763000" y="3086099"/>
            <a:ext cx="1771650" cy="564077"/>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Test a question</a:t>
            </a:r>
          </a:p>
        </p:txBody>
      </p:sp>
      <p:sp>
        <p:nvSpPr>
          <p:cNvPr id="21" name="Rectangle 20">
            <a:extLst>
              <a:ext uri="{FF2B5EF4-FFF2-40B4-BE49-F238E27FC236}">
                <a16:creationId xmlns:a16="http://schemas.microsoft.com/office/drawing/2014/main" id="{FB97D4CF-CBB0-4DF2-9EE2-289DD8783F05}"/>
              </a:ext>
            </a:extLst>
          </p:cNvPr>
          <p:cNvSpPr>
            <a:spLocks noGrp="1"/>
          </p:cNvSpPr>
          <p:nvPr/>
        </p:nvSpPr>
        <p:spPr>
          <a:xfrm>
            <a:off x="8763000" y="3864941"/>
            <a:ext cx="1771650" cy="1079105"/>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Can the source be found?</a:t>
            </a:r>
          </a:p>
        </p:txBody>
      </p:sp>
      <p:sp>
        <p:nvSpPr>
          <p:cNvPr id="22" name="Rectangle: Rounded Corners 21">
            <a:extLst>
              <a:ext uri="{FF2B5EF4-FFF2-40B4-BE49-F238E27FC236}">
                <a16:creationId xmlns:a16="http://schemas.microsoft.com/office/drawing/2014/main" id="{326C4C1A-F49D-47EC-8A7D-0A404A7816E8}"/>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3" name="Rectangle 22">
            <a:extLst>
              <a:ext uri="{FF2B5EF4-FFF2-40B4-BE49-F238E27FC236}">
                <a16:creationId xmlns:a16="http://schemas.microsoft.com/office/drawing/2014/main" id="{4DA9B244-AFAD-4E36-9751-603AEDC37762}"/>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DO THIS NOW</a:t>
            </a:r>
          </a:p>
        </p:txBody>
      </p:sp>
      <p:sp>
        <p:nvSpPr>
          <p:cNvPr id="24" name="Rectangle 23">
            <a:extLst>
              <a:ext uri="{FF2B5EF4-FFF2-40B4-BE49-F238E27FC236}">
                <a16:creationId xmlns:a16="http://schemas.microsoft.com/office/drawing/2014/main" id="{7CA080E9-656A-4922-8C23-981A13318F45}"/>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Good taxonomy is useful before it is complete.</a:t>
            </a:r>
          </a:p>
        </p:txBody>
      </p:sp>
      <p:sp>
        <p:nvSpPr>
          <p:cNvPr id="26" name="Oval 25">
            <a:extLst>
              <a:ext uri="{FF2B5EF4-FFF2-40B4-BE49-F238E27FC236}">
                <a16:creationId xmlns:a16="http://schemas.microsoft.com/office/drawing/2014/main" id="{88DB7479-A6ED-4AE8-92F8-5BA03133B1B8}"/>
              </a:ext>
            </a:extLst>
          </p:cNvPr>
          <p:cNvSpPr>
            <a:spLocks noGrp="1"/>
          </p:cNvSpPr>
          <p:nvPr/>
        </p:nvSpPr>
        <p:spPr>
          <a:xfrm>
            <a:off x="2724150" y="3143250"/>
            <a:ext cx="400050" cy="400050"/>
          </a:xfrm>
          <a:prstGeom prst="ellipse">
            <a:avLst/>
          </a:prstGeom>
          <a:solidFill>
            <a:srgbClr val="05D6A4"/>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2812161" y="3231261"/>
            <a:ext cx="224028" cy="224028"/>
          </a:xfrm>
          <a:prstGeom prst="rect">
            <a:avLst/>
          </a:prstGeom>
        </p:spPr>
      </p:pic>
      <p:sp>
        <p:nvSpPr>
          <p:cNvPr id="28" name="Oval 27">
            <a:extLst>
              <a:ext uri="{FF2B5EF4-FFF2-40B4-BE49-F238E27FC236}">
                <a16:creationId xmlns:a16="http://schemas.microsoft.com/office/drawing/2014/main" id="{921C051A-04C5-494A-8824-086AF7E1673C}"/>
              </a:ext>
            </a:extLst>
          </p:cNvPr>
          <p:cNvSpPr>
            <a:spLocks noGrp="1"/>
          </p:cNvSpPr>
          <p:nvPr/>
        </p:nvSpPr>
        <p:spPr>
          <a:xfrm>
            <a:off x="5200650" y="3143250"/>
            <a:ext cx="400050" cy="400050"/>
          </a:xfrm>
          <a:prstGeom prst="ellipse">
            <a:avLst/>
          </a:prstGeom>
          <a:solidFill>
            <a:srgbClr val="38BDF8"/>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5288661" y="3231261"/>
            <a:ext cx="224028" cy="224028"/>
          </a:xfrm>
          <a:prstGeom prst="rect">
            <a:avLst/>
          </a:prstGeom>
        </p:spPr>
      </p:pic>
      <p:sp>
        <p:nvSpPr>
          <p:cNvPr id="30" name="Oval 29">
            <a:extLst>
              <a:ext uri="{FF2B5EF4-FFF2-40B4-BE49-F238E27FC236}">
                <a16:creationId xmlns:a16="http://schemas.microsoft.com/office/drawing/2014/main" id="{28FF33EC-3CFF-4F92-A5E1-C189C09A8E87}"/>
              </a:ext>
            </a:extLst>
          </p:cNvPr>
          <p:cNvSpPr>
            <a:spLocks noGrp="1"/>
          </p:cNvSpPr>
          <p:nvPr/>
        </p:nvSpPr>
        <p:spPr>
          <a:xfrm>
            <a:off x="7677150" y="3143250"/>
            <a:ext cx="400050" cy="400050"/>
          </a:xfrm>
          <a:prstGeom prst="ellipse">
            <a:avLst/>
          </a:prstGeom>
          <a:solidFill>
            <a:srgbClr val="05D6A4"/>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5"/>
              </a:ext>
            </a:extLst>
          </a:blip>
          <a:stretch/>
        </p:blipFill>
        <p:spPr>
          <a:xfrm>
            <a:off x="7765161" y="3231261"/>
            <a:ext cx="224028" cy="224028"/>
          </a:xfrm>
          <a:prstGeom prst="rect">
            <a:avLst/>
          </a:prstGeom>
        </p:spPr>
      </p:pic>
      <p:sp>
        <p:nvSpPr>
          <p:cNvPr id="32" name="Oval 31">
            <a:extLst>
              <a:ext uri="{FF2B5EF4-FFF2-40B4-BE49-F238E27FC236}">
                <a16:creationId xmlns:a16="http://schemas.microsoft.com/office/drawing/2014/main" id="{5DE63C4F-9F05-4306-B402-2B2E2CBAE9D4}"/>
              </a:ext>
            </a:extLst>
          </p:cNvPr>
          <p:cNvSpPr>
            <a:spLocks noGrp="1"/>
          </p:cNvSpPr>
          <p:nvPr/>
        </p:nvSpPr>
        <p:spPr>
          <a:xfrm>
            <a:off x="10153650" y="3143250"/>
            <a:ext cx="400050" cy="400050"/>
          </a:xfrm>
          <a:prstGeom prst="ellipse">
            <a:avLst/>
          </a:prstGeom>
          <a:solidFill>
            <a:srgbClr val="38BDF8"/>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4"/>
              </a:ext>
            </a:extLst>
          </a:blip>
          <a:stretch/>
        </p:blipFill>
        <p:spPr>
          <a:xfrm>
            <a:off x="10241661" y="3231261"/>
            <a:ext cx="224028" cy="224028"/>
          </a:xfrm>
          <a:prstGeom prst="rect">
            <a:avLst/>
          </a:prstGeom>
        </p:spPr>
      </p:pic>
      <p:pic>
        <p:nvPicPr>
          <p:cNvPr id="29" name="Picture 28">
            <a:extLst>
              <a:ext uri="{FF2B5EF4-FFF2-40B4-BE49-F238E27FC236}">
                <a16:creationId xmlns:a16="http://schemas.microsoft.com/office/drawing/2014/main" id="{EBCA7F9D-8E05-44DF-334F-574A7957EA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910494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155F2FF-3716-4737-888D-AFFEC1B2BB45}"/>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QUALITY CHECK</a:t>
            </a:r>
          </a:p>
        </p:txBody>
      </p:sp>
      <p:sp>
        <p:nvSpPr>
          <p:cNvPr id="2" name="Rectangle 1">
            <a:extLst>
              <a:ext uri="{FF2B5EF4-FFF2-40B4-BE49-F238E27FC236}">
                <a16:creationId xmlns:a16="http://schemas.microsoft.com/office/drawing/2014/main" id="{5D9054B6-9292-40B1-9919-4817980E602A}"/>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Check the taxonomy before it grows</a:t>
            </a:r>
          </a:p>
        </p:txBody>
      </p:sp>
      <p:sp>
        <p:nvSpPr>
          <p:cNvPr id="3" name="Rectangle 2">
            <a:extLst>
              <a:ext uri="{FF2B5EF4-FFF2-40B4-BE49-F238E27FC236}">
                <a16:creationId xmlns:a16="http://schemas.microsoft.com/office/drawing/2014/main" id="{DE1D4668-2793-4B30-8496-E224B831CC5B}"/>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ED3EAFD1-E6FA-4683-81A6-25C8BE533F09}"/>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20</a:t>
            </a:r>
          </a:p>
        </p:txBody>
      </p:sp>
      <p:sp>
        <p:nvSpPr>
          <p:cNvPr id="5" name="Rectangle 4">
            <a:extLst>
              <a:ext uri="{FF2B5EF4-FFF2-40B4-BE49-F238E27FC236}">
                <a16:creationId xmlns:a16="http://schemas.microsoft.com/office/drawing/2014/main" id="{4DE7B9E9-3E62-459D-8D40-92EBA3097003}"/>
              </a:ext>
            </a:extLst>
          </p:cNvPr>
          <p:cNvSpPr>
            <a:spLocks noGrp="1"/>
          </p:cNvSpPr>
          <p:nvPr/>
        </p:nvSpPr>
        <p:spPr>
          <a:xfrm>
            <a:off x="685800" y="1714500"/>
            <a:ext cx="8763000"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A taxonomy fails when it becomes vague, duplicated, or too broad to guide retrieval.</a:t>
            </a:r>
          </a:p>
        </p:txBody>
      </p:sp>
      <p:sp>
        <p:nvSpPr>
          <p:cNvPr id="6" name="Rectangle: Rounded Corners 5">
            <a:extLst>
              <a:ext uri="{FF2B5EF4-FFF2-40B4-BE49-F238E27FC236}">
                <a16:creationId xmlns:a16="http://schemas.microsoft.com/office/drawing/2014/main" id="{0079407C-6A2C-452A-8C1D-68C81676023D}"/>
              </a:ext>
            </a:extLst>
          </p:cNvPr>
          <p:cNvSpPr>
            <a:spLocks noGrp="1"/>
          </p:cNvSpPr>
          <p:nvPr/>
        </p:nvSpPr>
        <p:spPr>
          <a:xfrm>
            <a:off x="752475" y="2457450"/>
            <a:ext cx="3333750" cy="1390650"/>
          </a:xfrm>
          <a:prstGeom prst="roundRect">
            <a:avLst>
              <a:gd name="adj" fmla="val 8219"/>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54B0CB9C-ADCC-45FB-A6B1-DFE7B83DA7D1}"/>
              </a:ext>
            </a:extLst>
          </p:cNvPr>
          <p:cNvSpPr>
            <a:spLocks noGrp="1"/>
          </p:cNvSpPr>
          <p:nvPr/>
        </p:nvSpPr>
        <p:spPr>
          <a:xfrm>
            <a:off x="752475" y="2457450"/>
            <a:ext cx="66675" cy="139065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462BE985-B3F4-42C3-B6A2-26D3DB0204E3}"/>
              </a:ext>
            </a:extLst>
          </p:cNvPr>
          <p:cNvSpPr>
            <a:spLocks noGrp="1"/>
          </p:cNvSpPr>
          <p:nvPr/>
        </p:nvSpPr>
        <p:spPr>
          <a:xfrm>
            <a:off x="962025" y="26289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Can a new file fit?</a:t>
            </a:r>
          </a:p>
        </p:txBody>
      </p:sp>
      <p:sp>
        <p:nvSpPr>
          <p:cNvPr id="9" name="Rectangle 8">
            <a:extLst>
              <a:ext uri="{FF2B5EF4-FFF2-40B4-BE49-F238E27FC236}">
                <a16:creationId xmlns:a16="http://schemas.microsoft.com/office/drawing/2014/main" id="{755227B0-24A5-4E39-AEB0-6A22969AD1AD}"/>
              </a:ext>
            </a:extLst>
          </p:cNvPr>
          <p:cNvSpPr>
            <a:spLocks noGrp="1"/>
          </p:cNvSpPr>
          <p:nvPr/>
        </p:nvSpPr>
        <p:spPr>
          <a:xfrm>
            <a:off x="962025" y="3143250"/>
            <a:ext cx="2914650" cy="7048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Another team can place it without guessing.</a:t>
            </a:r>
          </a:p>
        </p:txBody>
      </p:sp>
      <p:sp>
        <p:nvSpPr>
          <p:cNvPr id="10" name="Rectangle: Rounded Corners 9">
            <a:extLst>
              <a:ext uri="{FF2B5EF4-FFF2-40B4-BE49-F238E27FC236}">
                <a16:creationId xmlns:a16="http://schemas.microsoft.com/office/drawing/2014/main" id="{541CCB6C-2B21-48F9-8B59-FC3D190581EA}"/>
              </a:ext>
            </a:extLst>
          </p:cNvPr>
          <p:cNvSpPr>
            <a:spLocks noGrp="1"/>
          </p:cNvSpPr>
          <p:nvPr/>
        </p:nvSpPr>
        <p:spPr>
          <a:xfrm>
            <a:off x="4429125" y="2457450"/>
            <a:ext cx="3333750" cy="1390650"/>
          </a:xfrm>
          <a:prstGeom prst="roundRect">
            <a:avLst>
              <a:gd name="adj" fmla="val 8219"/>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E7400193-8AF0-41D1-9658-AEE9AABA3C72}"/>
              </a:ext>
            </a:extLst>
          </p:cNvPr>
          <p:cNvSpPr>
            <a:spLocks noGrp="1"/>
          </p:cNvSpPr>
          <p:nvPr/>
        </p:nvSpPr>
        <p:spPr>
          <a:xfrm>
            <a:off x="4429125" y="2457450"/>
            <a:ext cx="66675" cy="139065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90E2F204-526A-48B9-9B92-42901D95780F}"/>
              </a:ext>
            </a:extLst>
          </p:cNvPr>
          <p:cNvSpPr>
            <a:spLocks noGrp="1"/>
          </p:cNvSpPr>
          <p:nvPr/>
        </p:nvSpPr>
        <p:spPr>
          <a:xfrm>
            <a:off x="4638675" y="26289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Are labels distinct?</a:t>
            </a:r>
          </a:p>
        </p:txBody>
      </p:sp>
      <p:sp>
        <p:nvSpPr>
          <p:cNvPr id="13" name="Rectangle 12">
            <a:extLst>
              <a:ext uri="{FF2B5EF4-FFF2-40B4-BE49-F238E27FC236}">
                <a16:creationId xmlns:a16="http://schemas.microsoft.com/office/drawing/2014/main" id="{3244BAA6-EDC0-4E73-A6A5-E9F799D892FC}"/>
              </a:ext>
            </a:extLst>
          </p:cNvPr>
          <p:cNvSpPr>
            <a:spLocks noGrp="1"/>
          </p:cNvSpPr>
          <p:nvPr/>
        </p:nvSpPr>
        <p:spPr>
          <a:xfrm>
            <a:off x="4638675" y="3143250"/>
            <a:ext cx="2914650" cy="7048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Categories do not overlap or compete.</a:t>
            </a:r>
          </a:p>
        </p:txBody>
      </p:sp>
      <p:sp>
        <p:nvSpPr>
          <p:cNvPr id="14" name="Rectangle: Rounded Corners 13">
            <a:extLst>
              <a:ext uri="{FF2B5EF4-FFF2-40B4-BE49-F238E27FC236}">
                <a16:creationId xmlns:a16="http://schemas.microsoft.com/office/drawing/2014/main" id="{DA5D2F44-3C4A-46F4-89F2-95742FE02EB6}"/>
              </a:ext>
            </a:extLst>
          </p:cNvPr>
          <p:cNvSpPr>
            <a:spLocks noGrp="1"/>
          </p:cNvSpPr>
          <p:nvPr/>
        </p:nvSpPr>
        <p:spPr>
          <a:xfrm>
            <a:off x="8105775" y="2457450"/>
            <a:ext cx="3333750" cy="1390650"/>
          </a:xfrm>
          <a:prstGeom prst="roundRect">
            <a:avLst>
              <a:gd name="adj" fmla="val 8219"/>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C8CA7F8E-FAD0-4E89-8DD9-21E0E9EDF5FB}"/>
              </a:ext>
            </a:extLst>
          </p:cNvPr>
          <p:cNvSpPr>
            <a:spLocks noGrp="1"/>
          </p:cNvSpPr>
          <p:nvPr/>
        </p:nvSpPr>
        <p:spPr>
          <a:xfrm>
            <a:off x="8105775" y="2457450"/>
            <a:ext cx="66675" cy="139065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E289DF09-6379-4986-A55B-218DA0432FB3}"/>
              </a:ext>
            </a:extLst>
          </p:cNvPr>
          <p:cNvSpPr>
            <a:spLocks noGrp="1"/>
          </p:cNvSpPr>
          <p:nvPr/>
        </p:nvSpPr>
        <p:spPr>
          <a:xfrm>
            <a:off x="8315325" y="26289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Is it small enough?</a:t>
            </a:r>
          </a:p>
        </p:txBody>
      </p:sp>
      <p:sp>
        <p:nvSpPr>
          <p:cNvPr id="17" name="Rectangle 16">
            <a:extLst>
              <a:ext uri="{FF2B5EF4-FFF2-40B4-BE49-F238E27FC236}">
                <a16:creationId xmlns:a16="http://schemas.microsoft.com/office/drawing/2014/main" id="{C1E0843D-1951-4E7A-94AE-6C6A179A6E1C}"/>
              </a:ext>
            </a:extLst>
          </p:cNvPr>
          <p:cNvSpPr>
            <a:spLocks noGrp="1"/>
          </p:cNvSpPr>
          <p:nvPr/>
        </p:nvSpPr>
        <p:spPr>
          <a:xfrm>
            <a:off x="8315325" y="3143250"/>
            <a:ext cx="2914650" cy="7048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The first version can be maintained.</a:t>
            </a:r>
          </a:p>
        </p:txBody>
      </p:sp>
      <p:sp>
        <p:nvSpPr>
          <p:cNvPr id="18" name="Rectangle: Rounded Corners 17">
            <a:extLst>
              <a:ext uri="{FF2B5EF4-FFF2-40B4-BE49-F238E27FC236}">
                <a16:creationId xmlns:a16="http://schemas.microsoft.com/office/drawing/2014/main" id="{129B5760-7A86-48B2-9D30-E998E2AEB426}"/>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DDF0CDF6-985C-49B7-A5B8-F7FBDA2FBE31}"/>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0" name="Rectangle 19">
            <a:extLst>
              <a:ext uri="{FF2B5EF4-FFF2-40B4-BE49-F238E27FC236}">
                <a16:creationId xmlns:a16="http://schemas.microsoft.com/office/drawing/2014/main" id="{022ABB7E-CE9B-4CB6-93D6-920BB36410A5}"/>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If people cannot use it, AI will not use it well.</a:t>
            </a:r>
          </a:p>
        </p:txBody>
      </p:sp>
      <p:sp>
        <p:nvSpPr>
          <p:cNvPr id="22" name="Oval 21">
            <a:extLst>
              <a:ext uri="{FF2B5EF4-FFF2-40B4-BE49-F238E27FC236}">
                <a16:creationId xmlns:a16="http://schemas.microsoft.com/office/drawing/2014/main" id="{7761C7DD-080C-4CB1-AA1C-FA1D24E8A4D2}"/>
              </a:ext>
            </a:extLst>
          </p:cNvPr>
          <p:cNvSpPr>
            <a:spLocks noGrp="1"/>
          </p:cNvSpPr>
          <p:nvPr/>
        </p:nvSpPr>
        <p:spPr>
          <a:xfrm>
            <a:off x="3381375" y="2724150"/>
            <a:ext cx="438150" cy="438150"/>
          </a:xfrm>
          <a:prstGeom prst="ellipse">
            <a:avLst/>
          </a:prstGeom>
          <a:solidFill>
            <a:srgbClr val="38BDF8"/>
          </a:solidFill>
          <a:ln w="9525">
            <a:solidFill>
              <a:srgbClr val="0B1A2A"/>
            </a:solidFill>
            <a:prstDash val="solid"/>
          </a:ln>
        </p:spPr>
        <p:txBody>
          <a:bodyPr/>
          <a:lstStyle/>
          <a:p>
            <a:endParaRPr lang="en-SG"/>
          </a:p>
        </p:txBody>
      </p:sp>
      <p:pic>
        <p:nvPicPr>
          <p:cNvPr id="49" name="Graphic 48"/>
          <p:cNvPicPr>
            <a:picLocks noChangeAspect="1"/>
          </p:cNvPicPr>
          <p:nvPr/>
        </p:nvPicPr>
        <p:blipFill>
          <a:blip>
            <a:extLst>
              <a:ext uri="{96DAC541-7B7A-43D3-8B79-37D633B846F1}">
                <asvg:svgBlip xmlns:asvg="http://schemas.microsoft.com/office/drawing/2016/SVG/main" r:embed="rId3"/>
              </a:ext>
            </a:extLst>
          </a:blip>
          <a:stretch/>
        </p:blipFill>
        <p:spPr>
          <a:xfrm>
            <a:off x="3477768" y="2820543"/>
            <a:ext cx="245364" cy="245364"/>
          </a:xfrm>
          <a:prstGeom prst="rect">
            <a:avLst/>
          </a:prstGeom>
        </p:spPr>
      </p:pic>
      <p:sp>
        <p:nvSpPr>
          <p:cNvPr id="24" name="Oval 23">
            <a:extLst>
              <a:ext uri="{FF2B5EF4-FFF2-40B4-BE49-F238E27FC236}">
                <a16:creationId xmlns:a16="http://schemas.microsoft.com/office/drawing/2014/main" id="{C7EB6206-2381-43D9-B68C-3DDD2DEA76C4}"/>
              </a:ext>
            </a:extLst>
          </p:cNvPr>
          <p:cNvSpPr>
            <a:spLocks noGrp="1"/>
          </p:cNvSpPr>
          <p:nvPr/>
        </p:nvSpPr>
        <p:spPr>
          <a:xfrm>
            <a:off x="7058025" y="2724150"/>
            <a:ext cx="438150" cy="438150"/>
          </a:xfrm>
          <a:prstGeom prst="ellipse">
            <a:avLst/>
          </a:prstGeom>
          <a:solidFill>
            <a:srgbClr val="05D6A4"/>
          </a:solidFill>
          <a:ln w="9525">
            <a:solidFill>
              <a:srgbClr val="0B1A2A"/>
            </a:solidFill>
            <a:prstDash val="solid"/>
          </a:ln>
        </p:spPr>
        <p:txBody>
          <a:bodyPr/>
          <a:lstStyle/>
          <a:p>
            <a:endParaRPr lang="en-SG"/>
          </a:p>
        </p:txBody>
      </p:sp>
      <p:pic>
        <p:nvPicPr>
          <p:cNvPr id="51" name="Graphic 50"/>
          <p:cNvPicPr>
            <a:picLocks noChangeAspect="1"/>
          </p:cNvPicPr>
          <p:nvPr/>
        </p:nvPicPr>
        <p:blipFill>
          <a:blip>
            <a:extLst>
              <a:ext uri="{96DAC541-7B7A-43D3-8B79-37D633B846F1}">
                <asvg:svgBlip xmlns:asvg="http://schemas.microsoft.com/office/drawing/2016/SVG/main" r:embed="rId4"/>
              </a:ext>
            </a:extLst>
          </a:blip>
          <a:stretch/>
        </p:blipFill>
        <p:spPr>
          <a:xfrm>
            <a:off x="7154418" y="2820543"/>
            <a:ext cx="245364" cy="245364"/>
          </a:xfrm>
          <a:prstGeom prst="rect">
            <a:avLst/>
          </a:prstGeom>
        </p:spPr>
      </p:pic>
      <p:sp>
        <p:nvSpPr>
          <p:cNvPr id="26" name="Oval 25">
            <a:extLst>
              <a:ext uri="{FF2B5EF4-FFF2-40B4-BE49-F238E27FC236}">
                <a16:creationId xmlns:a16="http://schemas.microsoft.com/office/drawing/2014/main" id="{6EF689D4-052A-4EB8-8A45-FC5078919484}"/>
              </a:ext>
            </a:extLst>
          </p:cNvPr>
          <p:cNvSpPr>
            <a:spLocks noGrp="1"/>
          </p:cNvSpPr>
          <p:nvPr/>
        </p:nvSpPr>
        <p:spPr>
          <a:xfrm>
            <a:off x="10734675" y="2724150"/>
            <a:ext cx="438150" cy="438150"/>
          </a:xfrm>
          <a:prstGeom prst="ellipse">
            <a:avLst/>
          </a:prstGeom>
          <a:solidFill>
            <a:srgbClr val="05D6A4"/>
          </a:solidFill>
          <a:ln w="9525">
            <a:solidFill>
              <a:srgbClr val="0B1A2A"/>
            </a:solidFill>
            <a:prstDash val="solid"/>
          </a:ln>
        </p:spPr>
        <p:txBody>
          <a:bodyPr/>
          <a:lstStyle/>
          <a:p>
            <a:endParaRPr lang="en-SG"/>
          </a:p>
        </p:txBody>
      </p:sp>
      <p:pic>
        <p:nvPicPr>
          <p:cNvPr id="53" name="Graphic 52"/>
          <p:cNvPicPr>
            <a:picLocks noChangeAspect="1"/>
          </p:cNvPicPr>
          <p:nvPr/>
        </p:nvPicPr>
        <p:blipFill>
          <a:blip>
            <a:extLst>
              <a:ext uri="{96DAC541-7B7A-43D3-8B79-37D633B846F1}">
                <asvg:svgBlip xmlns:asvg="http://schemas.microsoft.com/office/drawing/2016/SVG/main" r:embed="rId4"/>
              </a:ext>
            </a:extLst>
          </a:blip>
          <a:stretch/>
        </p:blipFill>
        <p:spPr>
          <a:xfrm>
            <a:off x="10831068" y="2820543"/>
            <a:ext cx="245364" cy="245364"/>
          </a:xfrm>
          <a:prstGeom prst="rect">
            <a:avLst/>
          </a:prstGeom>
        </p:spPr>
      </p:pic>
      <p:pic>
        <p:nvPicPr>
          <p:cNvPr id="25" name="Picture 24">
            <a:extLst>
              <a:ext uri="{FF2B5EF4-FFF2-40B4-BE49-F238E27FC236}">
                <a16:creationId xmlns:a16="http://schemas.microsoft.com/office/drawing/2014/main" id="{968F3120-DE0C-02D7-E494-31B9068C95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651346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1A0E4EF-6812-4A04-9750-59B8B1943E81}"/>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QUALITY CHECK</a:t>
            </a:r>
          </a:p>
        </p:txBody>
      </p:sp>
      <p:sp>
        <p:nvSpPr>
          <p:cNvPr id="2" name="Rectangle 1">
            <a:extLst>
              <a:ext uri="{FF2B5EF4-FFF2-40B4-BE49-F238E27FC236}">
                <a16:creationId xmlns:a16="http://schemas.microsoft.com/office/drawing/2014/main" id="{B7883EE3-0DD8-46E3-8F69-A39717167F50}"/>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Metadata must support real decisions</a:t>
            </a:r>
          </a:p>
        </p:txBody>
      </p:sp>
      <p:sp>
        <p:nvSpPr>
          <p:cNvPr id="3" name="Rectangle 2">
            <a:extLst>
              <a:ext uri="{FF2B5EF4-FFF2-40B4-BE49-F238E27FC236}">
                <a16:creationId xmlns:a16="http://schemas.microsoft.com/office/drawing/2014/main" id="{2393E8C6-23DD-4469-9E72-7EF580569CCB}"/>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5DE52893-630C-4EBE-BDA2-50FBDD3EF99F}"/>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21</a:t>
            </a:r>
          </a:p>
        </p:txBody>
      </p:sp>
      <p:sp>
        <p:nvSpPr>
          <p:cNvPr id="5" name="Rectangle 4">
            <a:extLst>
              <a:ext uri="{FF2B5EF4-FFF2-40B4-BE49-F238E27FC236}">
                <a16:creationId xmlns:a16="http://schemas.microsoft.com/office/drawing/2014/main" id="{776380BF-80C0-4CE8-B1D1-00CAAC60D521}"/>
              </a:ext>
            </a:extLst>
          </p:cNvPr>
          <p:cNvSpPr>
            <a:spLocks noGrp="1"/>
          </p:cNvSpPr>
          <p:nvPr/>
        </p:nvSpPr>
        <p:spPr>
          <a:xfrm>
            <a:off x="685800" y="1695450"/>
            <a:ext cx="8572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Every field should help retrieval, access, freshness, or review.</a:t>
            </a:r>
          </a:p>
        </p:txBody>
      </p:sp>
      <p:sp>
        <p:nvSpPr>
          <p:cNvPr id="6" name="Rectangle: Rounded Corners 5">
            <a:extLst>
              <a:ext uri="{FF2B5EF4-FFF2-40B4-BE49-F238E27FC236}">
                <a16:creationId xmlns:a16="http://schemas.microsoft.com/office/drawing/2014/main" id="{DD821FC6-8BB1-45C6-8E2E-2DCF161AF4E9}"/>
              </a:ext>
            </a:extLst>
          </p:cNvPr>
          <p:cNvSpPr>
            <a:spLocks noGrp="1"/>
          </p:cNvSpPr>
          <p:nvPr/>
        </p:nvSpPr>
        <p:spPr>
          <a:xfrm>
            <a:off x="952500" y="2305050"/>
            <a:ext cx="2457450" cy="2857500"/>
          </a:xfrm>
          <a:prstGeom prst="roundRect">
            <a:avLst>
              <a:gd name="adj" fmla="val 4651"/>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5039E7F0-8C03-49A1-9147-AAFC9693A36A}"/>
              </a:ext>
            </a:extLst>
          </p:cNvPr>
          <p:cNvSpPr>
            <a:spLocks noGrp="1"/>
          </p:cNvSpPr>
          <p:nvPr/>
        </p:nvSpPr>
        <p:spPr>
          <a:xfrm>
            <a:off x="1162050" y="2533650"/>
            <a:ext cx="2038350" cy="552450"/>
          </a:xfrm>
          <a:prstGeom prst="rect">
            <a:avLst/>
          </a:prstGeom>
          <a:noFill/>
          <a:ln w="0">
            <a:noFill/>
            <a:prstDash val="solid"/>
          </a:ln>
        </p:spPr>
        <p:txBody>
          <a:bodyPr/>
          <a:lstStyle/>
          <a:p>
            <a:pPr algn="ctr">
              <a:buNone/>
              <a:defRPr sz="1950" b="1">
                <a:solidFill>
                  <a:srgbClr val="F8FAFC"/>
                </a:solidFill>
              </a:defRPr>
            </a:pPr>
            <a:r>
              <a:rPr sz="2400" b="1">
                <a:solidFill>
                  <a:srgbClr val="F8FAFC"/>
                </a:solidFill>
              </a:rPr>
              <a:t>Find</a:t>
            </a:r>
          </a:p>
        </p:txBody>
      </p:sp>
      <p:sp>
        <p:nvSpPr>
          <p:cNvPr id="8" name="Rectangle 7">
            <a:extLst>
              <a:ext uri="{FF2B5EF4-FFF2-40B4-BE49-F238E27FC236}">
                <a16:creationId xmlns:a16="http://schemas.microsoft.com/office/drawing/2014/main" id="{F96057BC-C165-4049-8063-0DEAC7A05284}"/>
              </a:ext>
            </a:extLst>
          </p:cNvPr>
          <p:cNvSpPr>
            <a:spLocks noGrp="1"/>
          </p:cNvSpPr>
          <p:nvPr/>
        </p:nvSpPr>
        <p:spPr>
          <a:xfrm>
            <a:off x="118110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Does it help locate the right evidence?</a:t>
            </a:r>
          </a:p>
        </p:txBody>
      </p:sp>
      <p:sp>
        <p:nvSpPr>
          <p:cNvPr id="9" name="Rectangle: Rounded Corners 8">
            <a:extLst>
              <a:ext uri="{FF2B5EF4-FFF2-40B4-BE49-F238E27FC236}">
                <a16:creationId xmlns:a16="http://schemas.microsoft.com/office/drawing/2014/main" id="{BA1AF77C-310D-4263-AD48-BF0C96EE196E}"/>
              </a:ext>
            </a:extLst>
          </p:cNvPr>
          <p:cNvSpPr>
            <a:spLocks noGrp="1"/>
          </p:cNvSpPr>
          <p:nvPr/>
        </p:nvSpPr>
        <p:spPr>
          <a:xfrm>
            <a:off x="3524250" y="2305050"/>
            <a:ext cx="2457450" cy="2857500"/>
          </a:xfrm>
          <a:prstGeom prst="roundRect">
            <a:avLst>
              <a:gd name="adj" fmla="val 4651"/>
            </a:avLst>
          </a:prstGeom>
          <a:solidFill>
            <a:srgbClr val="10243A"/>
          </a:solidFill>
          <a:ln w="11430">
            <a:solidFill>
              <a:srgbClr val="38BDF8"/>
            </a:solidFill>
            <a:prstDash val="solid"/>
          </a:ln>
        </p:spPr>
        <p:txBody>
          <a:bodyPr/>
          <a:lstStyle/>
          <a:p>
            <a:endParaRPr/>
          </a:p>
        </p:txBody>
      </p:sp>
      <p:sp>
        <p:nvSpPr>
          <p:cNvPr id="10" name="Rectangle 9">
            <a:extLst>
              <a:ext uri="{FF2B5EF4-FFF2-40B4-BE49-F238E27FC236}">
                <a16:creationId xmlns:a16="http://schemas.microsoft.com/office/drawing/2014/main" id="{238E9801-9E4C-47C7-85B8-F99A861FAB60}"/>
              </a:ext>
            </a:extLst>
          </p:cNvPr>
          <p:cNvSpPr>
            <a:spLocks noGrp="1"/>
          </p:cNvSpPr>
          <p:nvPr/>
        </p:nvSpPr>
        <p:spPr>
          <a:xfrm>
            <a:off x="3733800" y="2533650"/>
            <a:ext cx="2038350" cy="552450"/>
          </a:xfrm>
          <a:prstGeom prst="rect">
            <a:avLst/>
          </a:prstGeom>
          <a:noFill/>
          <a:ln w="0">
            <a:noFill/>
            <a:prstDash val="solid"/>
          </a:ln>
        </p:spPr>
        <p:txBody>
          <a:bodyPr/>
          <a:lstStyle/>
          <a:p>
            <a:pPr algn="ctr">
              <a:buNone/>
              <a:defRPr sz="1950" b="1">
                <a:solidFill>
                  <a:srgbClr val="F8FAFC"/>
                </a:solidFill>
              </a:defRPr>
            </a:pPr>
            <a:r>
              <a:rPr sz="2400" b="1">
                <a:solidFill>
                  <a:srgbClr val="F8FAFC"/>
                </a:solidFill>
              </a:rPr>
              <a:t>Trust</a:t>
            </a:r>
          </a:p>
        </p:txBody>
      </p:sp>
      <p:sp>
        <p:nvSpPr>
          <p:cNvPr id="11" name="Rectangle 10">
            <a:extLst>
              <a:ext uri="{FF2B5EF4-FFF2-40B4-BE49-F238E27FC236}">
                <a16:creationId xmlns:a16="http://schemas.microsoft.com/office/drawing/2014/main" id="{78E618D8-FC85-4FFF-8785-45BFF6DE4DC7}"/>
              </a:ext>
            </a:extLst>
          </p:cNvPr>
          <p:cNvSpPr>
            <a:spLocks noGrp="1"/>
          </p:cNvSpPr>
          <p:nvPr/>
        </p:nvSpPr>
        <p:spPr>
          <a:xfrm>
            <a:off x="375285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Does it signal source reliability?</a:t>
            </a:r>
          </a:p>
        </p:txBody>
      </p:sp>
      <p:sp>
        <p:nvSpPr>
          <p:cNvPr id="12" name="Rectangle: Rounded Corners 11">
            <a:extLst>
              <a:ext uri="{FF2B5EF4-FFF2-40B4-BE49-F238E27FC236}">
                <a16:creationId xmlns:a16="http://schemas.microsoft.com/office/drawing/2014/main" id="{9F3C1D31-4B88-4668-AA9F-3FEE7AD86F19}"/>
              </a:ext>
            </a:extLst>
          </p:cNvPr>
          <p:cNvSpPr>
            <a:spLocks noGrp="1"/>
          </p:cNvSpPr>
          <p:nvPr/>
        </p:nvSpPr>
        <p:spPr>
          <a:xfrm>
            <a:off x="6096000" y="2305050"/>
            <a:ext cx="2457450" cy="2857500"/>
          </a:xfrm>
          <a:prstGeom prst="roundRect">
            <a:avLst>
              <a:gd name="adj" fmla="val 4651"/>
            </a:avLst>
          </a:prstGeom>
          <a:solidFill>
            <a:srgbClr val="10243A"/>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CB198F0C-AE7F-4F6C-93D7-3AD61FA427C9}"/>
              </a:ext>
            </a:extLst>
          </p:cNvPr>
          <p:cNvSpPr>
            <a:spLocks noGrp="1"/>
          </p:cNvSpPr>
          <p:nvPr/>
        </p:nvSpPr>
        <p:spPr>
          <a:xfrm>
            <a:off x="6305550" y="2533650"/>
            <a:ext cx="2038350" cy="552450"/>
          </a:xfrm>
          <a:prstGeom prst="rect">
            <a:avLst/>
          </a:prstGeom>
          <a:noFill/>
          <a:ln w="0">
            <a:noFill/>
            <a:prstDash val="solid"/>
          </a:ln>
        </p:spPr>
        <p:txBody>
          <a:bodyPr/>
          <a:lstStyle/>
          <a:p>
            <a:pPr algn="ctr">
              <a:buNone/>
              <a:defRPr sz="1950" b="1">
                <a:solidFill>
                  <a:srgbClr val="F8FAFC"/>
                </a:solidFill>
              </a:defRPr>
            </a:pPr>
            <a:r>
              <a:rPr sz="2400" b="1">
                <a:solidFill>
                  <a:srgbClr val="F8FAFC"/>
                </a:solidFill>
              </a:rPr>
              <a:t>Restrict</a:t>
            </a:r>
          </a:p>
        </p:txBody>
      </p:sp>
      <p:sp>
        <p:nvSpPr>
          <p:cNvPr id="14" name="Rectangle 13">
            <a:extLst>
              <a:ext uri="{FF2B5EF4-FFF2-40B4-BE49-F238E27FC236}">
                <a16:creationId xmlns:a16="http://schemas.microsoft.com/office/drawing/2014/main" id="{E1AB5197-F0F0-4CB4-961B-7AECEDF53227}"/>
              </a:ext>
            </a:extLst>
          </p:cNvPr>
          <p:cNvSpPr>
            <a:spLocks noGrp="1"/>
          </p:cNvSpPr>
          <p:nvPr/>
        </p:nvSpPr>
        <p:spPr>
          <a:xfrm>
            <a:off x="632460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Does it enforce safe access?</a:t>
            </a:r>
          </a:p>
        </p:txBody>
      </p:sp>
      <p:sp>
        <p:nvSpPr>
          <p:cNvPr id="15" name="Rectangle: Rounded Corners 14">
            <a:extLst>
              <a:ext uri="{FF2B5EF4-FFF2-40B4-BE49-F238E27FC236}">
                <a16:creationId xmlns:a16="http://schemas.microsoft.com/office/drawing/2014/main" id="{18EB8ED4-FBF7-439E-86EB-CFBEDA9C9EA8}"/>
              </a:ext>
            </a:extLst>
          </p:cNvPr>
          <p:cNvSpPr>
            <a:spLocks noGrp="1"/>
          </p:cNvSpPr>
          <p:nvPr/>
        </p:nvSpPr>
        <p:spPr>
          <a:xfrm>
            <a:off x="8667750" y="2305050"/>
            <a:ext cx="2457450" cy="2857500"/>
          </a:xfrm>
          <a:prstGeom prst="roundRect">
            <a:avLst>
              <a:gd name="adj" fmla="val 4651"/>
            </a:avLst>
          </a:prstGeom>
          <a:solidFill>
            <a:srgbClr val="10243A"/>
          </a:solidFill>
          <a:ln w="11430">
            <a:solidFill>
              <a:srgbClr val="22C55E"/>
            </a:solidFill>
            <a:prstDash val="solid"/>
          </a:ln>
        </p:spPr>
        <p:txBody>
          <a:bodyPr/>
          <a:lstStyle/>
          <a:p>
            <a:endParaRPr/>
          </a:p>
        </p:txBody>
      </p:sp>
      <p:sp>
        <p:nvSpPr>
          <p:cNvPr id="16" name="Rectangle 15">
            <a:extLst>
              <a:ext uri="{FF2B5EF4-FFF2-40B4-BE49-F238E27FC236}">
                <a16:creationId xmlns:a16="http://schemas.microsoft.com/office/drawing/2014/main" id="{B4C6DF1C-719F-438E-80A4-65ABA3CD2746}"/>
              </a:ext>
            </a:extLst>
          </p:cNvPr>
          <p:cNvSpPr>
            <a:spLocks noGrp="1"/>
          </p:cNvSpPr>
          <p:nvPr/>
        </p:nvSpPr>
        <p:spPr>
          <a:xfrm>
            <a:off x="8877300" y="2533650"/>
            <a:ext cx="2038350" cy="552450"/>
          </a:xfrm>
          <a:prstGeom prst="rect">
            <a:avLst/>
          </a:prstGeom>
          <a:noFill/>
          <a:ln w="0">
            <a:noFill/>
            <a:prstDash val="solid"/>
          </a:ln>
        </p:spPr>
        <p:txBody>
          <a:bodyPr/>
          <a:lstStyle/>
          <a:p>
            <a:pPr algn="ctr">
              <a:buNone/>
              <a:defRPr sz="1950" b="1">
                <a:solidFill>
                  <a:srgbClr val="F8FAFC"/>
                </a:solidFill>
              </a:defRPr>
            </a:pPr>
            <a:r>
              <a:rPr sz="2400" b="1">
                <a:solidFill>
                  <a:srgbClr val="F8FAFC"/>
                </a:solidFill>
              </a:rPr>
              <a:t>Review</a:t>
            </a:r>
          </a:p>
        </p:txBody>
      </p:sp>
      <p:sp>
        <p:nvSpPr>
          <p:cNvPr id="17" name="Rectangle 16">
            <a:extLst>
              <a:ext uri="{FF2B5EF4-FFF2-40B4-BE49-F238E27FC236}">
                <a16:creationId xmlns:a16="http://schemas.microsoft.com/office/drawing/2014/main" id="{EF77507A-43C3-43F2-A50A-16489481E8BB}"/>
              </a:ext>
            </a:extLst>
          </p:cNvPr>
          <p:cNvSpPr>
            <a:spLocks noGrp="1"/>
          </p:cNvSpPr>
          <p:nvPr/>
        </p:nvSpPr>
        <p:spPr>
          <a:xfrm>
            <a:off x="889635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Does it trigger maintenance?</a:t>
            </a:r>
          </a:p>
        </p:txBody>
      </p:sp>
      <p:sp>
        <p:nvSpPr>
          <p:cNvPr id="18" name="Rectangle: Rounded Corners 17">
            <a:extLst>
              <a:ext uri="{FF2B5EF4-FFF2-40B4-BE49-F238E27FC236}">
                <a16:creationId xmlns:a16="http://schemas.microsoft.com/office/drawing/2014/main" id="{ECFDB627-1B5B-415E-A50F-4871572ED7C9}"/>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4653D518-E038-4C3B-B5F6-A10CA206FEF3}"/>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DECISION</a:t>
            </a:r>
          </a:p>
        </p:txBody>
      </p:sp>
      <p:sp>
        <p:nvSpPr>
          <p:cNvPr id="20" name="Rectangle 19">
            <a:extLst>
              <a:ext uri="{FF2B5EF4-FFF2-40B4-BE49-F238E27FC236}">
                <a16:creationId xmlns:a16="http://schemas.microsoft.com/office/drawing/2014/main" id="{64515579-55B6-4ED2-BBF6-80B8B7AC5ECE}"/>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Delete fields that do not change a decision.</a:t>
            </a:r>
          </a:p>
        </p:txBody>
      </p:sp>
      <p:sp>
        <p:nvSpPr>
          <p:cNvPr id="22" name="Oval 21">
            <a:extLst>
              <a:ext uri="{FF2B5EF4-FFF2-40B4-BE49-F238E27FC236}">
                <a16:creationId xmlns:a16="http://schemas.microsoft.com/office/drawing/2014/main" id="{0B7A2D15-E75A-4C77-A827-DAD1D12F1DE3}"/>
              </a:ext>
            </a:extLst>
          </p:cNvPr>
          <p:cNvSpPr>
            <a:spLocks noGrp="1"/>
          </p:cNvSpPr>
          <p:nvPr/>
        </p:nvSpPr>
        <p:spPr>
          <a:xfrm>
            <a:off x="950214" y="2140839"/>
            <a:ext cx="400050" cy="400050"/>
          </a:xfrm>
          <a:prstGeom prst="ellipse">
            <a:avLst/>
          </a:prstGeom>
          <a:solidFill>
            <a:srgbClr val="05D6A4"/>
          </a:solidFill>
          <a:ln w="9525">
            <a:solidFill>
              <a:srgbClr val="0B1A2A"/>
            </a:solidFill>
            <a:prstDash val="solid"/>
          </a:ln>
        </p:spPr>
        <p:txBody>
          <a:bodyPr/>
          <a:lstStyle/>
          <a:p>
            <a:endParaRPr lang="en-SG"/>
          </a:p>
        </p:txBody>
      </p:sp>
      <p:pic>
        <p:nvPicPr>
          <p:cNvPr id="51" name="Graphic 50"/>
          <p:cNvPicPr>
            <a:picLocks noChangeAspect="1"/>
          </p:cNvPicPr>
          <p:nvPr/>
        </p:nvPicPr>
        <p:blipFill>
          <a:blip>
            <a:extLst>
              <a:ext uri="{96DAC541-7B7A-43D3-8B79-37D633B846F1}">
                <asvg:svgBlip xmlns:asvg="http://schemas.microsoft.com/office/drawing/2016/SVG/main" r:embed="rId3"/>
              </a:ext>
            </a:extLst>
          </a:blip>
          <a:stretch/>
        </p:blipFill>
        <p:spPr>
          <a:xfrm>
            <a:off x="1038225" y="2228850"/>
            <a:ext cx="224028" cy="224028"/>
          </a:xfrm>
          <a:prstGeom prst="rect">
            <a:avLst/>
          </a:prstGeom>
        </p:spPr>
      </p:pic>
      <p:sp>
        <p:nvSpPr>
          <p:cNvPr id="24" name="Oval 23">
            <a:extLst>
              <a:ext uri="{FF2B5EF4-FFF2-40B4-BE49-F238E27FC236}">
                <a16:creationId xmlns:a16="http://schemas.microsoft.com/office/drawing/2014/main" id="{EF9401E6-BCFA-4CE9-A4F1-08528915AA20}"/>
              </a:ext>
            </a:extLst>
          </p:cNvPr>
          <p:cNvSpPr>
            <a:spLocks noGrp="1"/>
          </p:cNvSpPr>
          <p:nvPr/>
        </p:nvSpPr>
        <p:spPr>
          <a:xfrm>
            <a:off x="3521964" y="2140839"/>
            <a:ext cx="400050" cy="400050"/>
          </a:xfrm>
          <a:prstGeom prst="ellipse">
            <a:avLst/>
          </a:prstGeom>
          <a:solidFill>
            <a:srgbClr val="38BDF8"/>
          </a:solidFill>
          <a:ln w="9525">
            <a:solidFill>
              <a:srgbClr val="0B1A2A"/>
            </a:solidFill>
            <a:prstDash val="solid"/>
          </a:ln>
        </p:spPr>
        <p:txBody>
          <a:bodyPr/>
          <a:lstStyle/>
          <a:p>
            <a:endParaRPr lang="en-SG"/>
          </a:p>
        </p:txBody>
      </p:sp>
      <p:pic>
        <p:nvPicPr>
          <p:cNvPr id="53" name="Graphic 52"/>
          <p:cNvPicPr>
            <a:picLocks noChangeAspect="1"/>
          </p:cNvPicPr>
          <p:nvPr/>
        </p:nvPicPr>
        <p:blipFill>
          <a:blip>
            <a:extLst>
              <a:ext uri="{96DAC541-7B7A-43D3-8B79-37D633B846F1}">
                <asvg:svgBlip xmlns:asvg="http://schemas.microsoft.com/office/drawing/2016/SVG/main" r:embed="rId4"/>
              </a:ext>
            </a:extLst>
          </a:blip>
          <a:stretch/>
        </p:blipFill>
        <p:spPr>
          <a:xfrm>
            <a:off x="3609975" y="2228850"/>
            <a:ext cx="224028" cy="224028"/>
          </a:xfrm>
          <a:prstGeom prst="rect">
            <a:avLst/>
          </a:prstGeom>
        </p:spPr>
      </p:pic>
      <p:sp>
        <p:nvSpPr>
          <p:cNvPr id="26" name="Oval 25">
            <a:extLst>
              <a:ext uri="{FF2B5EF4-FFF2-40B4-BE49-F238E27FC236}">
                <a16:creationId xmlns:a16="http://schemas.microsoft.com/office/drawing/2014/main" id="{A3EADA89-0857-45F7-9598-DAB0EA64B5C6}"/>
              </a:ext>
            </a:extLst>
          </p:cNvPr>
          <p:cNvSpPr>
            <a:spLocks noGrp="1"/>
          </p:cNvSpPr>
          <p:nvPr/>
        </p:nvSpPr>
        <p:spPr>
          <a:xfrm>
            <a:off x="6093714" y="2140839"/>
            <a:ext cx="400050" cy="400050"/>
          </a:xfrm>
          <a:prstGeom prst="ellipse">
            <a:avLst/>
          </a:prstGeom>
          <a:solidFill>
            <a:srgbClr val="A78BFA"/>
          </a:solidFill>
          <a:ln w="9525">
            <a:solidFill>
              <a:srgbClr val="0B1A2A"/>
            </a:solidFill>
            <a:prstDash val="solid"/>
          </a:ln>
        </p:spPr>
        <p:txBody>
          <a:bodyPr/>
          <a:lstStyle/>
          <a:p>
            <a:endParaRPr lang="en-SG"/>
          </a:p>
        </p:txBody>
      </p:sp>
      <p:pic>
        <p:nvPicPr>
          <p:cNvPr id="55" name="Graphic 54"/>
          <p:cNvPicPr>
            <a:picLocks noChangeAspect="1"/>
          </p:cNvPicPr>
          <p:nvPr/>
        </p:nvPicPr>
        <p:blipFill>
          <a:blip>
            <a:extLst>
              <a:ext uri="{96DAC541-7B7A-43D3-8B79-37D633B846F1}">
                <asvg:svgBlip xmlns:asvg="http://schemas.microsoft.com/office/drawing/2016/SVG/main" r:embed="rId5"/>
              </a:ext>
            </a:extLst>
          </a:blip>
          <a:stretch/>
        </p:blipFill>
        <p:spPr>
          <a:xfrm>
            <a:off x="6181725" y="2228850"/>
            <a:ext cx="224028" cy="224028"/>
          </a:xfrm>
          <a:prstGeom prst="rect">
            <a:avLst/>
          </a:prstGeom>
        </p:spPr>
      </p:pic>
      <p:sp>
        <p:nvSpPr>
          <p:cNvPr id="28" name="Oval 27">
            <a:extLst>
              <a:ext uri="{FF2B5EF4-FFF2-40B4-BE49-F238E27FC236}">
                <a16:creationId xmlns:a16="http://schemas.microsoft.com/office/drawing/2014/main" id="{7F582519-ECF0-41BE-8C81-64C198D40488}"/>
              </a:ext>
            </a:extLst>
          </p:cNvPr>
          <p:cNvSpPr>
            <a:spLocks noGrp="1"/>
          </p:cNvSpPr>
          <p:nvPr/>
        </p:nvSpPr>
        <p:spPr>
          <a:xfrm>
            <a:off x="8665464" y="2140839"/>
            <a:ext cx="400050" cy="400050"/>
          </a:xfrm>
          <a:prstGeom prst="ellipse">
            <a:avLst/>
          </a:prstGeom>
          <a:solidFill>
            <a:srgbClr val="22C55E"/>
          </a:solidFill>
          <a:ln w="9525">
            <a:solidFill>
              <a:srgbClr val="0B1A2A"/>
            </a:solidFill>
            <a:prstDash val="solid"/>
          </a:ln>
        </p:spPr>
        <p:txBody>
          <a:bodyPr/>
          <a:lstStyle/>
          <a:p>
            <a:endParaRPr lang="en-SG"/>
          </a:p>
        </p:txBody>
      </p:sp>
      <p:pic>
        <p:nvPicPr>
          <p:cNvPr id="57" name="Graphic 56"/>
          <p:cNvPicPr>
            <a:picLocks noChangeAspect="1"/>
          </p:cNvPicPr>
          <p:nvPr/>
        </p:nvPicPr>
        <p:blipFill>
          <a:blip>
            <a:extLst>
              <a:ext uri="{96DAC541-7B7A-43D3-8B79-37D633B846F1}">
                <asvg:svgBlip xmlns:asvg="http://schemas.microsoft.com/office/drawing/2016/SVG/main" r:embed="rId6"/>
              </a:ext>
            </a:extLst>
          </a:blip>
          <a:stretch/>
        </p:blipFill>
        <p:spPr>
          <a:xfrm>
            <a:off x="8753475" y="2228850"/>
            <a:ext cx="224028" cy="224028"/>
          </a:xfrm>
          <a:prstGeom prst="rect">
            <a:avLst/>
          </a:prstGeom>
        </p:spPr>
      </p:pic>
      <p:pic>
        <p:nvPicPr>
          <p:cNvPr id="25" name="Picture 24">
            <a:extLst>
              <a:ext uri="{FF2B5EF4-FFF2-40B4-BE49-F238E27FC236}">
                <a16:creationId xmlns:a16="http://schemas.microsoft.com/office/drawing/2014/main" id="{0A8EC822-E519-159D-DAB7-1BE69242BD3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396127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30E230B-45F9-44EE-8123-D9CE8218BD91}"/>
              </a:ext>
            </a:extLst>
          </p:cNvPr>
          <p:cNvSpPr>
            <a:spLocks noGrp="1"/>
          </p:cNvSpPr>
          <p:nvPr/>
        </p:nvSpPr>
        <p:spPr>
          <a:xfrm>
            <a:off x="1009650" y="428624"/>
            <a:ext cx="2903982" cy="581025"/>
          </a:xfrm>
          <a:prstGeom prst="rect">
            <a:avLst/>
          </a:prstGeom>
          <a:noFill/>
          <a:ln w="0">
            <a:noFill/>
            <a:prstDash val="solid"/>
          </a:ln>
        </p:spPr>
        <p:txBody>
          <a:bodyPr/>
          <a:lstStyle/>
          <a:p>
            <a:pPr algn="l">
              <a:buNone/>
              <a:defRPr sz="1125" b="1">
                <a:solidFill>
                  <a:srgbClr val="05D6A4"/>
                </a:solidFill>
              </a:defRPr>
            </a:pPr>
            <a:r>
              <a:rPr sz="3600" b="1">
                <a:solidFill>
                  <a:srgbClr val="05D6A4"/>
                </a:solidFill>
              </a:rPr>
              <a:t>ACCESS</a:t>
            </a:r>
          </a:p>
        </p:txBody>
      </p:sp>
      <p:sp>
        <p:nvSpPr>
          <p:cNvPr id="2" name="Rectangle 1">
            <a:extLst>
              <a:ext uri="{FF2B5EF4-FFF2-40B4-BE49-F238E27FC236}">
                <a16:creationId xmlns:a16="http://schemas.microsoft.com/office/drawing/2014/main" id="{B7412310-9A62-4FBF-86DD-A873E8383555}"/>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3" name="Rectangle 2">
            <a:extLst>
              <a:ext uri="{FF2B5EF4-FFF2-40B4-BE49-F238E27FC236}">
                <a16:creationId xmlns:a16="http://schemas.microsoft.com/office/drawing/2014/main" id="{30AD7CA1-1045-4A31-A043-13CD0D53286B}"/>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22</a:t>
            </a:r>
          </a:p>
        </p:txBody>
      </p:sp>
      <p:sp>
        <p:nvSpPr>
          <p:cNvPr id="4" name="Rectangle: Rounded Corners 3">
            <a:extLst>
              <a:ext uri="{FF2B5EF4-FFF2-40B4-BE49-F238E27FC236}">
                <a16:creationId xmlns:a16="http://schemas.microsoft.com/office/drawing/2014/main" id="{4482662D-FC79-4749-8B77-AF4E90E18861}"/>
              </a:ext>
            </a:extLst>
          </p:cNvPr>
          <p:cNvSpPr>
            <a:spLocks noGrp="1"/>
          </p:cNvSpPr>
          <p:nvPr/>
        </p:nvSpPr>
        <p:spPr>
          <a:xfrm>
            <a:off x="1219200" y="1200150"/>
            <a:ext cx="9753600" cy="4400550"/>
          </a:xfrm>
          <a:prstGeom prst="roundRect">
            <a:avLst>
              <a:gd name="adj" fmla="val 4444"/>
            </a:avLst>
          </a:prstGeom>
          <a:solidFill>
            <a:srgbClr val="0E2034"/>
          </a:solidFill>
          <a:ln w="11430">
            <a:solidFill>
              <a:srgbClr val="05D6A4"/>
            </a:solidFill>
            <a:prstDash val="solid"/>
          </a:ln>
        </p:spPr>
        <p:txBody>
          <a:bodyPr/>
          <a:lstStyle/>
          <a:p>
            <a:endParaRPr/>
          </a:p>
        </p:txBody>
      </p:sp>
      <p:sp>
        <p:nvSpPr>
          <p:cNvPr id="5" name="Rectangle 4">
            <a:extLst>
              <a:ext uri="{FF2B5EF4-FFF2-40B4-BE49-F238E27FC236}">
                <a16:creationId xmlns:a16="http://schemas.microsoft.com/office/drawing/2014/main" id="{ECF55F48-D3F4-4427-8D04-F56DA3A24687}"/>
              </a:ext>
            </a:extLst>
          </p:cNvPr>
          <p:cNvSpPr>
            <a:spLocks noGrp="1"/>
          </p:cNvSpPr>
          <p:nvPr/>
        </p:nvSpPr>
        <p:spPr>
          <a:xfrm>
            <a:off x="1714500" y="1809750"/>
            <a:ext cx="8763000" cy="1676400"/>
          </a:xfrm>
          <a:prstGeom prst="rect">
            <a:avLst/>
          </a:prstGeom>
          <a:noFill/>
          <a:ln w="0">
            <a:noFill/>
            <a:prstDash val="solid"/>
          </a:ln>
        </p:spPr>
        <p:txBody>
          <a:bodyPr/>
          <a:lstStyle/>
          <a:p>
            <a:pPr algn="ctr">
              <a:buNone/>
              <a:defRPr sz="3900" b="1">
                <a:solidFill>
                  <a:srgbClr val="F8FAFC"/>
                </a:solidFill>
              </a:defRPr>
            </a:pPr>
            <a:r>
              <a:rPr sz="3900" b="1">
                <a:solidFill>
                  <a:srgbClr val="F8FAFC"/>
                </a:solidFill>
              </a:rPr>
              <a:t>Access control is part of </a:t>
            </a:r>
          </a:p>
          <a:p>
            <a:pPr algn="ctr">
              <a:buNone/>
              <a:defRPr sz="3900" b="1">
                <a:solidFill>
                  <a:srgbClr val="F8FAFC"/>
                </a:solidFill>
              </a:defRPr>
            </a:pPr>
            <a:r>
              <a:rPr sz="3900" b="1">
                <a:solidFill>
                  <a:srgbClr val="F8FAFC"/>
                </a:solidFill>
              </a:rPr>
              <a:t>knowledge design.</a:t>
            </a:r>
          </a:p>
        </p:txBody>
      </p:sp>
      <p:sp>
        <p:nvSpPr>
          <p:cNvPr id="6" name="Rectangle 5">
            <a:extLst>
              <a:ext uri="{FF2B5EF4-FFF2-40B4-BE49-F238E27FC236}">
                <a16:creationId xmlns:a16="http://schemas.microsoft.com/office/drawing/2014/main" id="{EFC5AC32-78FA-4529-B568-78D599DE13DF}"/>
              </a:ext>
            </a:extLst>
          </p:cNvPr>
          <p:cNvSpPr>
            <a:spLocks noGrp="1"/>
          </p:cNvSpPr>
          <p:nvPr/>
        </p:nvSpPr>
        <p:spPr>
          <a:xfrm>
            <a:off x="2095500" y="3676650"/>
            <a:ext cx="8001000" cy="685800"/>
          </a:xfrm>
          <a:prstGeom prst="rect">
            <a:avLst/>
          </a:prstGeom>
          <a:noFill/>
          <a:ln w="0">
            <a:noFill/>
            <a:prstDash val="solid"/>
          </a:ln>
        </p:spPr>
        <p:txBody>
          <a:bodyPr/>
          <a:lstStyle/>
          <a:p>
            <a:pPr algn="ctr">
              <a:buNone/>
              <a:defRPr sz="2025" b="0">
                <a:solidFill>
                  <a:srgbClr val="A8B6C7"/>
                </a:solidFill>
              </a:defRPr>
            </a:pPr>
            <a:r>
              <a:rPr sz="2400" b="0">
                <a:solidFill>
                  <a:srgbClr val="A8B6C7"/>
                </a:solidFill>
              </a:rPr>
              <a:t>AI should not make restricted knowledge easier to misuse.</a:t>
            </a:r>
          </a:p>
        </p:txBody>
      </p:sp>
      <p:sp>
        <p:nvSpPr>
          <p:cNvPr id="7" name="Rectangle: Rounded Corners 6">
            <a:extLst>
              <a:ext uri="{FF2B5EF4-FFF2-40B4-BE49-F238E27FC236}">
                <a16:creationId xmlns:a16="http://schemas.microsoft.com/office/drawing/2014/main" id="{D39A34D3-E67B-4C78-8F68-4919965E38BC}"/>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234ED214-EB67-44F9-9C0A-1423BDD5F2CB}"/>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REMEMBER</a:t>
            </a:r>
          </a:p>
        </p:txBody>
      </p:sp>
      <p:sp>
        <p:nvSpPr>
          <p:cNvPr id="9" name="Rectangle 8">
            <a:extLst>
              <a:ext uri="{FF2B5EF4-FFF2-40B4-BE49-F238E27FC236}">
                <a16:creationId xmlns:a16="http://schemas.microsoft.com/office/drawing/2014/main" id="{CF249B1E-D361-4EDD-A30A-BB6EBD07092D}"/>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Retrieval must respect business permissions.</a:t>
            </a:r>
          </a:p>
        </p:txBody>
      </p:sp>
      <p:sp>
        <p:nvSpPr>
          <p:cNvPr id="11" name="Rectangle: Rounded Corners 10">
            <a:extLst>
              <a:ext uri="{FF2B5EF4-FFF2-40B4-BE49-F238E27FC236}">
                <a16:creationId xmlns:a16="http://schemas.microsoft.com/office/drawing/2014/main" id="{C8B3C82F-81DA-408E-A27D-9862FDDF5D2A}"/>
              </a:ext>
            </a:extLst>
          </p:cNvPr>
          <p:cNvSpPr>
            <a:spLocks noGrp="1"/>
          </p:cNvSpPr>
          <p:nvPr/>
        </p:nvSpPr>
        <p:spPr>
          <a:xfrm>
            <a:off x="1276350" y="1257300"/>
            <a:ext cx="9639300" cy="3314700"/>
          </a:xfrm>
          <a:prstGeom prst="roundRect">
            <a:avLst>
              <a:gd name="adj" fmla="val 3448"/>
            </a:avLst>
          </a:prstGeom>
          <a:solidFill>
            <a:srgbClr val="10243A"/>
          </a:solidFill>
          <a:ln w="0">
            <a:noFill/>
            <a:prstDash val="solid"/>
          </a:ln>
        </p:spPr>
        <p:txBody>
          <a:bodyPr/>
          <a:lstStyle/>
          <a:p>
            <a:endParaRPr/>
          </a:p>
        </p:txBody>
      </p:sp>
      <p:sp>
        <p:nvSpPr>
          <p:cNvPr id="12" name="Rectangle 11">
            <a:extLst>
              <a:ext uri="{FF2B5EF4-FFF2-40B4-BE49-F238E27FC236}">
                <a16:creationId xmlns:a16="http://schemas.microsoft.com/office/drawing/2014/main" id="{AC76851D-558D-453C-A19D-C2B3CAAD6386}"/>
              </a:ext>
            </a:extLst>
          </p:cNvPr>
          <p:cNvSpPr>
            <a:spLocks noGrp="1"/>
          </p:cNvSpPr>
          <p:nvPr/>
        </p:nvSpPr>
        <p:spPr>
          <a:xfrm>
            <a:off x="1809750" y="1504950"/>
            <a:ext cx="8572500" cy="933450"/>
          </a:xfrm>
          <a:prstGeom prst="rect">
            <a:avLst/>
          </a:prstGeom>
          <a:noFill/>
          <a:ln w="0">
            <a:noFill/>
            <a:prstDash val="solid"/>
          </a:ln>
        </p:spPr>
        <p:txBody>
          <a:bodyPr/>
          <a:lstStyle/>
          <a:p>
            <a:pPr algn="ctr">
              <a:buNone/>
              <a:defRPr sz="2850" b="1">
                <a:solidFill>
                  <a:srgbClr val="F8FAFC"/>
                </a:solidFill>
              </a:defRPr>
            </a:pPr>
            <a:r>
              <a:rPr sz="3600" b="1">
                <a:solidFill>
                  <a:srgbClr val="F8FAFC"/>
                </a:solidFill>
              </a:rPr>
              <a:t>Access control is part of</a:t>
            </a:r>
          </a:p>
          <a:p>
            <a:pPr algn="ctr">
              <a:buNone/>
              <a:defRPr sz="2850" b="1">
                <a:solidFill>
                  <a:srgbClr val="F8FAFC"/>
                </a:solidFill>
              </a:defRPr>
            </a:pPr>
            <a:r>
              <a:rPr sz="3600" b="1">
                <a:solidFill>
                  <a:srgbClr val="F8FAFC"/>
                </a:solidFill>
              </a:rPr>
              <a:t>knowledge design</a:t>
            </a:r>
            <a:r>
              <a:rPr sz="2850" b="1">
                <a:solidFill>
                  <a:srgbClr val="F8FAFC"/>
                </a:solidFill>
              </a:rPr>
              <a:t>.</a:t>
            </a:r>
          </a:p>
        </p:txBody>
      </p:sp>
      <p:sp>
        <p:nvSpPr>
          <p:cNvPr id="13" name="Rectangle: Rounded Corners 12">
            <a:extLst>
              <a:ext uri="{FF2B5EF4-FFF2-40B4-BE49-F238E27FC236}">
                <a16:creationId xmlns:a16="http://schemas.microsoft.com/office/drawing/2014/main" id="{944A5942-10AE-48BD-9689-D900B9EA2CC2}"/>
              </a:ext>
            </a:extLst>
          </p:cNvPr>
          <p:cNvSpPr>
            <a:spLocks noGrp="1"/>
          </p:cNvSpPr>
          <p:nvPr/>
        </p:nvSpPr>
        <p:spPr>
          <a:xfrm>
            <a:off x="1847850" y="3238500"/>
            <a:ext cx="1504950" cy="552450"/>
          </a:xfrm>
          <a:prstGeom prst="roundRect">
            <a:avLst>
              <a:gd name="adj" fmla="val 24000"/>
            </a:avLst>
          </a:prstGeom>
          <a:solidFill>
            <a:srgbClr val="132D47"/>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0762AC26-162F-4581-8F9D-BA9320A6C5FE}"/>
              </a:ext>
            </a:extLst>
          </p:cNvPr>
          <p:cNvSpPr>
            <a:spLocks noGrp="1"/>
          </p:cNvSpPr>
          <p:nvPr/>
        </p:nvSpPr>
        <p:spPr>
          <a:xfrm>
            <a:off x="1943100" y="3314700"/>
            <a:ext cx="1314450" cy="209550"/>
          </a:xfrm>
          <a:prstGeom prst="rect">
            <a:avLst/>
          </a:prstGeom>
          <a:noFill/>
          <a:ln w="0">
            <a:noFill/>
            <a:prstDash val="solid"/>
          </a:ln>
        </p:spPr>
        <p:txBody>
          <a:bodyPr/>
          <a:lstStyle/>
          <a:p>
            <a:pPr algn="ctr">
              <a:buNone/>
              <a:defRPr sz="1275" b="1">
                <a:solidFill>
                  <a:srgbClr val="F8FAFC"/>
                </a:solidFill>
              </a:defRPr>
            </a:pPr>
            <a:r>
              <a:rPr sz="1275" b="1">
                <a:solidFill>
                  <a:srgbClr val="F8FAFC"/>
                </a:solidFill>
              </a:rPr>
              <a:t>User request</a:t>
            </a:r>
          </a:p>
        </p:txBody>
      </p:sp>
      <p:sp>
        <p:nvSpPr>
          <p:cNvPr id="15" name="Rectangle 14">
            <a:extLst>
              <a:ext uri="{FF2B5EF4-FFF2-40B4-BE49-F238E27FC236}">
                <a16:creationId xmlns:a16="http://schemas.microsoft.com/office/drawing/2014/main" id="{8781FA8B-A962-49A8-9008-32DB9238C907}"/>
              </a:ext>
            </a:extLst>
          </p:cNvPr>
          <p:cNvSpPr>
            <a:spLocks noGrp="1"/>
          </p:cNvSpPr>
          <p:nvPr/>
        </p:nvSpPr>
        <p:spPr>
          <a:xfrm>
            <a:off x="1962150" y="3524250"/>
            <a:ext cx="1276350" cy="171450"/>
          </a:xfrm>
          <a:prstGeom prst="rect">
            <a:avLst/>
          </a:prstGeom>
          <a:noFill/>
          <a:ln w="0">
            <a:noFill/>
            <a:prstDash val="solid"/>
          </a:ln>
        </p:spPr>
        <p:txBody>
          <a:bodyPr/>
          <a:lstStyle/>
          <a:p>
            <a:pPr algn="ctr">
              <a:buNone/>
              <a:defRPr sz="825" b="0">
                <a:solidFill>
                  <a:srgbClr val="A8B6C7"/>
                </a:solidFill>
              </a:defRPr>
            </a:pPr>
            <a:r>
              <a:rPr sz="825" b="0">
                <a:solidFill>
                  <a:srgbClr val="A8B6C7"/>
                </a:solidFill>
              </a:rPr>
              <a:t>Role + purpose</a:t>
            </a:r>
          </a:p>
        </p:txBody>
      </p:sp>
      <p:sp>
        <p:nvSpPr>
          <p:cNvPr id="16" name="Rectangle 15">
            <a:extLst>
              <a:ext uri="{FF2B5EF4-FFF2-40B4-BE49-F238E27FC236}">
                <a16:creationId xmlns:a16="http://schemas.microsoft.com/office/drawing/2014/main" id="{67F8433A-5E1F-4F60-B4F3-C25D18FC21FF}"/>
              </a:ext>
            </a:extLst>
          </p:cNvPr>
          <p:cNvSpPr>
            <a:spLocks noGrp="1"/>
          </p:cNvSpPr>
          <p:nvPr/>
        </p:nvSpPr>
        <p:spPr>
          <a:xfrm>
            <a:off x="3467100" y="3467100"/>
            <a:ext cx="704850" cy="38100"/>
          </a:xfrm>
          <a:prstGeom prst="rect">
            <a:avLst/>
          </a:prstGeom>
          <a:solidFill>
            <a:srgbClr val="05D6A4"/>
          </a:solidFill>
          <a:ln w="11430">
            <a:solidFill>
              <a:srgbClr val="05D6A4"/>
            </a:solidFill>
            <a:prstDash val="solid"/>
          </a:ln>
        </p:spPr>
        <p:txBody>
          <a:bodyPr/>
          <a:lstStyle/>
          <a:p>
            <a:endParaRPr/>
          </a:p>
        </p:txBody>
      </p:sp>
      <p:sp>
        <p:nvSpPr>
          <p:cNvPr id="17" name="Isosceles Triangle 16">
            <a:extLst>
              <a:ext uri="{FF2B5EF4-FFF2-40B4-BE49-F238E27FC236}">
                <a16:creationId xmlns:a16="http://schemas.microsoft.com/office/drawing/2014/main" id="{E942DB80-6FBC-4E6E-B4A2-3B1889B8B790}"/>
              </a:ext>
            </a:extLst>
          </p:cNvPr>
          <p:cNvSpPr>
            <a:spLocks noGrp="1"/>
          </p:cNvSpPr>
          <p:nvPr/>
        </p:nvSpPr>
        <p:spPr>
          <a:xfrm rot="5400000">
            <a:off x="4162425" y="3381375"/>
            <a:ext cx="171450" cy="152400"/>
          </a:xfrm>
          <a:prstGeom prst="triangle">
            <a:avLst/>
          </a:prstGeom>
          <a:solidFill>
            <a:srgbClr val="05D6A4"/>
          </a:solidFill>
          <a:ln w="11430">
            <a:solidFill>
              <a:srgbClr val="05D6A4"/>
            </a:solidFill>
            <a:prstDash val="solid"/>
          </a:ln>
        </p:spPr>
        <p:txBody>
          <a:bodyPr/>
          <a:lstStyle/>
          <a:p>
            <a:endParaRPr/>
          </a:p>
        </p:txBody>
      </p:sp>
      <p:sp>
        <p:nvSpPr>
          <p:cNvPr id="18" name="Rectangle: Rounded Corners 17">
            <a:extLst>
              <a:ext uri="{FF2B5EF4-FFF2-40B4-BE49-F238E27FC236}">
                <a16:creationId xmlns:a16="http://schemas.microsoft.com/office/drawing/2014/main" id="{274E91E3-2373-40B7-BE4F-14E34014B5DC}"/>
              </a:ext>
            </a:extLst>
          </p:cNvPr>
          <p:cNvSpPr>
            <a:spLocks noGrp="1"/>
          </p:cNvSpPr>
          <p:nvPr/>
        </p:nvSpPr>
        <p:spPr>
          <a:xfrm>
            <a:off x="4324350" y="3028950"/>
            <a:ext cx="1790700" cy="762000"/>
          </a:xfrm>
          <a:prstGeom prst="roundRect">
            <a:avLst>
              <a:gd name="adj" fmla="val 20000"/>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6DD38918-78AC-45A3-98D9-AD0784038657}"/>
              </a:ext>
            </a:extLst>
          </p:cNvPr>
          <p:cNvSpPr>
            <a:spLocks noGrp="1"/>
          </p:cNvSpPr>
          <p:nvPr/>
        </p:nvSpPr>
        <p:spPr>
          <a:xfrm>
            <a:off x="4572000" y="3167253"/>
            <a:ext cx="1295400" cy="228600"/>
          </a:xfrm>
          <a:prstGeom prst="rect">
            <a:avLst/>
          </a:prstGeom>
          <a:noFill/>
          <a:ln w="0">
            <a:noFill/>
            <a:prstDash val="solid"/>
          </a:ln>
        </p:spPr>
        <p:txBody>
          <a:bodyPr/>
          <a:lstStyle/>
          <a:p>
            <a:pPr algn="ctr">
              <a:buNone/>
              <a:defRPr sz="1500" b="1">
                <a:solidFill>
                  <a:srgbClr val="F8FAFC"/>
                </a:solidFill>
              </a:defRPr>
            </a:pPr>
            <a:r>
              <a:rPr sz="1500" b="1">
                <a:solidFill>
                  <a:srgbClr val="F8FAFC"/>
                </a:solidFill>
              </a:rPr>
              <a:t>Permission gate</a:t>
            </a:r>
          </a:p>
        </p:txBody>
      </p:sp>
      <p:sp>
        <p:nvSpPr>
          <p:cNvPr id="20" name="Rectangle 19">
            <a:extLst>
              <a:ext uri="{FF2B5EF4-FFF2-40B4-BE49-F238E27FC236}">
                <a16:creationId xmlns:a16="http://schemas.microsoft.com/office/drawing/2014/main" id="{5AB7E9F8-5BFE-4C21-93B0-573C7E4D35F1}"/>
              </a:ext>
            </a:extLst>
          </p:cNvPr>
          <p:cNvSpPr>
            <a:spLocks noGrp="1"/>
          </p:cNvSpPr>
          <p:nvPr/>
        </p:nvSpPr>
        <p:spPr>
          <a:xfrm>
            <a:off x="6229350" y="3467100"/>
            <a:ext cx="571500" cy="38100"/>
          </a:xfrm>
          <a:prstGeom prst="rect">
            <a:avLst/>
          </a:prstGeom>
          <a:solidFill>
            <a:srgbClr val="05D6A4"/>
          </a:solidFill>
          <a:ln w="11430">
            <a:solidFill>
              <a:srgbClr val="05D6A4"/>
            </a:solidFill>
            <a:prstDash val="solid"/>
          </a:ln>
        </p:spPr>
        <p:txBody>
          <a:bodyPr/>
          <a:lstStyle/>
          <a:p>
            <a:endParaRPr/>
          </a:p>
        </p:txBody>
      </p:sp>
      <p:sp>
        <p:nvSpPr>
          <p:cNvPr id="21" name="Isosceles Triangle 20">
            <a:extLst>
              <a:ext uri="{FF2B5EF4-FFF2-40B4-BE49-F238E27FC236}">
                <a16:creationId xmlns:a16="http://schemas.microsoft.com/office/drawing/2014/main" id="{24B33EEB-E5F5-4E1F-AD66-813497E1D7E9}"/>
              </a:ext>
            </a:extLst>
          </p:cNvPr>
          <p:cNvSpPr>
            <a:spLocks noGrp="1"/>
          </p:cNvSpPr>
          <p:nvPr/>
        </p:nvSpPr>
        <p:spPr>
          <a:xfrm rot="5400000">
            <a:off x="6780700" y="3411048"/>
            <a:ext cx="208817" cy="187569"/>
          </a:xfrm>
          <a:prstGeom prst="triangle">
            <a:avLst/>
          </a:prstGeom>
          <a:solidFill>
            <a:srgbClr val="05D6A4"/>
          </a:solidFill>
          <a:ln w="11430">
            <a:solidFill>
              <a:srgbClr val="05D6A4"/>
            </a:solidFill>
            <a:prstDash val="solid"/>
          </a:ln>
        </p:spPr>
        <p:txBody>
          <a:bodyPr/>
          <a:lstStyle/>
          <a:p>
            <a:endParaRPr/>
          </a:p>
        </p:txBody>
      </p:sp>
      <p:sp>
        <p:nvSpPr>
          <p:cNvPr id="22" name="Oval 21">
            <a:extLst>
              <a:ext uri="{FF2B5EF4-FFF2-40B4-BE49-F238E27FC236}">
                <a16:creationId xmlns:a16="http://schemas.microsoft.com/office/drawing/2014/main" id="{F9A56BAA-D83C-4419-BC3E-7F2EA15A8509}"/>
              </a:ext>
            </a:extLst>
          </p:cNvPr>
          <p:cNvSpPr>
            <a:spLocks noGrp="1"/>
          </p:cNvSpPr>
          <p:nvPr/>
        </p:nvSpPr>
        <p:spPr>
          <a:xfrm>
            <a:off x="6915150" y="3124199"/>
            <a:ext cx="914400" cy="904875"/>
          </a:xfrm>
          <a:prstGeom prst="ellipse">
            <a:avLst/>
          </a:prstGeom>
          <a:solidFill>
            <a:srgbClr val="0F2F46"/>
          </a:solidFill>
          <a:ln w="11430">
            <a:solidFill>
              <a:srgbClr val="22C55E"/>
            </a:solidFill>
            <a:prstDash val="solid"/>
          </a:ln>
        </p:spPr>
        <p:txBody>
          <a:bodyPr/>
          <a:lstStyle/>
          <a:p>
            <a:endParaRPr/>
          </a:p>
        </p:txBody>
      </p:sp>
      <p:sp>
        <p:nvSpPr>
          <p:cNvPr id="23" name="Rectangle 22">
            <a:extLst>
              <a:ext uri="{FF2B5EF4-FFF2-40B4-BE49-F238E27FC236}">
                <a16:creationId xmlns:a16="http://schemas.microsoft.com/office/drawing/2014/main" id="{D0FB540D-2B7E-463A-8813-B4C6F7A15700}"/>
              </a:ext>
            </a:extLst>
          </p:cNvPr>
          <p:cNvSpPr>
            <a:spLocks noGrp="1"/>
          </p:cNvSpPr>
          <p:nvPr/>
        </p:nvSpPr>
        <p:spPr>
          <a:xfrm>
            <a:off x="6953249" y="3333749"/>
            <a:ext cx="820615" cy="208817"/>
          </a:xfrm>
          <a:prstGeom prst="rect">
            <a:avLst/>
          </a:prstGeom>
          <a:noFill/>
          <a:ln w="0">
            <a:noFill/>
            <a:prstDash val="solid"/>
          </a:ln>
        </p:spPr>
        <p:txBody>
          <a:bodyPr/>
          <a:lstStyle/>
          <a:p>
            <a:pPr algn="ctr">
              <a:buNone/>
              <a:defRPr sz="1050" b="1">
                <a:solidFill>
                  <a:srgbClr val="F8FAFC"/>
                </a:solidFill>
              </a:defRPr>
            </a:pPr>
            <a:r>
              <a:rPr sz="1400" b="1">
                <a:solidFill>
                  <a:srgbClr val="F8FAFC"/>
                </a:solidFill>
              </a:rPr>
              <a:t>Answer</a:t>
            </a:r>
          </a:p>
        </p:txBody>
      </p:sp>
      <p:sp>
        <p:nvSpPr>
          <p:cNvPr id="24" name="Rectangle 23">
            <a:extLst>
              <a:ext uri="{FF2B5EF4-FFF2-40B4-BE49-F238E27FC236}">
                <a16:creationId xmlns:a16="http://schemas.microsoft.com/office/drawing/2014/main" id="{A568B4EA-AFF6-466B-BB84-1E0E4C84312C}"/>
              </a:ext>
            </a:extLst>
          </p:cNvPr>
          <p:cNvSpPr>
            <a:spLocks noGrp="1"/>
          </p:cNvSpPr>
          <p:nvPr/>
        </p:nvSpPr>
        <p:spPr>
          <a:xfrm>
            <a:off x="6934200" y="3543299"/>
            <a:ext cx="867508" cy="208817"/>
          </a:xfrm>
          <a:prstGeom prst="rect">
            <a:avLst/>
          </a:prstGeom>
          <a:noFill/>
          <a:ln w="0">
            <a:noFill/>
            <a:prstDash val="solid"/>
          </a:ln>
        </p:spPr>
        <p:txBody>
          <a:bodyPr/>
          <a:lstStyle/>
          <a:p>
            <a:pPr algn="ctr">
              <a:buNone/>
              <a:defRPr sz="675" b="0">
                <a:solidFill>
                  <a:srgbClr val="A8B6C7"/>
                </a:solidFill>
              </a:defRPr>
            </a:pPr>
            <a:r>
              <a:rPr sz="1000" b="0">
                <a:solidFill>
                  <a:srgbClr val="A8B6C7"/>
                </a:solidFill>
              </a:rPr>
              <a:t>permitted</a:t>
            </a:r>
          </a:p>
        </p:txBody>
      </p:sp>
      <p:sp>
        <p:nvSpPr>
          <p:cNvPr id="25" name="Oval 24">
            <a:extLst>
              <a:ext uri="{FF2B5EF4-FFF2-40B4-BE49-F238E27FC236}">
                <a16:creationId xmlns:a16="http://schemas.microsoft.com/office/drawing/2014/main" id="{02C5B74B-8250-4224-82BD-4FC186C29230}"/>
              </a:ext>
            </a:extLst>
          </p:cNvPr>
          <p:cNvSpPr>
            <a:spLocks noGrp="1"/>
          </p:cNvSpPr>
          <p:nvPr/>
        </p:nvSpPr>
        <p:spPr>
          <a:xfrm>
            <a:off x="7905750" y="3124199"/>
            <a:ext cx="914400" cy="904875"/>
          </a:xfrm>
          <a:prstGeom prst="ellipse">
            <a:avLst/>
          </a:prstGeom>
          <a:solidFill>
            <a:srgbClr val="0F2F46"/>
          </a:solidFill>
          <a:ln w="11430">
            <a:solidFill>
              <a:srgbClr val="38BDF8"/>
            </a:solidFill>
            <a:prstDash val="solid"/>
          </a:ln>
        </p:spPr>
        <p:txBody>
          <a:bodyPr/>
          <a:lstStyle/>
          <a:p>
            <a:endParaRPr/>
          </a:p>
        </p:txBody>
      </p:sp>
      <p:sp>
        <p:nvSpPr>
          <p:cNvPr id="26" name="Rectangle 25">
            <a:extLst>
              <a:ext uri="{FF2B5EF4-FFF2-40B4-BE49-F238E27FC236}">
                <a16:creationId xmlns:a16="http://schemas.microsoft.com/office/drawing/2014/main" id="{2DC6D8F7-9679-4FB6-8915-F1C77DE68039}"/>
              </a:ext>
            </a:extLst>
          </p:cNvPr>
          <p:cNvSpPr>
            <a:spLocks noGrp="1"/>
          </p:cNvSpPr>
          <p:nvPr/>
        </p:nvSpPr>
        <p:spPr>
          <a:xfrm>
            <a:off x="7943849" y="3333749"/>
            <a:ext cx="820615" cy="208817"/>
          </a:xfrm>
          <a:prstGeom prst="rect">
            <a:avLst/>
          </a:prstGeom>
          <a:noFill/>
          <a:ln w="0">
            <a:noFill/>
            <a:prstDash val="solid"/>
          </a:ln>
        </p:spPr>
        <p:txBody>
          <a:bodyPr/>
          <a:lstStyle/>
          <a:p>
            <a:pPr algn="ctr">
              <a:buNone/>
              <a:defRPr sz="1050" b="1">
                <a:solidFill>
                  <a:srgbClr val="F8FAFC"/>
                </a:solidFill>
              </a:defRPr>
            </a:pPr>
            <a:r>
              <a:rPr sz="1400" b="1">
                <a:solidFill>
                  <a:srgbClr val="F8FAFC"/>
                </a:solidFill>
              </a:rPr>
              <a:t>Ask</a:t>
            </a:r>
          </a:p>
        </p:txBody>
      </p:sp>
      <p:sp>
        <p:nvSpPr>
          <p:cNvPr id="27" name="Rectangle 26">
            <a:extLst>
              <a:ext uri="{FF2B5EF4-FFF2-40B4-BE49-F238E27FC236}">
                <a16:creationId xmlns:a16="http://schemas.microsoft.com/office/drawing/2014/main" id="{947D1ECA-11DF-4523-8881-6D917B64F4A1}"/>
              </a:ext>
            </a:extLst>
          </p:cNvPr>
          <p:cNvSpPr>
            <a:spLocks noGrp="1"/>
          </p:cNvSpPr>
          <p:nvPr/>
        </p:nvSpPr>
        <p:spPr>
          <a:xfrm>
            <a:off x="7924800" y="3543299"/>
            <a:ext cx="867508" cy="208817"/>
          </a:xfrm>
          <a:prstGeom prst="rect">
            <a:avLst/>
          </a:prstGeom>
          <a:noFill/>
          <a:ln w="0">
            <a:noFill/>
            <a:prstDash val="solid"/>
          </a:ln>
        </p:spPr>
        <p:txBody>
          <a:bodyPr/>
          <a:lstStyle/>
          <a:p>
            <a:pPr algn="ctr">
              <a:buNone/>
              <a:defRPr sz="675" b="0">
                <a:solidFill>
                  <a:srgbClr val="A8B6C7"/>
                </a:solidFill>
              </a:defRPr>
            </a:pPr>
            <a:r>
              <a:rPr sz="1000" b="0">
                <a:solidFill>
                  <a:srgbClr val="A8B6C7"/>
                </a:solidFill>
              </a:rPr>
              <a:t>missing detail</a:t>
            </a:r>
          </a:p>
        </p:txBody>
      </p:sp>
      <p:sp>
        <p:nvSpPr>
          <p:cNvPr id="28" name="Oval 27">
            <a:extLst>
              <a:ext uri="{FF2B5EF4-FFF2-40B4-BE49-F238E27FC236}">
                <a16:creationId xmlns:a16="http://schemas.microsoft.com/office/drawing/2014/main" id="{EA796961-B569-45CA-B0E1-3B1EA005FBD4}"/>
              </a:ext>
            </a:extLst>
          </p:cNvPr>
          <p:cNvSpPr>
            <a:spLocks noGrp="1"/>
          </p:cNvSpPr>
          <p:nvPr/>
        </p:nvSpPr>
        <p:spPr>
          <a:xfrm>
            <a:off x="8896350" y="3124199"/>
            <a:ext cx="914400" cy="904875"/>
          </a:xfrm>
          <a:prstGeom prst="ellipse">
            <a:avLst/>
          </a:prstGeom>
          <a:solidFill>
            <a:srgbClr val="0F2F46"/>
          </a:solidFill>
          <a:ln w="11430">
            <a:solidFill>
              <a:srgbClr val="FBBF24"/>
            </a:solidFill>
            <a:prstDash val="solid"/>
          </a:ln>
        </p:spPr>
        <p:txBody>
          <a:bodyPr/>
          <a:lstStyle/>
          <a:p>
            <a:endParaRPr/>
          </a:p>
        </p:txBody>
      </p:sp>
      <p:sp>
        <p:nvSpPr>
          <p:cNvPr id="29" name="Rectangle 28">
            <a:extLst>
              <a:ext uri="{FF2B5EF4-FFF2-40B4-BE49-F238E27FC236}">
                <a16:creationId xmlns:a16="http://schemas.microsoft.com/office/drawing/2014/main" id="{1DAE1BD6-2891-4A00-9DBA-F2922F4A7D2B}"/>
              </a:ext>
            </a:extLst>
          </p:cNvPr>
          <p:cNvSpPr>
            <a:spLocks noGrp="1"/>
          </p:cNvSpPr>
          <p:nvPr/>
        </p:nvSpPr>
        <p:spPr>
          <a:xfrm>
            <a:off x="8934449" y="3333749"/>
            <a:ext cx="820615" cy="208817"/>
          </a:xfrm>
          <a:prstGeom prst="rect">
            <a:avLst/>
          </a:prstGeom>
          <a:noFill/>
          <a:ln w="0">
            <a:noFill/>
            <a:prstDash val="solid"/>
          </a:ln>
        </p:spPr>
        <p:txBody>
          <a:bodyPr/>
          <a:lstStyle/>
          <a:p>
            <a:pPr algn="ctr">
              <a:buNone/>
              <a:defRPr sz="1050" b="1">
                <a:solidFill>
                  <a:srgbClr val="F8FAFC"/>
                </a:solidFill>
              </a:defRPr>
            </a:pPr>
            <a:r>
              <a:rPr sz="1400" b="1">
                <a:solidFill>
                  <a:srgbClr val="F8FAFC"/>
                </a:solidFill>
              </a:rPr>
              <a:t>Escalate</a:t>
            </a:r>
          </a:p>
        </p:txBody>
      </p:sp>
      <p:sp>
        <p:nvSpPr>
          <p:cNvPr id="30" name="Rectangle 29">
            <a:extLst>
              <a:ext uri="{FF2B5EF4-FFF2-40B4-BE49-F238E27FC236}">
                <a16:creationId xmlns:a16="http://schemas.microsoft.com/office/drawing/2014/main" id="{7AD082BA-8564-4786-9640-C4FFCF86FB0A}"/>
              </a:ext>
            </a:extLst>
          </p:cNvPr>
          <p:cNvSpPr>
            <a:spLocks noGrp="1"/>
          </p:cNvSpPr>
          <p:nvPr/>
        </p:nvSpPr>
        <p:spPr>
          <a:xfrm>
            <a:off x="8915400" y="3543299"/>
            <a:ext cx="867508" cy="208817"/>
          </a:xfrm>
          <a:prstGeom prst="rect">
            <a:avLst/>
          </a:prstGeom>
          <a:noFill/>
          <a:ln w="0">
            <a:noFill/>
            <a:prstDash val="solid"/>
          </a:ln>
        </p:spPr>
        <p:txBody>
          <a:bodyPr/>
          <a:lstStyle/>
          <a:p>
            <a:pPr algn="ctr">
              <a:buNone/>
              <a:defRPr sz="675" b="0">
                <a:solidFill>
                  <a:srgbClr val="A8B6C7"/>
                </a:solidFill>
              </a:defRPr>
            </a:pPr>
            <a:r>
              <a:rPr sz="1000" b="0">
                <a:solidFill>
                  <a:srgbClr val="A8B6C7"/>
                </a:solidFill>
              </a:rPr>
              <a:t>owner review</a:t>
            </a:r>
          </a:p>
        </p:txBody>
      </p:sp>
      <p:sp>
        <p:nvSpPr>
          <p:cNvPr id="31" name="Oval 30">
            <a:extLst>
              <a:ext uri="{FF2B5EF4-FFF2-40B4-BE49-F238E27FC236}">
                <a16:creationId xmlns:a16="http://schemas.microsoft.com/office/drawing/2014/main" id="{61B5A3B5-191D-44B4-A32A-78213FE74367}"/>
              </a:ext>
            </a:extLst>
          </p:cNvPr>
          <p:cNvSpPr>
            <a:spLocks noGrp="1"/>
          </p:cNvSpPr>
          <p:nvPr/>
        </p:nvSpPr>
        <p:spPr>
          <a:xfrm>
            <a:off x="9886950" y="3124199"/>
            <a:ext cx="914400" cy="904875"/>
          </a:xfrm>
          <a:prstGeom prst="ellipse">
            <a:avLst/>
          </a:prstGeom>
          <a:solidFill>
            <a:srgbClr val="0F2F46"/>
          </a:solidFill>
          <a:ln w="11430">
            <a:solidFill>
              <a:srgbClr val="F87171"/>
            </a:solidFill>
            <a:prstDash val="solid"/>
          </a:ln>
        </p:spPr>
        <p:txBody>
          <a:bodyPr/>
          <a:lstStyle/>
          <a:p>
            <a:endParaRPr/>
          </a:p>
        </p:txBody>
      </p:sp>
      <p:sp>
        <p:nvSpPr>
          <p:cNvPr id="32" name="Rectangle 31">
            <a:extLst>
              <a:ext uri="{FF2B5EF4-FFF2-40B4-BE49-F238E27FC236}">
                <a16:creationId xmlns:a16="http://schemas.microsoft.com/office/drawing/2014/main" id="{05CBA5E5-C4F5-4927-9426-65A470CEF41D}"/>
              </a:ext>
            </a:extLst>
          </p:cNvPr>
          <p:cNvSpPr>
            <a:spLocks noGrp="1"/>
          </p:cNvSpPr>
          <p:nvPr/>
        </p:nvSpPr>
        <p:spPr>
          <a:xfrm>
            <a:off x="9925049" y="3333749"/>
            <a:ext cx="820615" cy="208817"/>
          </a:xfrm>
          <a:prstGeom prst="rect">
            <a:avLst/>
          </a:prstGeom>
          <a:noFill/>
          <a:ln w="0">
            <a:noFill/>
            <a:prstDash val="solid"/>
          </a:ln>
        </p:spPr>
        <p:txBody>
          <a:bodyPr/>
          <a:lstStyle/>
          <a:p>
            <a:pPr algn="ctr">
              <a:buNone/>
              <a:defRPr sz="1050" b="1">
                <a:solidFill>
                  <a:srgbClr val="F8FAFC"/>
                </a:solidFill>
              </a:defRPr>
            </a:pPr>
            <a:r>
              <a:rPr sz="1400" b="1">
                <a:solidFill>
                  <a:srgbClr val="F8FAFC"/>
                </a:solidFill>
              </a:rPr>
              <a:t>Refuse</a:t>
            </a:r>
          </a:p>
        </p:txBody>
      </p:sp>
      <p:sp>
        <p:nvSpPr>
          <p:cNvPr id="33" name="Rectangle 32">
            <a:extLst>
              <a:ext uri="{FF2B5EF4-FFF2-40B4-BE49-F238E27FC236}">
                <a16:creationId xmlns:a16="http://schemas.microsoft.com/office/drawing/2014/main" id="{C2D9617C-0783-4983-9334-1F2B13286F33}"/>
              </a:ext>
            </a:extLst>
          </p:cNvPr>
          <p:cNvSpPr>
            <a:spLocks noGrp="1"/>
          </p:cNvSpPr>
          <p:nvPr/>
        </p:nvSpPr>
        <p:spPr>
          <a:xfrm>
            <a:off x="9906000" y="3543299"/>
            <a:ext cx="867508" cy="208817"/>
          </a:xfrm>
          <a:prstGeom prst="rect">
            <a:avLst/>
          </a:prstGeom>
          <a:noFill/>
          <a:ln w="0">
            <a:noFill/>
            <a:prstDash val="solid"/>
          </a:ln>
        </p:spPr>
        <p:txBody>
          <a:bodyPr/>
          <a:lstStyle/>
          <a:p>
            <a:pPr algn="ctr">
              <a:buNone/>
              <a:defRPr sz="675" b="0">
                <a:solidFill>
                  <a:srgbClr val="A8B6C7"/>
                </a:solidFill>
              </a:defRPr>
            </a:pPr>
            <a:r>
              <a:rPr sz="1000" b="0">
                <a:solidFill>
                  <a:srgbClr val="A8B6C7"/>
                </a:solidFill>
              </a:rPr>
              <a:t>restricted</a:t>
            </a:r>
          </a:p>
        </p:txBody>
      </p:sp>
      <p:sp>
        <p:nvSpPr>
          <p:cNvPr id="34" name="Rectangle: Rounded Corners 33">
            <a:extLst>
              <a:ext uri="{FF2B5EF4-FFF2-40B4-BE49-F238E27FC236}">
                <a16:creationId xmlns:a16="http://schemas.microsoft.com/office/drawing/2014/main" id="{7A7B0342-F970-482A-A7DF-741A7504F290}"/>
              </a:ext>
            </a:extLst>
          </p:cNvPr>
          <p:cNvSpPr>
            <a:spLocks noGrp="1"/>
          </p:cNvSpPr>
          <p:nvPr/>
        </p:nvSpPr>
        <p:spPr>
          <a:xfrm>
            <a:off x="4438650" y="3848100"/>
            <a:ext cx="1600200" cy="571500"/>
          </a:xfrm>
          <a:prstGeom prst="roundRect">
            <a:avLst>
              <a:gd name="adj" fmla="val 50000"/>
            </a:avLst>
          </a:prstGeom>
          <a:solidFill>
            <a:srgbClr val="102A43"/>
          </a:solidFill>
          <a:ln w="11430">
            <a:solidFill>
              <a:srgbClr val="A78BFA"/>
            </a:solidFill>
            <a:prstDash val="solid"/>
          </a:ln>
        </p:spPr>
        <p:txBody>
          <a:bodyPr/>
          <a:lstStyle/>
          <a:p>
            <a:endParaRPr/>
          </a:p>
        </p:txBody>
      </p:sp>
      <p:sp>
        <p:nvSpPr>
          <p:cNvPr id="35" name="Rectangle 34">
            <a:extLst>
              <a:ext uri="{FF2B5EF4-FFF2-40B4-BE49-F238E27FC236}">
                <a16:creationId xmlns:a16="http://schemas.microsoft.com/office/drawing/2014/main" id="{6E3471D5-9D66-455F-8B2E-E60E79FE9E54}"/>
              </a:ext>
            </a:extLst>
          </p:cNvPr>
          <p:cNvSpPr>
            <a:spLocks noGrp="1"/>
          </p:cNvSpPr>
          <p:nvPr/>
        </p:nvSpPr>
        <p:spPr>
          <a:xfrm>
            <a:off x="4572000" y="3914775"/>
            <a:ext cx="1333500" cy="114300"/>
          </a:xfrm>
          <a:prstGeom prst="rect">
            <a:avLst/>
          </a:prstGeom>
          <a:noFill/>
          <a:ln w="0">
            <a:noFill/>
            <a:prstDash val="solid"/>
          </a:ln>
        </p:spPr>
        <p:txBody>
          <a:bodyPr/>
          <a:lstStyle/>
          <a:p>
            <a:pPr algn="ctr">
              <a:buNone/>
              <a:defRPr sz="675" b="1">
                <a:solidFill>
                  <a:srgbClr val="F8FAFC"/>
                </a:solidFill>
              </a:defRPr>
            </a:pPr>
            <a:r>
              <a:rPr sz="675" b="1">
                <a:solidFill>
                  <a:srgbClr val="F8FAFC"/>
                </a:solidFill>
              </a:rPr>
              <a:t>role + source + </a:t>
            </a:r>
            <a:r>
              <a:rPr sz="1600" b="1">
                <a:solidFill>
                  <a:srgbClr val="F8FAFC"/>
                </a:solidFill>
              </a:rPr>
              <a:t>sensitivity</a:t>
            </a:r>
          </a:p>
        </p:txBody>
      </p:sp>
      <p:sp>
        <p:nvSpPr>
          <p:cNvPr id="36" name="Rectangle 35">
            <a:extLst>
              <a:ext uri="{FF2B5EF4-FFF2-40B4-BE49-F238E27FC236}">
                <a16:creationId xmlns:a16="http://schemas.microsoft.com/office/drawing/2014/main" id="{F8B72195-9BB0-46D6-9953-61899EDB6677}"/>
              </a:ext>
            </a:extLst>
          </p:cNvPr>
          <p:cNvSpPr>
            <a:spLocks noGrp="1"/>
          </p:cNvSpPr>
          <p:nvPr/>
        </p:nvSpPr>
        <p:spPr>
          <a:xfrm>
            <a:off x="2114550" y="5105399"/>
            <a:ext cx="8001000" cy="3048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AI should not make restricted knowledge easier to misuse.</a:t>
            </a:r>
          </a:p>
        </p:txBody>
      </p:sp>
      <p:sp>
        <p:nvSpPr>
          <p:cNvPr id="37" name="Oval 36">
            <a:extLst>
              <a:ext uri="{FF2B5EF4-FFF2-40B4-BE49-F238E27FC236}">
                <a16:creationId xmlns:a16="http://schemas.microsoft.com/office/drawing/2014/main" id="{A9162899-44D5-454D-82BA-C2C6E59FE90B}"/>
              </a:ext>
            </a:extLst>
          </p:cNvPr>
          <p:cNvSpPr>
            <a:spLocks noGrp="1"/>
          </p:cNvSpPr>
          <p:nvPr/>
        </p:nvSpPr>
        <p:spPr>
          <a:xfrm>
            <a:off x="1751724" y="3168007"/>
            <a:ext cx="320421" cy="320421"/>
          </a:xfrm>
          <a:prstGeom prst="ellipse">
            <a:avLst/>
          </a:prstGeom>
          <a:solidFill>
            <a:srgbClr val="A78BFA"/>
          </a:solidFill>
          <a:ln w="9525">
            <a:solidFill>
              <a:srgbClr val="0B1A2A"/>
            </a:solidFill>
            <a:prstDash val="solid"/>
          </a:ln>
        </p:spPr>
        <p:txBody>
          <a:bodyPr/>
          <a:lstStyle/>
          <a:p>
            <a:endParaRPr lang="en-SG"/>
          </a:p>
        </p:txBody>
      </p:sp>
      <p:pic>
        <p:nvPicPr>
          <p:cNvPr id="79" name="Graphic 78"/>
          <p:cNvPicPr>
            <a:picLocks noChangeAspect="1"/>
          </p:cNvPicPr>
          <p:nvPr/>
        </p:nvPicPr>
        <p:blipFill>
          <a:blip>
            <a:extLst>
              <a:ext uri="{96DAC541-7B7A-43D3-8B79-37D633B846F1}">
                <asvg:svgBlip xmlns:asvg="http://schemas.microsoft.com/office/drawing/2016/SVG/main" r:embed="rId3"/>
              </a:ext>
            </a:extLst>
          </a:blip>
          <a:stretch/>
        </p:blipFill>
        <p:spPr>
          <a:xfrm>
            <a:off x="1822216" y="3238500"/>
            <a:ext cx="179436" cy="179436"/>
          </a:xfrm>
          <a:prstGeom prst="rect">
            <a:avLst/>
          </a:prstGeom>
        </p:spPr>
      </p:pic>
      <p:sp>
        <p:nvSpPr>
          <p:cNvPr id="39" name="Oval 38">
            <a:extLst>
              <a:ext uri="{FF2B5EF4-FFF2-40B4-BE49-F238E27FC236}">
                <a16:creationId xmlns:a16="http://schemas.microsoft.com/office/drawing/2014/main" id="{3E11D317-B3BC-41AD-BDEB-F8CD23F8A3F6}"/>
              </a:ext>
            </a:extLst>
          </p:cNvPr>
          <p:cNvSpPr>
            <a:spLocks noGrp="1"/>
          </p:cNvSpPr>
          <p:nvPr/>
        </p:nvSpPr>
        <p:spPr>
          <a:xfrm>
            <a:off x="4221480" y="2953512"/>
            <a:ext cx="342900" cy="342900"/>
          </a:xfrm>
          <a:prstGeom prst="ellipse">
            <a:avLst/>
          </a:prstGeom>
          <a:solidFill>
            <a:srgbClr val="A78BFA"/>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3"/>
              </a:ext>
            </a:extLst>
          </a:blip>
          <a:stretch/>
        </p:blipFill>
        <p:spPr>
          <a:xfrm>
            <a:off x="4296918" y="3028950"/>
            <a:ext cx="192024" cy="192024"/>
          </a:xfrm>
          <a:prstGeom prst="rect">
            <a:avLst/>
          </a:prstGeom>
        </p:spPr>
      </p:pic>
      <p:sp>
        <p:nvSpPr>
          <p:cNvPr id="41" name="Oval 40">
            <a:extLst>
              <a:ext uri="{FF2B5EF4-FFF2-40B4-BE49-F238E27FC236}">
                <a16:creationId xmlns:a16="http://schemas.microsoft.com/office/drawing/2014/main" id="{E36BA790-A385-4470-BDC9-13FCA456B190}"/>
              </a:ext>
            </a:extLst>
          </p:cNvPr>
          <p:cNvSpPr>
            <a:spLocks noGrp="1"/>
          </p:cNvSpPr>
          <p:nvPr/>
        </p:nvSpPr>
        <p:spPr>
          <a:xfrm>
            <a:off x="4339209" y="3775177"/>
            <a:ext cx="331470" cy="331470"/>
          </a:xfrm>
          <a:prstGeom prst="ellipse">
            <a:avLst/>
          </a:prstGeom>
          <a:solidFill>
            <a:srgbClr val="A78BFA"/>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3"/>
              </a:ext>
            </a:extLst>
          </a:blip>
          <a:stretch/>
        </p:blipFill>
        <p:spPr>
          <a:xfrm>
            <a:off x="4412132" y="3848100"/>
            <a:ext cx="185623" cy="185623"/>
          </a:xfrm>
          <a:prstGeom prst="rect">
            <a:avLst/>
          </a:prstGeom>
        </p:spPr>
      </p:pic>
      <p:pic>
        <p:nvPicPr>
          <p:cNvPr id="40" name="Picture 39">
            <a:extLst>
              <a:ext uri="{FF2B5EF4-FFF2-40B4-BE49-F238E27FC236}">
                <a16:creationId xmlns:a16="http://schemas.microsoft.com/office/drawing/2014/main" id="{20AC3C74-6CA1-03DB-E3A2-53C09612A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630037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3D737E14-812A-44CF-A0F4-FBC86CC5820B}"/>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ESCALATION</a:t>
            </a:r>
          </a:p>
        </p:txBody>
      </p:sp>
      <p:sp>
        <p:nvSpPr>
          <p:cNvPr id="2" name="Rectangle 1">
            <a:extLst>
              <a:ext uri="{FF2B5EF4-FFF2-40B4-BE49-F238E27FC236}">
                <a16:creationId xmlns:a16="http://schemas.microsoft.com/office/drawing/2014/main" id="{C89F8609-BE33-4BFC-BD9A-1856F0BCFC46}"/>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Unsafe answers need a path, not a guess</a:t>
            </a:r>
          </a:p>
        </p:txBody>
      </p:sp>
      <p:sp>
        <p:nvSpPr>
          <p:cNvPr id="3" name="Rectangle 2">
            <a:extLst>
              <a:ext uri="{FF2B5EF4-FFF2-40B4-BE49-F238E27FC236}">
                <a16:creationId xmlns:a16="http://schemas.microsoft.com/office/drawing/2014/main" id="{D1959BA3-590B-4921-81D6-96898ABE0CEF}"/>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6602D32F-22B6-42C7-9AB7-D80A4649E4C3}"/>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23</a:t>
            </a:r>
          </a:p>
        </p:txBody>
      </p:sp>
      <p:sp>
        <p:nvSpPr>
          <p:cNvPr id="5" name="Rectangle 4">
            <a:extLst>
              <a:ext uri="{FF2B5EF4-FFF2-40B4-BE49-F238E27FC236}">
                <a16:creationId xmlns:a16="http://schemas.microsoft.com/office/drawing/2014/main" id="{3C1E1E75-5958-40F1-8854-12B9BE6F7BF0}"/>
              </a:ext>
            </a:extLst>
          </p:cNvPr>
          <p:cNvSpPr>
            <a:spLocks noGrp="1"/>
          </p:cNvSpPr>
          <p:nvPr/>
        </p:nvSpPr>
        <p:spPr>
          <a:xfrm>
            <a:off x="685800" y="1695450"/>
            <a:ext cx="8572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The second brain should know when to answer, ask, escalate, or refuse.</a:t>
            </a:r>
          </a:p>
        </p:txBody>
      </p:sp>
      <p:sp>
        <p:nvSpPr>
          <p:cNvPr id="6" name="Oval 5">
            <a:extLst>
              <a:ext uri="{FF2B5EF4-FFF2-40B4-BE49-F238E27FC236}">
                <a16:creationId xmlns:a16="http://schemas.microsoft.com/office/drawing/2014/main" id="{72C6BEFA-CEB3-43BA-B1D6-7CE77E97E3D5}"/>
              </a:ext>
            </a:extLst>
          </p:cNvPr>
          <p:cNvSpPr>
            <a:spLocks noGrp="1"/>
          </p:cNvSpPr>
          <p:nvPr/>
        </p:nvSpPr>
        <p:spPr>
          <a:xfrm>
            <a:off x="2015108" y="2555366"/>
            <a:ext cx="585885" cy="572233"/>
          </a:xfrm>
          <a:prstGeom prst="ellipse">
            <a:avLst/>
          </a:prstGeom>
          <a:solidFill>
            <a:srgbClr val="0F2F46"/>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974B529F-0CFE-4A85-A1EB-72EDF7A144E8}"/>
              </a:ext>
            </a:extLst>
          </p:cNvPr>
          <p:cNvSpPr>
            <a:spLocks noGrp="1"/>
          </p:cNvSpPr>
          <p:nvPr/>
        </p:nvSpPr>
        <p:spPr>
          <a:xfrm>
            <a:off x="2119883" y="2660141"/>
            <a:ext cx="328095" cy="297561"/>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1</a:t>
            </a:r>
          </a:p>
        </p:txBody>
      </p:sp>
      <p:sp>
        <p:nvSpPr>
          <p:cNvPr id="8" name="Rectangle: Rounded Corners 7">
            <a:extLst>
              <a:ext uri="{FF2B5EF4-FFF2-40B4-BE49-F238E27FC236}">
                <a16:creationId xmlns:a16="http://schemas.microsoft.com/office/drawing/2014/main" id="{24A99D3C-B178-47E2-BB8B-B0A57EF2A081}"/>
              </a:ext>
            </a:extLst>
          </p:cNvPr>
          <p:cNvSpPr>
            <a:spLocks noGrp="1"/>
          </p:cNvSpPr>
          <p:nvPr/>
        </p:nvSpPr>
        <p:spPr>
          <a:xfrm>
            <a:off x="1319784" y="3107817"/>
            <a:ext cx="2296668" cy="1785366"/>
          </a:xfrm>
          <a:prstGeom prst="roundRect">
            <a:avLst>
              <a:gd name="adj" fmla="val 7692"/>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15A84FE6-F00C-46B8-B88A-16AC71C7AA2E}"/>
              </a:ext>
            </a:extLst>
          </p:cNvPr>
          <p:cNvSpPr>
            <a:spLocks noGrp="1"/>
          </p:cNvSpPr>
          <p:nvPr/>
        </p:nvSpPr>
        <p:spPr>
          <a:xfrm>
            <a:off x="1319784" y="3107817"/>
            <a:ext cx="82024" cy="1785366"/>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08F9E1CF-8A67-4CFE-8AFB-A025B070E021}"/>
              </a:ext>
            </a:extLst>
          </p:cNvPr>
          <p:cNvSpPr>
            <a:spLocks noGrp="1"/>
          </p:cNvSpPr>
          <p:nvPr/>
        </p:nvSpPr>
        <p:spPr>
          <a:xfrm>
            <a:off x="1529333" y="3279267"/>
            <a:ext cx="1781089" cy="595122"/>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Answer</a:t>
            </a:r>
          </a:p>
        </p:txBody>
      </p:sp>
      <p:sp>
        <p:nvSpPr>
          <p:cNvPr id="11" name="Rectangle 10">
            <a:extLst>
              <a:ext uri="{FF2B5EF4-FFF2-40B4-BE49-F238E27FC236}">
                <a16:creationId xmlns:a16="http://schemas.microsoft.com/office/drawing/2014/main" id="{89CE0706-6685-4C51-8B55-9313DC1DB0FB}"/>
              </a:ext>
            </a:extLst>
          </p:cNvPr>
          <p:cNvSpPr>
            <a:spLocks noGrp="1"/>
          </p:cNvSpPr>
          <p:nvPr/>
        </p:nvSpPr>
        <p:spPr>
          <a:xfrm>
            <a:off x="1529333" y="3793616"/>
            <a:ext cx="1781089" cy="961351"/>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Evidence is current and permitted.</a:t>
            </a:r>
          </a:p>
        </p:txBody>
      </p:sp>
      <p:sp>
        <p:nvSpPr>
          <p:cNvPr id="12" name="Rectangle 11">
            <a:extLst>
              <a:ext uri="{FF2B5EF4-FFF2-40B4-BE49-F238E27FC236}">
                <a16:creationId xmlns:a16="http://schemas.microsoft.com/office/drawing/2014/main" id="{751891D0-F094-4EA9-AFFA-7EA386EF0838}"/>
              </a:ext>
            </a:extLst>
          </p:cNvPr>
          <p:cNvSpPr>
            <a:spLocks noGrp="1"/>
          </p:cNvSpPr>
          <p:nvPr/>
        </p:nvSpPr>
        <p:spPr>
          <a:xfrm>
            <a:off x="3186684" y="3660266"/>
            <a:ext cx="374966" cy="45779"/>
          </a:xfrm>
          <a:prstGeom prst="rect">
            <a:avLst/>
          </a:prstGeom>
          <a:solidFill>
            <a:srgbClr val="05D6A4"/>
          </a:solidFill>
          <a:ln w="11430">
            <a:solidFill>
              <a:srgbClr val="05D6A4"/>
            </a:solidFill>
            <a:prstDash val="solid"/>
          </a:ln>
        </p:spPr>
        <p:txBody>
          <a:bodyPr/>
          <a:lstStyle/>
          <a:p>
            <a:endParaRPr/>
          </a:p>
        </p:txBody>
      </p:sp>
      <p:sp>
        <p:nvSpPr>
          <p:cNvPr id="13" name="Oval 12">
            <a:extLst>
              <a:ext uri="{FF2B5EF4-FFF2-40B4-BE49-F238E27FC236}">
                <a16:creationId xmlns:a16="http://schemas.microsoft.com/office/drawing/2014/main" id="{EE107F3C-07B1-4E2B-AEC1-1866C7AA5DD8}"/>
              </a:ext>
            </a:extLst>
          </p:cNvPr>
          <p:cNvSpPr>
            <a:spLocks noGrp="1"/>
          </p:cNvSpPr>
          <p:nvPr/>
        </p:nvSpPr>
        <p:spPr>
          <a:xfrm>
            <a:off x="4186808" y="2555366"/>
            <a:ext cx="585885" cy="572233"/>
          </a:xfrm>
          <a:prstGeom prst="ellipse">
            <a:avLst/>
          </a:prstGeom>
          <a:solidFill>
            <a:srgbClr val="0F2F46"/>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A6AB1514-9988-4D59-AA33-EC99535B30AB}"/>
              </a:ext>
            </a:extLst>
          </p:cNvPr>
          <p:cNvSpPr>
            <a:spLocks noGrp="1"/>
          </p:cNvSpPr>
          <p:nvPr/>
        </p:nvSpPr>
        <p:spPr>
          <a:xfrm>
            <a:off x="4291583" y="2660141"/>
            <a:ext cx="328095" cy="297561"/>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2</a:t>
            </a:r>
          </a:p>
        </p:txBody>
      </p:sp>
      <p:sp>
        <p:nvSpPr>
          <p:cNvPr id="15" name="Rectangle: Rounded Corners 14">
            <a:extLst>
              <a:ext uri="{FF2B5EF4-FFF2-40B4-BE49-F238E27FC236}">
                <a16:creationId xmlns:a16="http://schemas.microsoft.com/office/drawing/2014/main" id="{79A49C92-CD5C-42DB-B8C6-C88788FEEBA5}"/>
              </a:ext>
            </a:extLst>
          </p:cNvPr>
          <p:cNvSpPr>
            <a:spLocks noGrp="1"/>
          </p:cNvSpPr>
          <p:nvPr/>
        </p:nvSpPr>
        <p:spPr>
          <a:xfrm>
            <a:off x="3491484" y="3107817"/>
            <a:ext cx="2296668" cy="1785366"/>
          </a:xfrm>
          <a:prstGeom prst="roundRect">
            <a:avLst>
              <a:gd name="adj" fmla="val 7692"/>
            </a:avLst>
          </a:prstGeom>
          <a:solidFill>
            <a:srgbClr val="10243A"/>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5D056B58-18DB-48DB-B444-D91A21957711}"/>
              </a:ext>
            </a:extLst>
          </p:cNvPr>
          <p:cNvSpPr>
            <a:spLocks noGrp="1"/>
          </p:cNvSpPr>
          <p:nvPr/>
        </p:nvSpPr>
        <p:spPr>
          <a:xfrm>
            <a:off x="3491484" y="3107817"/>
            <a:ext cx="82024" cy="1785366"/>
          </a:xfrm>
          <a:prstGeom prst="rect">
            <a:avLst/>
          </a:prstGeom>
          <a:solidFill>
            <a:srgbClr val="38BDF8"/>
          </a:solidFill>
          <a:ln w="11430">
            <a:solidFill>
              <a:srgbClr val="38BDF8"/>
            </a:solidFill>
            <a:prstDash val="solid"/>
          </a:ln>
        </p:spPr>
        <p:txBody>
          <a:bodyPr/>
          <a:lstStyle/>
          <a:p>
            <a:endParaRPr/>
          </a:p>
        </p:txBody>
      </p:sp>
      <p:sp>
        <p:nvSpPr>
          <p:cNvPr id="17" name="Rectangle 16">
            <a:extLst>
              <a:ext uri="{FF2B5EF4-FFF2-40B4-BE49-F238E27FC236}">
                <a16:creationId xmlns:a16="http://schemas.microsoft.com/office/drawing/2014/main" id="{BB09D1FA-0C74-49FE-AB2F-440B6A68970F}"/>
              </a:ext>
            </a:extLst>
          </p:cNvPr>
          <p:cNvSpPr>
            <a:spLocks noGrp="1"/>
          </p:cNvSpPr>
          <p:nvPr/>
        </p:nvSpPr>
        <p:spPr>
          <a:xfrm>
            <a:off x="3701033" y="3279267"/>
            <a:ext cx="1781089" cy="595122"/>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Ask</a:t>
            </a:r>
          </a:p>
        </p:txBody>
      </p:sp>
      <p:sp>
        <p:nvSpPr>
          <p:cNvPr id="18" name="Rectangle 17">
            <a:extLst>
              <a:ext uri="{FF2B5EF4-FFF2-40B4-BE49-F238E27FC236}">
                <a16:creationId xmlns:a16="http://schemas.microsoft.com/office/drawing/2014/main" id="{972E47A9-8BA6-4C45-8907-EE692A78513B}"/>
              </a:ext>
            </a:extLst>
          </p:cNvPr>
          <p:cNvSpPr>
            <a:spLocks noGrp="1"/>
          </p:cNvSpPr>
          <p:nvPr/>
        </p:nvSpPr>
        <p:spPr>
          <a:xfrm>
            <a:off x="3701033" y="3793616"/>
            <a:ext cx="1781089" cy="961351"/>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The question is underspecified.</a:t>
            </a:r>
          </a:p>
        </p:txBody>
      </p:sp>
      <p:sp>
        <p:nvSpPr>
          <p:cNvPr id="19" name="Rectangle 18">
            <a:extLst>
              <a:ext uri="{FF2B5EF4-FFF2-40B4-BE49-F238E27FC236}">
                <a16:creationId xmlns:a16="http://schemas.microsoft.com/office/drawing/2014/main" id="{735F0372-757D-4B69-90F4-48C4E0AFE886}"/>
              </a:ext>
            </a:extLst>
          </p:cNvPr>
          <p:cNvSpPr>
            <a:spLocks noGrp="1"/>
          </p:cNvSpPr>
          <p:nvPr/>
        </p:nvSpPr>
        <p:spPr>
          <a:xfrm>
            <a:off x="5358384" y="3660266"/>
            <a:ext cx="374966" cy="45779"/>
          </a:xfrm>
          <a:prstGeom prst="rect">
            <a:avLst/>
          </a:prstGeom>
          <a:solidFill>
            <a:srgbClr val="05D6A4"/>
          </a:solidFill>
          <a:ln w="11430">
            <a:solidFill>
              <a:srgbClr val="05D6A4"/>
            </a:solidFill>
            <a:prstDash val="solid"/>
          </a:ln>
        </p:spPr>
        <p:txBody>
          <a:bodyPr/>
          <a:lstStyle/>
          <a:p>
            <a:endParaRPr/>
          </a:p>
        </p:txBody>
      </p:sp>
      <p:sp>
        <p:nvSpPr>
          <p:cNvPr id="20" name="Oval 19">
            <a:extLst>
              <a:ext uri="{FF2B5EF4-FFF2-40B4-BE49-F238E27FC236}">
                <a16:creationId xmlns:a16="http://schemas.microsoft.com/office/drawing/2014/main" id="{37737C7E-9C4F-4FAA-B732-DD6B59994F79}"/>
              </a:ext>
            </a:extLst>
          </p:cNvPr>
          <p:cNvSpPr>
            <a:spLocks noGrp="1"/>
          </p:cNvSpPr>
          <p:nvPr/>
        </p:nvSpPr>
        <p:spPr>
          <a:xfrm>
            <a:off x="6358508" y="2555366"/>
            <a:ext cx="585885" cy="572233"/>
          </a:xfrm>
          <a:prstGeom prst="ellipse">
            <a:avLst/>
          </a:prstGeom>
          <a:solidFill>
            <a:srgbClr val="0F2F46"/>
          </a:solidFill>
          <a:ln w="11430">
            <a:solidFill>
              <a:srgbClr val="A78BFA"/>
            </a:solidFill>
            <a:prstDash val="solid"/>
          </a:ln>
        </p:spPr>
        <p:txBody>
          <a:bodyPr/>
          <a:lstStyle/>
          <a:p>
            <a:endParaRPr/>
          </a:p>
        </p:txBody>
      </p:sp>
      <p:sp>
        <p:nvSpPr>
          <p:cNvPr id="21" name="Rectangle 20">
            <a:extLst>
              <a:ext uri="{FF2B5EF4-FFF2-40B4-BE49-F238E27FC236}">
                <a16:creationId xmlns:a16="http://schemas.microsoft.com/office/drawing/2014/main" id="{34C4A57E-AE08-47E4-AA0E-5E2DC4FC8E61}"/>
              </a:ext>
            </a:extLst>
          </p:cNvPr>
          <p:cNvSpPr>
            <a:spLocks noGrp="1"/>
          </p:cNvSpPr>
          <p:nvPr/>
        </p:nvSpPr>
        <p:spPr>
          <a:xfrm>
            <a:off x="6463283" y="2660141"/>
            <a:ext cx="328095" cy="297561"/>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3</a:t>
            </a:r>
          </a:p>
        </p:txBody>
      </p:sp>
      <p:sp>
        <p:nvSpPr>
          <p:cNvPr id="22" name="Rectangle: Rounded Corners 21">
            <a:extLst>
              <a:ext uri="{FF2B5EF4-FFF2-40B4-BE49-F238E27FC236}">
                <a16:creationId xmlns:a16="http://schemas.microsoft.com/office/drawing/2014/main" id="{313DFC4F-B3B2-4243-8BC5-CD97A220D5A5}"/>
              </a:ext>
            </a:extLst>
          </p:cNvPr>
          <p:cNvSpPr>
            <a:spLocks noGrp="1"/>
          </p:cNvSpPr>
          <p:nvPr/>
        </p:nvSpPr>
        <p:spPr>
          <a:xfrm>
            <a:off x="5663184" y="3107817"/>
            <a:ext cx="2296668" cy="1785366"/>
          </a:xfrm>
          <a:prstGeom prst="roundRect">
            <a:avLst>
              <a:gd name="adj" fmla="val 7692"/>
            </a:avLst>
          </a:prstGeom>
          <a:solidFill>
            <a:srgbClr val="10243A"/>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14D00B67-924C-4520-A896-5E4BB44848E3}"/>
              </a:ext>
            </a:extLst>
          </p:cNvPr>
          <p:cNvSpPr>
            <a:spLocks noGrp="1"/>
          </p:cNvSpPr>
          <p:nvPr/>
        </p:nvSpPr>
        <p:spPr>
          <a:xfrm>
            <a:off x="5663184" y="3107817"/>
            <a:ext cx="82024" cy="1785366"/>
          </a:xfrm>
          <a:prstGeom prst="rect">
            <a:avLst/>
          </a:prstGeom>
          <a:solidFill>
            <a:srgbClr val="A78BFA"/>
          </a:solidFill>
          <a:ln w="11430">
            <a:solidFill>
              <a:srgbClr val="A78BFA"/>
            </a:solidFill>
            <a:prstDash val="solid"/>
          </a:ln>
        </p:spPr>
        <p:txBody>
          <a:bodyPr/>
          <a:lstStyle/>
          <a:p>
            <a:endParaRPr/>
          </a:p>
        </p:txBody>
      </p:sp>
      <p:sp>
        <p:nvSpPr>
          <p:cNvPr id="24" name="Rectangle 23">
            <a:extLst>
              <a:ext uri="{FF2B5EF4-FFF2-40B4-BE49-F238E27FC236}">
                <a16:creationId xmlns:a16="http://schemas.microsoft.com/office/drawing/2014/main" id="{EAFA8A7D-068D-41CC-8F50-9290FFCDA7E1}"/>
              </a:ext>
            </a:extLst>
          </p:cNvPr>
          <p:cNvSpPr>
            <a:spLocks noGrp="1"/>
          </p:cNvSpPr>
          <p:nvPr/>
        </p:nvSpPr>
        <p:spPr>
          <a:xfrm>
            <a:off x="5872733" y="3279267"/>
            <a:ext cx="1781089" cy="595122"/>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Escalate</a:t>
            </a:r>
          </a:p>
        </p:txBody>
      </p:sp>
      <p:sp>
        <p:nvSpPr>
          <p:cNvPr id="25" name="Rectangle 24">
            <a:extLst>
              <a:ext uri="{FF2B5EF4-FFF2-40B4-BE49-F238E27FC236}">
                <a16:creationId xmlns:a16="http://schemas.microsoft.com/office/drawing/2014/main" id="{9BE056F2-8844-4E41-92F5-0147F66B4B01}"/>
              </a:ext>
            </a:extLst>
          </p:cNvPr>
          <p:cNvSpPr>
            <a:spLocks noGrp="1"/>
          </p:cNvSpPr>
          <p:nvPr/>
        </p:nvSpPr>
        <p:spPr>
          <a:xfrm>
            <a:off x="5872733" y="3793616"/>
            <a:ext cx="1781089" cy="961351"/>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Human approval is required.</a:t>
            </a:r>
          </a:p>
        </p:txBody>
      </p:sp>
      <p:sp>
        <p:nvSpPr>
          <p:cNvPr id="26" name="Rectangle 25">
            <a:extLst>
              <a:ext uri="{FF2B5EF4-FFF2-40B4-BE49-F238E27FC236}">
                <a16:creationId xmlns:a16="http://schemas.microsoft.com/office/drawing/2014/main" id="{63D6C968-9700-4912-B28B-8C1A22472407}"/>
              </a:ext>
            </a:extLst>
          </p:cNvPr>
          <p:cNvSpPr>
            <a:spLocks noGrp="1"/>
          </p:cNvSpPr>
          <p:nvPr/>
        </p:nvSpPr>
        <p:spPr>
          <a:xfrm>
            <a:off x="7530084" y="3660266"/>
            <a:ext cx="374966" cy="45779"/>
          </a:xfrm>
          <a:prstGeom prst="rect">
            <a:avLst/>
          </a:prstGeom>
          <a:solidFill>
            <a:srgbClr val="05D6A4"/>
          </a:solidFill>
          <a:ln w="11430">
            <a:solidFill>
              <a:srgbClr val="05D6A4"/>
            </a:solidFill>
            <a:prstDash val="solid"/>
          </a:ln>
        </p:spPr>
        <p:txBody>
          <a:bodyPr/>
          <a:lstStyle/>
          <a:p>
            <a:endParaRPr/>
          </a:p>
        </p:txBody>
      </p:sp>
      <p:sp>
        <p:nvSpPr>
          <p:cNvPr id="27" name="Oval 26">
            <a:extLst>
              <a:ext uri="{FF2B5EF4-FFF2-40B4-BE49-F238E27FC236}">
                <a16:creationId xmlns:a16="http://schemas.microsoft.com/office/drawing/2014/main" id="{BD3E4869-0579-48B3-99D1-E337ABE65247}"/>
              </a:ext>
            </a:extLst>
          </p:cNvPr>
          <p:cNvSpPr>
            <a:spLocks noGrp="1"/>
          </p:cNvSpPr>
          <p:nvPr/>
        </p:nvSpPr>
        <p:spPr>
          <a:xfrm>
            <a:off x="8530208" y="2555366"/>
            <a:ext cx="585885" cy="572233"/>
          </a:xfrm>
          <a:prstGeom prst="ellipse">
            <a:avLst/>
          </a:prstGeom>
          <a:solidFill>
            <a:srgbClr val="0F2F46"/>
          </a:solidFill>
          <a:ln w="11430">
            <a:solidFill>
              <a:srgbClr val="22C55E"/>
            </a:solidFill>
            <a:prstDash val="solid"/>
          </a:ln>
        </p:spPr>
        <p:txBody>
          <a:bodyPr/>
          <a:lstStyle/>
          <a:p>
            <a:endParaRPr/>
          </a:p>
        </p:txBody>
      </p:sp>
      <p:sp>
        <p:nvSpPr>
          <p:cNvPr id="28" name="Rectangle 27">
            <a:extLst>
              <a:ext uri="{FF2B5EF4-FFF2-40B4-BE49-F238E27FC236}">
                <a16:creationId xmlns:a16="http://schemas.microsoft.com/office/drawing/2014/main" id="{986AA1B1-5B9D-4A91-A6AB-EB7CD328E89B}"/>
              </a:ext>
            </a:extLst>
          </p:cNvPr>
          <p:cNvSpPr>
            <a:spLocks noGrp="1"/>
          </p:cNvSpPr>
          <p:nvPr/>
        </p:nvSpPr>
        <p:spPr>
          <a:xfrm>
            <a:off x="8634983" y="2660141"/>
            <a:ext cx="328095" cy="297561"/>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4</a:t>
            </a:r>
          </a:p>
        </p:txBody>
      </p:sp>
      <p:sp>
        <p:nvSpPr>
          <p:cNvPr id="29" name="Rectangle: Rounded Corners 28">
            <a:extLst>
              <a:ext uri="{FF2B5EF4-FFF2-40B4-BE49-F238E27FC236}">
                <a16:creationId xmlns:a16="http://schemas.microsoft.com/office/drawing/2014/main" id="{D50A3B11-414B-4471-ADA5-EA644CEB8DF6}"/>
              </a:ext>
            </a:extLst>
          </p:cNvPr>
          <p:cNvSpPr>
            <a:spLocks noGrp="1"/>
          </p:cNvSpPr>
          <p:nvPr/>
        </p:nvSpPr>
        <p:spPr>
          <a:xfrm>
            <a:off x="7834884" y="3107817"/>
            <a:ext cx="2296668" cy="1785366"/>
          </a:xfrm>
          <a:prstGeom prst="roundRect">
            <a:avLst>
              <a:gd name="adj" fmla="val 7692"/>
            </a:avLst>
          </a:prstGeom>
          <a:solidFill>
            <a:srgbClr val="10243A"/>
          </a:solidFill>
          <a:ln w="11430">
            <a:solidFill>
              <a:srgbClr val="22C55E"/>
            </a:solidFill>
            <a:prstDash val="solid"/>
          </a:ln>
        </p:spPr>
        <p:txBody>
          <a:bodyPr/>
          <a:lstStyle/>
          <a:p>
            <a:endParaRPr/>
          </a:p>
        </p:txBody>
      </p:sp>
      <p:sp>
        <p:nvSpPr>
          <p:cNvPr id="30" name="Rectangle 29">
            <a:extLst>
              <a:ext uri="{FF2B5EF4-FFF2-40B4-BE49-F238E27FC236}">
                <a16:creationId xmlns:a16="http://schemas.microsoft.com/office/drawing/2014/main" id="{A226295D-B451-4DB4-A97C-12850E07068A}"/>
              </a:ext>
            </a:extLst>
          </p:cNvPr>
          <p:cNvSpPr>
            <a:spLocks noGrp="1"/>
          </p:cNvSpPr>
          <p:nvPr/>
        </p:nvSpPr>
        <p:spPr>
          <a:xfrm>
            <a:off x="7834884" y="3107817"/>
            <a:ext cx="82024" cy="1785366"/>
          </a:xfrm>
          <a:prstGeom prst="rect">
            <a:avLst/>
          </a:prstGeom>
          <a:solidFill>
            <a:srgbClr val="22C55E"/>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92CA42C3-D8BA-4B10-A908-7B88751B40DB}"/>
              </a:ext>
            </a:extLst>
          </p:cNvPr>
          <p:cNvSpPr>
            <a:spLocks noGrp="1"/>
          </p:cNvSpPr>
          <p:nvPr/>
        </p:nvSpPr>
        <p:spPr>
          <a:xfrm>
            <a:off x="8044433" y="3279267"/>
            <a:ext cx="1781089" cy="595122"/>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Refuse</a:t>
            </a:r>
          </a:p>
        </p:txBody>
      </p:sp>
      <p:sp>
        <p:nvSpPr>
          <p:cNvPr id="32" name="Rectangle 31">
            <a:extLst>
              <a:ext uri="{FF2B5EF4-FFF2-40B4-BE49-F238E27FC236}">
                <a16:creationId xmlns:a16="http://schemas.microsoft.com/office/drawing/2014/main" id="{72727C51-C162-49C8-AC31-7DD3C6CBBD9E}"/>
              </a:ext>
            </a:extLst>
          </p:cNvPr>
          <p:cNvSpPr>
            <a:spLocks noGrp="1"/>
          </p:cNvSpPr>
          <p:nvPr/>
        </p:nvSpPr>
        <p:spPr>
          <a:xfrm>
            <a:off x="8044433" y="3793616"/>
            <a:ext cx="1781089" cy="961351"/>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The request violates policy.</a:t>
            </a:r>
          </a:p>
        </p:txBody>
      </p:sp>
      <p:sp>
        <p:nvSpPr>
          <p:cNvPr id="33" name="Rectangle: Rounded Corners 32">
            <a:extLst>
              <a:ext uri="{FF2B5EF4-FFF2-40B4-BE49-F238E27FC236}">
                <a16:creationId xmlns:a16="http://schemas.microsoft.com/office/drawing/2014/main" id="{C5C05B77-33CE-4C1F-9ED1-A5A6B8CCB33D}"/>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34" name="Rectangle 33">
            <a:extLst>
              <a:ext uri="{FF2B5EF4-FFF2-40B4-BE49-F238E27FC236}">
                <a16:creationId xmlns:a16="http://schemas.microsoft.com/office/drawing/2014/main" id="{3E72C997-4BCA-479C-9646-10160E48EE75}"/>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35" name="Rectangle 34">
            <a:extLst>
              <a:ext uri="{FF2B5EF4-FFF2-40B4-BE49-F238E27FC236}">
                <a16:creationId xmlns:a16="http://schemas.microsoft.com/office/drawing/2014/main" id="{504D3C8D-41DA-4BA7-B315-8CFCBD6A5930}"/>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Escalation rules protect speed and safety together.</a:t>
            </a:r>
          </a:p>
        </p:txBody>
      </p:sp>
      <p:sp>
        <p:nvSpPr>
          <p:cNvPr id="37" name="Oval 36">
            <a:extLst>
              <a:ext uri="{FF2B5EF4-FFF2-40B4-BE49-F238E27FC236}">
                <a16:creationId xmlns:a16="http://schemas.microsoft.com/office/drawing/2014/main" id="{20AFF39D-FBF1-440F-B0F3-47C39E0ADE6F}"/>
              </a:ext>
            </a:extLst>
          </p:cNvPr>
          <p:cNvSpPr>
            <a:spLocks noGrp="1"/>
          </p:cNvSpPr>
          <p:nvPr/>
        </p:nvSpPr>
        <p:spPr>
          <a:xfrm>
            <a:off x="1300733" y="2898266"/>
            <a:ext cx="492143" cy="480675"/>
          </a:xfrm>
          <a:prstGeom prst="ellipse">
            <a:avLst/>
          </a:prstGeom>
          <a:solidFill>
            <a:srgbClr val="22C55E"/>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3"/>
              </a:ext>
            </a:extLst>
          </a:blip>
          <a:stretch/>
        </p:blipFill>
        <p:spPr>
          <a:xfrm>
            <a:off x="1386459" y="3005328"/>
            <a:ext cx="275600" cy="275600"/>
          </a:xfrm>
          <a:prstGeom prst="rect">
            <a:avLst/>
          </a:prstGeom>
        </p:spPr>
      </p:pic>
      <p:sp>
        <p:nvSpPr>
          <p:cNvPr id="39" name="Oval 38">
            <a:extLst>
              <a:ext uri="{FF2B5EF4-FFF2-40B4-BE49-F238E27FC236}">
                <a16:creationId xmlns:a16="http://schemas.microsoft.com/office/drawing/2014/main" id="{3C31FBB5-A8CB-42EF-9378-CEC368BA9386}"/>
              </a:ext>
            </a:extLst>
          </p:cNvPr>
          <p:cNvSpPr>
            <a:spLocks noGrp="1"/>
          </p:cNvSpPr>
          <p:nvPr/>
        </p:nvSpPr>
        <p:spPr>
          <a:xfrm>
            <a:off x="3494150" y="2917316"/>
            <a:ext cx="492143" cy="480675"/>
          </a:xfrm>
          <a:prstGeom prst="ellipse">
            <a:avLst/>
          </a:prstGeom>
          <a:solidFill>
            <a:srgbClr val="22C55E"/>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3"/>
              </a:ext>
            </a:extLst>
          </a:blip>
          <a:stretch/>
        </p:blipFill>
        <p:spPr>
          <a:xfrm>
            <a:off x="3592449" y="2995803"/>
            <a:ext cx="275600" cy="275600"/>
          </a:xfrm>
          <a:prstGeom prst="rect">
            <a:avLst/>
          </a:prstGeom>
        </p:spPr>
      </p:pic>
      <p:sp>
        <p:nvSpPr>
          <p:cNvPr id="41" name="Oval 40">
            <a:extLst>
              <a:ext uri="{FF2B5EF4-FFF2-40B4-BE49-F238E27FC236}">
                <a16:creationId xmlns:a16="http://schemas.microsoft.com/office/drawing/2014/main" id="{E4F980B8-4205-4C43-9ADD-57C78BA3FB05}"/>
              </a:ext>
            </a:extLst>
          </p:cNvPr>
          <p:cNvSpPr>
            <a:spLocks noGrp="1"/>
          </p:cNvSpPr>
          <p:nvPr/>
        </p:nvSpPr>
        <p:spPr>
          <a:xfrm>
            <a:off x="5650991" y="2936366"/>
            <a:ext cx="492143" cy="480675"/>
          </a:xfrm>
          <a:prstGeom prst="ellipse">
            <a:avLst/>
          </a:prstGeom>
          <a:solidFill>
            <a:srgbClr val="FBBF24"/>
          </a:solidFill>
          <a:ln w="9525">
            <a:solidFill>
              <a:srgbClr val="0B1A2A"/>
            </a:solidFill>
            <a:prstDash val="solid"/>
          </a:ln>
        </p:spPr>
        <p:txBody>
          <a:bodyPr/>
          <a:lstStyle/>
          <a:p>
            <a:endParaRPr lang="en-SG"/>
          </a:p>
        </p:txBody>
      </p:sp>
      <p:pic>
        <p:nvPicPr>
          <p:cNvPr id="85" name="Graphic 84"/>
          <p:cNvPicPr>
            <a:picLocks noChangeAspect="1"/>
          </p:cNvPicPr>
          <p:nvPr/>
        </p:nvPicPr>
        <p:blipFill>
          <a:blip>
            <a:extLst>
              <a:ext uri="{96DAC541-7B7A-43D3-8B79-37D633B846F1}">
                <asvg:svgBlip xmlns:asvg="http://schemas.microsoft.com/office/drawing/2016/SVG/main" r:embed="rId4"/>
              </a:ext>
            </a:extLst>
          </a:blip>
          <a:stretch/>
        </p:blipFill>
        <p:spPr>
          <a:xfrm>
            <a:off x="5754433" y="3004947"/>
            <a:ext cx="275600" cy="275600"/>
          </a:xfrm>
          <a:prstGeom prst="rect">
            <a:avLst/>
          </a:prstGeom>
        </p:spPr>
      </p:pic>
      <p:sp>
        <p:nvSpPr>
          <p:cNvPr id="43" name="Oval 42">
            <a:extLst>
              <a:ext uri="{FF2B5EF4-FFF2-40B4-BE49-F238E27FC236}">
                <a16:creationId xmlns:a16="http://schemas.microsoft.com/office/drawing/2014/main" id="{D59EA41C-35F6-4CB8-B4DF-BBEC74432E1A}"/>
              </a:ext>
            </a:extLst>
          </p:cNvPr>
          <p:cNvSpPr>
            <a:spLocks noGrp="1"/>
          </p:cNvSpPr>
          <p:nvPr/>
        </p:nvSpPr>
        <p:spPr>
          <a:xfrm>
            <a:off x="7810118" y="2898266"/>
            <a:ext cx="492143" cy="480675"/>
          </a:xfrm>
          <a:prstGeom prst="ellipse">
            <a:avLst/>
          </a:prstGeom>
          <a:solidFill>
            <a:srgbClr val="A78BFA"/>
          </a:solidFill>
          <a:ln w="9525">
            <a:solidFill>
              <a:srgbClr val="0B1A2A"/>
            </a:solidFill>
            <a:prstDash val="solid"/>
          </a:ln>
        </p:spPr>
        <p:txBody>
          <a:bodyPr/>
          <a:lstStyle/>
          <a:p>
            <a:endParaRPr lang="en-SG"/>
          </a:p>
        </p:txBody>
      </p:sp>
      <p:pic>
        <p:nvPicPr>
          <p:cNvPr id="87" name="Graphic 86"/>
          <p:cNvPicPr>
            <a:picLocks noChangeAspect="1"/>
          </p:cNvPicPr>
          <p:nvPr/>
        </p:nvPicPr>
        <p:blipFill>
          <a:blip>
            <a:extLst>
              <a:ext uri="{96DAC541-7B7A-43D3-8B79-37D633B846F1}">
                <asvg:svgBlip xmlns:asvg="http://schemas.microsoft.com/office/drawing/2016/SVG/main" r:embed="rId5"/>
              </a:ext>
            </a:extLst>
          </a:blip>
          <a:stretch/>
        </p:blipFill>
        <p:spPr>
          <a:xfrm>
            <a:off x="7901559" y="2976753"/>
            <a:ext cx="275600" cy="275600"/>
          </a:xfrm>
          <a:prstGeom prst="rect">
            <a:avLst/>
          </a:prstGeom>
        </p:spPr>
      </p:pic>
      <p:pic>
        <p:nvPicPr>
          <p:cNvPr id="40" name="Picture 39">
            <a:extLst>
              <a:ext uri="{FF2B5EF4-FFF2-40B4-BE49-F238E27FC236}">
                <a16:creationId xmlns:a16="http://schemas.microsoft.com/office/drawing/2014/main" id="{F9A0B0AC-F251-7AE3-24B8-9963D6547A8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150593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982A077-F38C-4E2C-B854-3240E01D1734}"/>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CANVAS</a:t>
            </a:r>
          </a:p>
        </p:txBody>
      </p:sp>
      <p:sp>
        <p:nvSpPr>
          <p:cNvPr id="2" name="Rectangle 1">
            <a:extLst>
              <a:ext uri="{FF2B5EF4-FFF2-40B4-BE49-F238E27FC236}">
                <a16:creationId xmlns:a16="http://schemas.microsoft.com/office/drawing/2014/main" id="{FB443412-825F-4B7A-8818-D98909ED6512}"/>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Access and escalation matrix</a:t>
            </a:r>
          </a:p>
        </p:txBody>
      </p:sp>
      <p:sp>
        <p:nvSpPr>
          <p:cNvPr id="3" name="Rectangle 2">
            <a:extLst>
              <a:ext uri="{FF2B5EF4-FFF2-40B4-BE49-F238E27FC236}">
                <a16:creationId xmlns:a16="http://schemas.microsoft.com/office/drawing/2014/main" id="{AB4C5262-8384-41B8-88E8-180B29BE27E3}"/>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0A76D861-8DA6-447B-886E-0CD8DE7F9140}"/>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24</a:t>
            </a:r>
          </a:p>
        </p:txBody>
      </p:sp>
      <p:sp>
        <p:nvSpPr>
          <p:cNvPr id="5" name="Rectangle 4">
            <a:extLst>
              <a:ext uri="{FF2B5EF4-FFF2-40B4-BE49-F238E27FC236}">
                <a16:creationId xmlns:a16="http://schemas.microsoft.com/office/drawing/2014/main" id="{877CB7C7-9290-4EF6-94E7-BBA708590555}"/>
              </a:ext>
            </a:extLst>
          </p:cNvPr>
          <p:cNvSpPr>
            <a:spLocks noGrp="1"/>
          </p:cNvSpPr>
          <p:nvPr/>
        </p:nvSpPr>
        <p:spPr>
          <a:xfrm>
            <a:off x="685800" y="1447800"/>
            <a:ext cx="10210800" cy="876300"/>
          </a:xfrm>
          <a:prstGeom prst="rect">
            <a:avLst/>
          </a:prstGeom>
          <a:noFill/>
          <a:ln w="0">
            <a:noFill/>
            <a:prstDash val="solid"/>
          </a:ln>
        </p:spPr>
        <p:txBody>
          <a:bodyPr/>
          <a:lstStyle/>
          <a:p>
            <a:pPr algn="l">
              <a:buNone/>
              <a:defRPr sz="1875" b="0">
                <a:solidFill>
                  <a:srgbClr val="A8B6C7"/>
                </a:solidFill>
              </a:defRPr>
            </a:pPr>
            <a:r>
              <a:rPr sz="2000" b="0">
                <a:solidFill>
                  <a:srgbClr val="A8B6C7"/>
                </a:solidFill>
              </a:rPr>
              <a:t>Define who can use each source category and what the system must do when risk appears.</a:t>
            </a:r>
          </a:p>
        </p:txBody>
      </p:sp>
      <p:sp>
        <p:nvSpPr>
          <p:cNvPr id="6" name="Rectangle: Rounded Corners 5">
            <a:extLst>
              <a:ext uri="{FF2B5EF4-FFF2-40B4-BE49-F238E27FC236}">
                <a16:creationId xmlns:a16="http://schemas.microsoft.com/office/drawing/2014/main" id="{CE247F45-F7A1-4586-B45D-9E90B1999E48}"/>
              </a:ext>
            </a:extLst>
          </p:cNvPr>
          <p:cNvSpPr>
            <a:spLocks noGrp="1"/>
          </p:cNvSpPr>
          <p:nvPr/>
        </p:nvSpPr>
        <p:spPr>
          <a:xfrm>
            <a:off x="952500" y="2305050"/>
            <a:ext cx="1943100" cy="2857500"/>
          </a:xfrm>
          <a:prstGeom prst="roundRect">
            <a:avLst>
              <a:gd name="adj" fmla="val 5882"/>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17BCCDC5-9014-4BED-9337-24BCAC1B9710}"/>
              </a:ext>
            </a:extLst>
          </p:cNvPr>
          <p:cNvSpPr>
            <a:spLocks noGrp="1"/>
          </p:cNvSpPr>
          <p:nvPr/>
        </p:nvSpPr>
        <p:spPr>
          <a:xfrm>
            <a:off x="11620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Role</a:t>
            </a:r>
          </a:p>
        </p:txBody>
      </p:sp>
      <p:sp>
        <p:nvSpPr>
          <p:cNvPr id="8" name="Rectangle 7">
            <a:extLst>
              <a:ext uri="{FF2B5EF4-FFF2-40B4-BE49-F238E27FC236}">
                <a16:creationId xmlns:a16="http://schemas.microsoft.com/office/drawing/2014/main" id="{356BF5AC-C43C-4A22-8E8B-056CCC2B95AC}"/>
              </a:ext>
            </a:extLst>
          </p:cNvPr>
          <p:cNvSpPr>
            <a:spLocks noGrp="1"/>
          </p:cNvSpPr>
          <p:nvPr/>
        </p:nvSpPr>
        <p:spPr>
          <a:xfrm>
            <a:off x="11811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Who is asking?</a:t>
            </a:r>
          </a:p>
        </p:txBody>
      </p:sp>
      <p:sp>
        <p:nvSpPr>
          <p:cNvPr id="9" name="Rectangle: Rounded Corners 8">
            <a:extLst>
              <a:ext uri="{FF2B5EF4-FFF2-40B4-BE49-F238E27FC236}">
                <a16:creationId xmlns:a16="http://schemas.microsoft.com/office/drawing/2014/main" id="{28A73F79-B0AB-43AA-9E12-93F40E2B3581}"/>
              </a:ext>
            </a:extLst>
          </p:cNvPr>
          <p:cNvSpPr>
            <a:spLocks noGrp="1"/>
          </p:cNvSpPr>
          <p:nvPr/>
        </p:nvSpPr>
        <p:spPr>
          <a:xfrm>
            <a:off x="3009900" y="2305050"/>
            <a:ext cx="1943100" cy="2857500"/>
          </a:xfrm>
          <a:prstGeom prst="roundRect">
            <a:avLst>
              <a:gd name="adj" fmla="val 5882"/>
            </a:avLst>
          </a:prstGeom>
          <a:solidFill>
            <a:srgbClr val="10243A"/>
          </a:solidFill>
          <a:ln w="11430">
            <a:solidFill>
              <a:srgbClr val="38BDF8"/>
            </a:solidFill>
            <a:prstDash val="solid"/>
          </a:ln>
        </p:spPr>
        <p:txBody>
          <a:bodyPr/>
          <a:lstStyle/>
          <a:p>
            <a:endParaRPr/>
          </a:p>
        </p:txBody>
      </p:sp>
      <p:sp>
        <p:nvSpPr>
          <p:cNvPr id="10" name="Rectangle 9">
            <a:extLst>
              <a:ext uri="{FF2B5EF4-FFF2-40B4-BE49-F238E27FC236}">
                <a16:creationId xmlns:a16="http://schemas.microsoft.com/office/drawing/2014/main" id="{EBC1E610-D2ED-406C-94EF-A56E8FC9BF5B}"/>
              </a:ext>
            </a:extLst>
          </p:cNvPr>
          <p:cNvSpPr>
            <a:spLocks noGrp="1"/>
          </p:cNvSpPr>
          <p:nvPr/>
        </p:nvSpPr>
        <p:spPr>
          <a:xfrm>
            <a:off x="32194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Source</a:t>
            </a:r>
          </a:p>
        </p:txBody>
      </p:sp>
      <p:sp>
        <p:nvSpPr>
          <p:cNvPr id="11" name="Rectangle 10">
            <a:extLst>
              <a:ext uri="{FF2B5EF4-FFF2-40B4-BE49-F238E27FC236}">
                <a16:creationId xmlns:a16="http://schemas.microsoft.com/office/drawing/2014/main" id="{0ECE0A85-FF61-4646-B140-AD57BA0310C1}"/>
              </a:ext>
            </a:extLst>
          </p:cNvPr>
          <p:cNvSpPr>
            <a:spLocks noGrp="1"/>
          </p:cNvSpPr>
          <p:nvPr/>
        </p:nvSpPr>
        <p:spPr>
          <a:xfrm>
            <a:off x="32385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What category is needed?</a:t>
            </a:r>
          </a:p>
        </p:txBody>
      </p:sp>
      <p:sp>
        <p:nvSpPr>
          <p:cNvPr id="12" name="Rectangle: Rounded Corners 11">
            <a:extLst>
              <a:ext uri="{FF2B5EF4-FFF2-40B4-BE49-F238E27FC236}">
                <a16:creationId xmlns:a16="http://schemas.microsoft.com/office/drawing/2014/main" id="{DF171A7D-DE5F-460E-B28F-C70E76D0D62D}"/>
              </a:ext>
            </a:extLst>
          </p:cNvPr>
          <p:cNvSpPr>
            <a:spLocks noGrp="1"/>
          </p:cNvSpPr>
          <p:nvPr/>
        </p:nvSpPr>
        <p:spPr>
          <a:xfrm>
            <a:off x="5067300" y="2305050"/>
            <a:ext cx="1943100" cy="2857500"/>
          </a:xfrm>
          <a:prstGeom prst="roundRect">
            <a:avLst>
              <a:gd name="adj" fmla="val 5882"/>
            </a:avLst>
          </a:prstGeom>
          <a:solidFill>
            <a:srgbClr val="10243A"/>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66AE2801-DC8D-4864-8B73-078E93ABB42C}"/>
              </a:ext>
            </a:extLst>
          </p:cNvPr>
          <p:cNvSpPr>
            <a:spLocks noGrp="1"/>
          </p:cNvSpPr>
          <p:nvPr/>
        </p:nvSpPr>
        <p:spPr>
          <a:xfrm>
            <a:off x="52768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Access</a:t>
            </a:r>
          </a:p>
        </p:txBody>
      </p:sp>
      <p:sp>
        <p:nvSpPr>
          <p:cNvPr id="14" name="Rectangle 13">
            <a:extLst>
              <a:ext uri="{FF2B5EF4-FFF2-40B4-BE49-F238E27FC236}">
                <a16:creationId xmlns:a16="http://schemas.microsoft.com/office/drawing/2014/main" id="{B3C833F0-5579-467A-9235-71D6503B0BB4}"/>
              </a:ext>
            </a:extLst>
          </p:cNvPr>
          <p:cNvSpPr>
            <a:spLocks noGrp="1"/>
          </p:cNvSpPr>
          <p:nvPr/>
        </p:nvSpPr>
        <p:spPr>
          <a:xfrm>
            <a:off x="52959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View, cite, summarize, or restricted.</a:t>
            </a:r>
          </a:p>
        </p:txBody>
      </p:sp>
      <p:sp>
        <p:nvSpPr>
          <p:cNvPr id="15" name="Rectangle: Rounded Corners 14">
            <a:extLst>
              <a:ext uri="{FF2B5EF4-FFF2-40B4-BE49-F238E27FC236}">
                <a16:creationId xmlns:a16="http://schemas.microsoft.com/office/drawing/2014/main" id="{9FE2FD16-A239-45AD-97A7-CEE97B5BE8DC}"/>
              </a:ext>
            </a:extLst>
          </p:cNvPr>
          <p:cNvSpPr>
            <a:spLocks noGrp="1"/>
          </p:cNvSpPr>
          <p:nvPr/>
        </p:nvSpPr>
        <p:spPr>
          <a:xfrm>
            <a:off x="7124700" y="2305050"/>
            <a:ext cx="1943100" cy="2857500"/>
          </a:xfrm>
          <a:prstGeom prst="roundRect">
            <a:avLst>
              <a:gd name="adj" fmla="val 5882"/>
            </a:avLst>
          </a:prstGeom>
          <a:solidFill>
            <a:srgbClr val="10243A"/>
          </a:solidFill>
          <a:ln w="11430">
            <a:solidFill>
              <a:srgbClr val="22C55E"/>
            </a:solidFill>
            <a:prstDash val="solid"/>
          </a:ln>
        </p:spPr>
        <p:txBody>
          <a:bodyPr/>
          <a:lstStyle/>
          <a:p>
            <a:endParaRPr/>
          </a:p>
        </p:txBody>
      </p:sp>
      <p:sp>
        <p:nvSpPr>
          <p:cNvPr id="16" name="Rectangle 15">
            <a:extLst>
              <a:ext uri="{FF2B5EF4-FFF2-40B4-BE49-F238E27FC236}">
                <a16:creationId xmlns:a16="http://schemas.microsoft.com/office/drawing/2014/main" id="{CCB08E75-AF33-483B-A76F-4A3F9B8393C4}"/>
              </a:ext>
            </a:extLst>
          </p:cNvPr>
          <p:cNvSpPr>
            <a:spLocks noGrp="1"/>
          </p:cNvSpPr>
          <p:nvPr/>
        </p:nvSpPr>
        <p:spPr>
          <a:xfrm>
            <a:off x="73342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Trigger</a:t>
            </a:r>
          </a:p>
        </p:txBody>
      </p:sp>
      <p:sp>
        <p:nvSpPr>
          <p:cNvPr id="17" name="Rectangle 16">
            <a:extLst>
              <a:ext uri="{FF2B5EF4-FFF2-40B4-BE49-F238E27FC236}">
                <a16:creationId xmlns:a16="http://schemas.microsoft.com/office/drawing/2014/main" id="{5F8EAD51-979E-416B-856A-E6CA1EB21251}"/>
              </a:ext>
            </a:extLst>
          </p:cNvPr>
          <p:cNvSpPr>
            <a:spLocks noGrp="1"/>
          </p:cNvSpPr>
          <p:nvPr/>
        </p:nvSpPr>
        <p:spPr>
          <a:xfrm>
            <a:off x="73533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What causes escalation?</a:t>
            </a:r>
          </a:p>
        </p:txBody>
      </p:sp>
      <p:sp>
        <p:nvSpPr>
          <p:cNvPr id="18" name="Rectangle: Rounded Corners 17">
            <a:extLst>
              <a:ext uri="{FF2B5EF4-FFF2-40B4-BE49-F238E27FC236}">
                <a16:creationId xmlns:a16="http://schemas.microsoft.com/office/drawing/2014/main" id="{2F5D0BA9-63A2-4F11-BF9D-BE0A837EAEA1}"/>
              </a:ext>
            </a:extLst>
          </p:cNvPr>
          <p:cNvSpPr>
            <a:spLocks noGrp="1"/>
          </p:cNvSpPr>
          <p:nvPr/>
        </p:nvSpPr>
        <p:spPr>
          <a:xfrm>
            <a:off x="9182100" y="2305050"/>
            <a:ext cx="1943100" cy="2857500"/>
          </a:xfrm>
          <a:prstGeom prst="roundRect">
            <a:avLst>
              <a:gd name="adj" fmla="val 5882"/>
            </a:avLst>
          </a:prstGeom>
          <a:solidFill>
            <a:srgbClr val="10243A"/>
          </a:solidFill>
          <a:ln w="11430">
            <a:solidFill>
              <a:srgbClr val="FBBF24"/>
            </a:solidFill>
            <a:prstDash val="solid"/>
          </a:ln>
        </p:spPr>
        <p:txBody>
          <a:bodyPr/>
          <a:lstStyle/>
          <a:p>
            <a:endParaRPr/>
          </a:p>
        </p:txBody>
      </p:sp>
      <p:sp>
        <p:nvSpPr>
          <p:cNvPr id="19" name="Rectangle 18">
            <a:extLst>
              <a:ext uri="{FF2B5EF4-FFF2-40B4-BE49-F238E27FC236}">
                <a16:creationId xmlns:a16="http://schemas.microsoft.com/office/drawing/2014/main" id="{9AD5F815-105E-4E73-BC7C-0774CE9ED2D1}"/>
              </a:ext>
            </a:extLst>
          </p:cNvPr>
          <p:cNvSpPr>
            <a:spLocks noGrp="1"/>
          </p:cNvSpPr>
          <p:nvPr/>
        </p:nvSpPr>
        <p:spPr>
          <a:xfrm>
            <a:off x="9391650" y="2533650"/>
            <a:ext cx="1524000" cy="552450"/>
          </a:xfrm>
          <a:prstGeom prst="rect">
            <a:avLst/>
          </a:prstGeom>
          <a:noFill/>
          <a:ln w="0">
            <a:noFill/>
            <a:prstDash val="solid"/>
          </a:ln>
        </p:spPr>
        <p:txBody>
          <a:bodyPr/>
          <a:lstStyle/>
          <a:p>
            <a:pPr algn="ctr">
              <a:buNone/>
              <a:defRPr sz="1800" b="1">
                <a:solidFill>
                  <a:srgbClr val="F8FAFC"/>
                </a:solidFill>
              </a:defRPr>
            </a:pPr>
            <a:r>
              <a:rPr sz="2400" b="1">
                <a:solidFill>
                  <a:srgbClr val="F8FAFC"/>
                </a:solidFill>
              </a:rPr>
              <a:t>Owner</a:t>
            </a:r>
          </a:p>
        </p:txBody>
      </p:sp>
      <p:sp>
        <p:nvSpPr>
          <p:cNvPr id="20" name="Rectangle 19">
            <a:extLst>
              <a:ext uri="{FF2B5EF4-FFF2-40B4-BE49-F238E27FC236}">
                <a16:creationId xmlns:a16="http://schemas.microsoft.com/office/drawing/2014/main" id="{020E9316-0802-44BC-AEF1-A455C6FB7E8D}"/>
              </a:ext>
            </a:extLst>
          </p:cNvPr>
          <p:cNvSpPr>
            <a:spLocks noGrp="1"/>
          </p:cNvSpPr>
          <p:nvPr/>
        </p:nvSpPr>
        <p:spPr>
          <a:xfrm>
            <a:off x="9410700" y="3333750"/>
            <a:ext cx="1485900" cy="1657350"/>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Who decides?</a:t>
            </a:r>
          </a:p>
        </p:txBody>
      </p:sp>
      <p:sp>
        <p:nvSpPr>
          <p:cNvPr id="21" name="Rectangle: Rounded Corners 20">
            <a:extLst>
              <a:ext uri="{FF2B5EF4-FFF2-40B4-BE49-F238E27FC236}">
                <a16:creationId xmlns:a16="http://schemas.microsoft.com/office/drawing/2014/main" id="{48A3BB60-BD43-46EA-BACD-624D9274B270}"/>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2" name="Rectangle 21">
            <a:extLst>
              <a:ext uri="{FF2B5EF4-FFF2-40B4-BE49-F238E27FC236}">
                <a16:creationId xmlns:a16="http://schemas.microsoft.com/office/drawing/2014/main" id="{F6AE04C6-6DDB-4D46-9463-4CB5D97F934C}"/>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DECISION</a:t>
            </a:r>
          </a:p>
        </p:txBody>
      </p:sp>
      <p:sp>
        <p:nvSpPr>
          <p:cNvPr id="23" name="Rectangle 22">
            <a:extLst>
              <a:ext uri="{FF2B5EF4-FFF2-40B4-BE49-F238E27FC236}">
                <a16:creationId xmlns:a16="http://schemas.microsoft.com/office/drawing/2014/main" id="{A6D4685C-CC5C-4CF0-89CA-0C4BCCC62F4D}"/>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Show one sample row in the workbook, not a crowded table.</a:t>
            </a:r>
          </a:p>
        </p:txBody>
      </p:sp>
      <p:sp>
        <p:nvSpPr>
          <p:cNvPr id="25" name="Oval 24">
            <a:extLst>
              <a:ext uri="{FF2B5EF4-FFF2-40B4-BE49-F238E27FC236}">
                <a16:creationId xmlns:a16="http://schemas.microsoft.com/office/drawing/2014/main" id="{B1FE3CCF-E46D-4DAF-94CB-21FFC516EFD7}"/>
              </a:ext>
            </a:extLst>
          </p:cNvPr>
          <p:cNvSpPr>
            <a:spLocks noGrp="1"/>
          </p:cNvSpPr>
          <p:nvPr/>
        </p:nvSpPr>
        <p:spPr>
          <a:xfrm>
            <a:off x="2305050" y="2533650"/>
            <a:ext cx="400050" cy="400050"/>
          </a:xfrm>
          <a:prstGeom prst="ellipse">
            <a:avLst/>
          </a:prstGeom>
          <a:solidFill>
            <a:srgbClr val="A78BFA"/>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2393061" y="2621661"/>
            <a:ext cx="224028" cy="224028"/>
          </a:xfrm>
          <a:prstGeom prst="rect">
            <a:avLst/>
          </a:prstGeom>
        </p:spPr>
      </p:pic>
      <p:sp>
        <p:nvSpPr>
          <p:cNvPr id="27" name="Oval 26">
            <a:extLst>
              <a:ext uri="{FF2B5EF4-FFF2-40B4-BE49-F238E27FC236}">
                <a16:creationId xmlns:a16="http://schemas.microsoft.com/office/drawing/2014/main" id="{894DAF69-B354-4046-BF4E-0E0EA09E95CA}"/>
              </a:ext>
            </a:extLst>
          </p:cNvPr>
          <p:cNvSpPr>
            <a:spLocks noGrp="1"/>
          </p:cNvSpPr>
          <p:nvPr/>
        </p:nvSpPr>
        <p:spPr>
          <a:xfrm>
            <a:off x="4362450" y="2533650"/>
            <a:ext cx="400050" cy="400050"/>
          </a:xfrm>
          <a:prstGeom prst="ellipse">
            <a:avLst/>
          </a:prstGeom>
          <a:solidFill>
            <a:srgbClr val="38BDF8"/>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4450461" y="2621661"/>
            <a:ext cx="224028" cy="224028"/>
          </a:xfrm>
          <a:prstGeom prst="rect">
            <a:avLst/>
          </a:prstGeom>
        </p:spPr>
      </p:pic>
      <p:sp>
        <p:nvSpPr>
          <p:cNvPr id="29" name="Oval 28">
            <a:extLst>
              <a:ext uri="{FF2B5EF4-FFF2-40B4-BE49-F238E27FC236}">
                <a16:creationId xmlns:a16="http://schemas.microsoft.com/office/drawing/2014/main" id="{D7D56A4B-412F-401A-AC9F-F71DAD39704A}"/>
              </a:ext>
            </a:extLst>
          </p:cNvPr>
          <p:cNvSpPr>
            <a:spLocks noGrp="1"/>
          </p:cNvSpPr>
          <p:nvPr/>
        </p:nvSpPr>
        <p:spPr>
          <a:xfrm>
            <a:off x="6419850" y="2533650"/>
            <a:ext cx="400050" cy="400050"/>
          </a:xfrm>
          <a:prstGeom prst="ellipse">
            <a:avLst/>
          </a:prstGeom>
          <a:solidFill>
            <a:srgbClr val="A78BFA"/>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3"/>
              </a:ext>
            </a:extLst>
          </a:blip>
          <a:stretch/>
        </p:blipFill>
        <p:spPr>
          <a:xfrm>
            <a:off x="6507861" y="2621661"/>
            <a:ext cx="224028" cy="224028"/>
          </a:xfrm>
          <a:prstGeom prst="rect">
            <a:avLst/>
          </a:prstGeom>
        </p:spPr>
      </p:pic>
      <p:sp>
        <p:nvSpPr>
          <p:cNvPr id="31" name="Oval 30">
            <a:extLst>
              <a:ext uri="{FF2B5EF4-FFF2-40B4-BE49-F238E27FC236}">
                <a16:creationId xmlns:a16="http://schemas.microsoft.com/office/drawing/2014/main" id="{E4E4F547-BFA7-43C1-BB81-9EE5A291AD6E}"/>
              </a:ext>
            </a:extLst>
          </p:cNvPr>
          <p:cNvSpPr>
            <a:spLocks noGrp="1"/>
          </p:cNvSpPr>
          <p:nvPr/>
        </p:nvSpPr>
        <p:spPr>
          <a:xfrm>
            <a:off x="8477250" y="2533650"/>
            <a:ext cx="400050" cy="400050"/>
          </a:xfrm>
          <a:prstGeom prst="ellipse">
            <a:avLst/>
          </a:prstGeom>
          <a:solidFill>
            <a:srgbClr val="05D6A4"/>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5"/>
              </a:ext>
            </a:extLst>
          </a:blip>
          <a:stretch/>
        </p:blipFill>
        <p:spPr>
          <a:xfrm>
            <a:off x="8565261" y="2621661"/>
            <a:ext cx="224028" cy="224028"/>
          </a:xfrm>
          <a:prstGeom prst="rect">
            <a:avLst/>
          </a:prstGeom>
        </p:spPr>
      </p:pic>
      <p:sp>
        <p:nvSpPr>
          <p:cNvPr id="33" name="Oval 32">
            <a:extLst>
              <a:ext uri="{FF2B5EF4-FFF2-40B4-BE49-F238E27FC236}">
                <a16:creationId xmlns:a16="http://schemas.microsoft.com/office/drawing/2014/main" id="{12B7B97E-1241-4FE1-9AF4-1DD3A76DE968}"/>
              </a:ext>
            </a:extLst>
          </p:cNvPr>
          <p:cNvSpPr>
            <a:spLocks noGrp="1"/>
          </p:cNvSpPr>
          <p:nvPr/>
        </p:nvSpPr>
        <p:spPr>
          <a:xfrm>
            <a:off x="10534650" y="2533650"/>
            <a:ext cx="400050" cy="400050"/>
          </a:xfrm>
          <a:prstGeom prst="ellipse">
            <a:avLst/>
          </a:prstGeom>
          <a:solidFill>
            <a:srgbClr val="FBBF24"/>
          </a:solidFill>
          <a:ln w="9525">
            <a:solidFill>
              <a:srgbClr val="0B1A2A"/>
            </a:solidFill>
            <a:prstDash val="solid"/>
          </a:ln>
        </p:spPr>
        <p:txBody>
          <a:bodyPr/>
          <a:lstStyle/>
          <a:p>
            <a:endParaRPr lang="en-SG"/>
          </a:p>
        </p:txBody>
      </p:sp>
      <p:pic>
        <p:nvPicPr>
          <p:cNvPr id="67" name="Graphic 66"/>
          <p:cNvPicPr>
            <a:picLocks noChangeAspect="1"/>
          </p:cNvPicPr>
          <p:nvPr/>
        </p:nvPicPr>
        <p:blipFill>
          <a:blip>
            <a:extLst>
              <a:ext uri="{96DAC541-7B7A-43D3-8B79-37D633B846F1}">
                <asvg:svgBlip xmlns:asvg="http://schemas.microsoft.com/office/drawing/2016/SVG/main" r:embed="rId6"/>
              </a:ext>
            </a:extLst>
          </a:blip>
          <a:stretch/>
        </p:blipFill>
        <p:spPr>
          <a:xfrm>
            <a:off x="10622661" y="2621661"/>
            <a:ext cx="224028" cy="224028"/>
          </a:xfrm>
          <a:prstGeom prst="rect">
            <a:avLst/>
          </a:prstGeom>
        </p:spPr>
      </p:pic>
      <p:pic>
        <p:nvPicPr>
          <p:cNvPr id="28" name="Picture 27">
            <a:extLst>
              <a:ext uri="{FF2B5EF4-FFF2-40B4-BE49-F238E27FC236}">
                <a16:creationId xmlns:a16="http://schemas.microsoft.com/office/drawing/2014/main" id="{1AEF4B81-4430-BA96-98E0-C77E7A0639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296838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124B696-77F1-4015-A84F-60F849FE81EE}"/>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SCENARIO CHECK</a:t>
            </a:r>
          </a:p>
        </p:txBody>
      </p:sp>
      <p:sp>
        <p:nvSpPr>
          <p:cNvPr id="2" name="Rectangle 1">
            <a:extLst>
              <a:ext uri="{FF2B5EF4-FFF2-40B4-BE49-F238E27FC236}">
                <a16:creationId xmlns:a16="http://schemas.microsoft.com/office/drawing/2014/main" id="{95277626-42EB-4418-8959-E1246EFCC268}"/>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Who should see this?</a:t>
            </a:r>
          </a:p>
        </p:txBody>
      </p:sp>
      <p:sp>
        <p:nvSpPr>
          <p:cNvPr id="3" name="Rectangle 2">
            <a:extLst>
              <a:ext uri="{FF2B5EF4-FFF2-40B4-BE49-F238E27FC236}">
                <a16:creationId xmlns:a16="http://schemas.microsoft.com/office/drawing/2014/main" id="{9317B6B2-C03A-4603-8476-78297E97DD78}"/>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8B4667C5-F4D4-4CB7-9852-2E4A790C67F3}"/>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25</a:t>
            </a:r>
          </a:p>
        </p:txBody>
      </p:sp>
      <p:sp>
        <p:nvSpPr>
          <p:cNvPr id="5" name="Rectangle 4">
            <a:extLst>
              <a:ext uri="{FF2B5EF4-FFF2-40B4-BE49-F238E27FC236}">
                <a16:creationId xmlns:a16="http://schemas.microsoft.com/office/drawing/2014/main" id="{B21231E3-F7E9-43ED-A5B3-4076AC226017}"/>
              </a:ext>
            </a:extLst>
          </p:cNvPr>
          <p:cNvSpPr>
            <a:spLocks noGrp="1"/>
          </p:cNvSpPr>
          <p:nvPr/>
        </p:nvSpPr>
        <p:spPr>
          <a:xfrm>
            <a:off x="685800" y="1714500"/>
            <a:ext cx="8763000"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Use scenarios to test whether the access rules are specific enough.</a:t>
            </a:r>
          </a:p>
        </p:txBody>
      </p:sp>
      <p:sp>
        <p:nvSpPr>
          <p:cNvPr id="6" name="Rectangle: Rounded Corners 5">
            <a:extLst>
              <a:ext uri="{FF2B5EF4-FFF2-40B4-BE49-F238E27FC236}">
                <a16:creationId xmlns:a16="http://schemas.microsoft.com/office/drawing/2014/main" id="{A4849E81-E693-40FA-A138-3F31DC350B8F}"/>
              </a:ext>
            </a:extLst>
          </p:cNvPr>
          <p:cNvSpPr>
            <a:spLocks noGrp="1"/>
          </p:cNvSpPr>
          <p:nvPr/>
        </p:nvSpPr>
        <p:spPr>
          <a:xfrm>
            <a:off x="752475" y="2457450"/>
            <a:ext cx="3333750" cy="1390650"/>
          </a:xfrm>
          <a:prstGeom prst="roundRect">
            <a:avLst>
              <a:gd name="adj" fmla="val 8219"/>
            </a:avLst>
          </a:prstGeom>
          <a:solidFill>
            <a:srgbClr val="10243A"/>
          </a:solidFill>
          <a:ln w="11430">
            <a:solidFill>
              <a:srgbClr val="FBBF24"/>
            </a:solidFill>
            <a:prstDash val="solid"/>
          </a:ln>
        </p:spPr>
        <p:txBody>
          <a:bodyPr/>
          <a:lstStyle/>
          <a:p>
            <a:endParaRPr/>
          </a:p>
        </p:txBody>
      </p:sp>
      <p:sp>
        <p:nvSpPr>
          <p:cNvPr id="7" name="Rectangle 6">
            <a:extLst>
              <a:ext uri="{FF2B5EF4-FFF2-40B4-BE49-F238E27FC236}">
                <a16:creationId xmlns:a16="http://schemas.microsoft.com/office/drawing/2014/main" id="{F0563154-FD72-453B-BAD3-EC377B9CDD7E}"/>
              </a:ext>
            </a:extLst>
          </p:cNvPr>
          <p:cNvSpPr>
            <a:spLocks noGrp="1"/>
          </p:cNvSpPr>
          <p:nvPr/>
        </p:nvSpPr>
        <p:spPr>
          <a:xfrm>
            <a:off x="752475" y="2457450"/>
            <a:ext cx="66675" cy="1390650"/>
          </a:xfrm>
          <a:prstGeom prst="rect">
            <a:avLst/>
          </a:prstGeom>
          <a:solidFill>
            <a:srgbClr val="FBBF24"/>
          </a:solidFill>
          <a:ln w="11430">
            <a:solidFill>
              <a:srgbClr val="FBBF24"/>
            </a:solidFill>
            <a:prstDash val="solid"/>
          </a:ln>
        </p:spPr>
        <p:txBody>
          <a:bodyPr/>
          <a:lstStyle/>
          <a:p>
            <a:endParaRPr/>
          </a:p>
        </p:txBody>
      </p:sp>
      <p:sp>
        <p:nvSpPr>
          <p:cNvPr id="8" name="Rectangle 7">
            <a:extLst>
              <a:ext uri="{FF2B5EF4-FFF2-40B4-BE49-F238E27FC236}">
                <a16:creationId xmlns:a16="http://schemas.microsoft.com/office/drawing/2014/main" id="{99BAD4BA-6AA0-4785-AEF1-1C18048ECB43}"/>
              </a:ext>
            </a:extLst>
          </p:cNvPr>
          <p:cNvSpPr>
            <a:spLocks noGrp="1"/>
          </p:cNvSpPr>
          <p:nvPr/>
        </p:nvSpPr>
        <p:spPr>
          <a:xfrm>
            <a:off x="962025" y="2628900"/>
            <a:ext cx="2914650" cy="438150"/>
          </a:xfrm>
          <a:prstGeom prst="rect">
            <a:avLst/>
          </a:prstGeom>
          <a:noFill/>
          <a:ln w="0">
            <a:noFill/>
            <a:prstDash val="solid"/>
          </a:ln>
        </p:spPr>
        <p:txBody>
          <a:bodyPr/>
          <a:lstStyle/>
          <a:p>
            <a:pPr algn="l">
              <a:buNone/>
              <a:defRPr sz="2025" b="1">
                <a:solidFill>
                  <a:srgbClr val="F8FAFC"/>
                </a:solidFill>
              </a:defRPr>
            </a:pPr>
            <a:r>
              <a:rPr sz="2025" b="1" dirty="0">
                <a:solidFill>
                  <a:srgbClr val="F8FAFC"/>
                </a:solidFill>
              </a:rPr>
              <a:t>New manager asks </a:t>
            </a:r>
            <a:endParaRPr lang="en-SG" sz="2025" b="1" dirty="0">
              <a:solidFill>
                <a:srgbClr val="F8FAFC"/>
              </a:solidFill>
            </a:endParaRPr>
          </a:p>
          <a:p>
            <a:pPr algn="l">
              <a:buNone/>
              <a:defRPr sz="2025" b="1">
                <a:solidFill>
                  <a:srgbClr val="F8FAFC"/>
                </a:solidFill>
              </a:defRPr>
            </a:pPr>
            <a:r>
              <a:rPr sz="2025" b="1" dirty="0">
                <a:solidFill>
                  <a:srgbClr val="F8FAFC"/>
                </a:solidFill>
              </a:rPr>
              <a:t>for salary bands</a:t>
            </a:r>
          </a:p>
        </p:txBody>
      </p:sp>
      <p:sp>
        <p:nvSpPr>
          <p:cNvPr id="9" name="Rectangle 8">
            <a:extLst>
              <a:ext uri="{FF2B5EF4-FFF2-40B4-BE49-F238E27FC236}">
                <a16:creationId xmlns:a16="http://schemas.microsoft.com/office/drawing/2014/main" id="{766E0FC6-6D1A-46B2-84DB-81C91FB90548}"/>
              </a:ext>
            </a:extLst>
          </p:cNvPr>
          <p:cNvSpPr>
            <a:spLocks noGrp="1"/>
          </p:cNvSpPr>
          <p:nvPr/>
        </p:nvSpPr>
        <p:spPr>
          <a:xfrm>
            <a:off x="962025" y="3286125"/>
            <a:ext cx="2914650" cy="7048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Answer, restrict, or escalate?</a:t>
            </a:r>
          </a:p>
        </p:txBody>
      </p:sp>
      <p:sp>
        <p:nvSpPr>
          <p:cNvPr id="10" name="Rectangle: Rounded Corners 9">
            <a:extLst>
              <a:ext uri="{FF2B5EF4-FFF2-40B4-BE49-F238E27FC236}">
                <a16:creationId xmlns:a16="http://schemas.microsoft.com/office/drawing/2014/main" id="{A3C21F60-E5F1-4C42-84C9-C9D8AE960F31}"/>
              </a:ext>
            </a:extLst>
          </p:cNvPr>
          <p:cNvSpPr>
            <a:spLocks noGrp="1"/>
          </p:cNvSpPr>
          <p:nvPr/>
        </p:nvSpPr>
        <p:spPr>
          <a:xfrm>
            <a:off x="4429125" y="2457450"/>
            <a:ext cx="3333750" cy="1390650"/>
          </a:xfrm>
          <a:prstGeom prst="roundRect">
            <a:avLst>
              <a:gd name="adj" fmla="val 8219"/>
            </a:avLst>
          </a:prstGeom>
          <a:solidFill>
            <a:srgbClr val="10243A"/>
          </a:solidFill>
          <a:ln w="11430">
            <a:solidFill>
              <a:srgbClr val="05D6A4"/>
            </a:solidFill>
            <a:prstDash val="solid"/>
          </a:ln>
        </p:spPr>
        <p:txBody>
          <a:bodyPr/>
          <a:lstStyle/>
          <a:p>
            <a:endParaRPr/>
          </a:p>
        </p:txBody>
      </p:sp>
      <p:sp>
        <p:nvSpPr>
          <p:cNvPr id="11" name="Rectangle 10">
            <a:extLst>
              <a:ext uri="{FF2B5EF4-FFF2-40B4-BE49-F238E27FC236}">
                <a16:creationId xmlns:a16="http://schemas.microsoft.com/office/drawing/2014/main" id="{0DF863B5-917B-4597-8697-BE70723A6A27}"/>
              </a:ext>
            </a:extLst>
          </p:cNvPr>
          <p:cNvSpPr>
            <a:spLocks noGrp="1"/>
          </p:cNvSpPr>
          <p:nvPr/>
        </p:nvSpPr>
        <p:spPr>
          <a:xfrm>
            <a:off x="4429125" y="2457450"/>
            <a:ext cx="66675" cy="1390650"/>
          </a:xfrm>
          <a:prstGeom prst="rect">
            <a:avLst/>
          </a:prstGeom>
          <a:solidFill>
            <a:srgbClr val="05D6A4"/>
          </a:solidFill>
          <a:ln w="11430">
            <a:solidFill>
              <a:srgbClr val="05D6A4"/>
            </a:solidFill>
            <a:prstDash val="solid"/>
          </a:ln>
        </p:spPr>
        <p:txBody>
          <a:bodyPr/>
          <a:lstStyle/>
          <a:p>
            <a:endParaRPr/>
          </a:p>
        </p:txBody>
      </p:sp>
      <p:sp>
        <p:nvSpPr>
          <p:cNvPr id="12" name="Rectangle 11">
            <a:extLst>
              <a:ext uri="{FF2B5EF4-FFF2-40B4-BE49-F238E27FC236}">
                <a16:creationId xmlns:a16="http://schemas.microsoft.com/office/drawing/2014/main" id="{72C6D3A3-ED82-4282-AF58-B904BED03A56}"/>
              </a:ext>
            </a:extLst>
          </p:cNvPr>
          <p:cNvSpPr>
            <a:spLocks noGrp="1"/>
          </p:cNvSpPr>
          <p:nvPr/>
        </p:nvSpPr>
        <p:spPr>
          <a:xfrm>
            <a:off x="4638675" y="2628900"/>
            <a:ext cx="2914650" cy="438150"/>
          </a:xfrm>
          <a:prstGeom prst="rect">
            <a:avLst/>
          </a:prstGeom>
          <a:noFill/>
          <a:ln w="0">
            <a:noFill/>
            <a:prstDash val="solid"/>
          </a:ln>
        </p:spPr>
        <p:txBody>
          <a:bodyPr/>
          <a:lstStyle/>
          <a:p>
            <a:pPr algn="l">
              <a:buNone/>
              <a:defRPr sz="2025" b="1">
                <a:solidFill>
                  <a:srgbClr val="F8FAFC"/>
                </a:solidFill>
              </a:defRPr>
            </a:pPr>
            <a:r>
              <a:rPr sz="2025" b="1" dirty="0">
                <a:solidFill>
                  <a:srgbClr val="F8FAFC"/>
                </a:solidFill>
              </a:rPr>
              <a:t>Staff asks for leave </a:t>
            </a:r>
            <a:endParaRPr lang="en-SG" sz="2025" b="1" dirty="0">
              <a:solidFill>
                <a:srgbClr val="F8FAFC"/>
              </a:solidFill>
            </a:endParaRPr>
          </a:p>
          <a:p>
            <a:pPr algn="l">
              <a:buNone/>
              <a:defRPr sz="2025" b="1">
                <a:solidFill>
                  <a:srgbClr val="F8FAFC"/>
                </a:solidFill>
              </a:defRPr>
            </a:pPr>
            <a:r>
              <a:rPr sz="2025" b="1" dirty="0">
                <a:solidFill>
                  <a:srgbClr val="F8FAFC"/>
                </a:solidFill>
              </a:rPr>
              <a:t>policy</a:t>
            </a:r>
          </a:p>
        </p:txBody>
      </p:sp>
      <p:sp>
        <p:nvSpPr>
          <p:cNvPr id="13" name="Rectangle 12">
            <a:extLst>
              <a:ext uri="{FF2B5EF4-FFF2-40B4-BE49-F238E27FC236}">
                <a16:creationId xmlns:a16="http://schemas.microsoft.com/office/drawing/2014/main" id="{EE50440C-7ED1-49C2-BC2A-15B10DA54B70}"/>
              </a:ext>
            </a:extLst>
          </p:cNvPr>
          <p:cNvSpPr>
            <a:spLocks noGrp="1"/>
          </p:cNvSpPr>
          <p:nvPr/>
        </p:nvSpPr>
        <p:spPr>
          <a:xfrm>
            <a:off x="4638675" y="3343276"/>
            <a:ext cx="2914650" cy="704850"/>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Which source should be cited?</a:t>
            </a:r>
          </a:p>
        </p:txBody>
      </p:sp>
      <p:sp>
        <p:nvSpPr>
          <p:cNvPr id="14" name="Rectangle: Rounded Corners 13">
            <a:extLst>
              <a:ext uri="{FF2B5EF4-FFF2-40B4-BE49-F238E27FC236}">
                <a16:creationId xmlns:a16="http://schemas.microsoft.com/office/drawing/2014/main" id="{B216DBA6-894F-45F5-A85C-55F0A1B98452}"/>
              </a:ext>
            </a:extLst>
          </p:cNvPr>
          <p:cNvSpPr>
            <a:spLocks noGrp="1"/>
          </p:cNvSpPr>
          <p:nvPr/>
        </p:nvSpPr>
        <p:spPr>
          <a:xfrm>
            <a:off x="8105775" y="2457450"/>
            <a:ext cx="3333750" cy="1390650"/>
          </a:xfrm>
          <a:prstGeom prst="roundRect">
            <a:avLst>
              <a:gd name="adj" fmla="val 8219"/>
            </a:avLst>
          </a:prstGeom>
          <a:solidFill>
            <a:srgbClr val="10243A"/>
          </a:solidFill>
          <a:ln w="11430">
            <a:solidFill>
              <a:srgbClr val="F87171"/>
            </a:solidFill>
            <a:prstDash val="solid"/>
          </a:ln>
        </p:spPr>
        <p:txBody>
          <a:bodyPr/>
          <a:lstStyle/>
          <a:p>
            <a:endParaRPr/>
          </a:p>
        </p:txBody>
      </p:sp>
      <p:sp>
        <p:nvSpPr>
          <p:cNvPr id="15" name="Rectangle 14">
            <a:extLst>
              <a:ext uri="{FF2B5EF4-FFF2-40B4-BE49-F238E27FC236}">
                <a16:creationId xmlns:a16="http://schemas.microsoft.com/office/drawing/2014/main" id="{3624D2AF-915C-40EC-8014-8D754A441E62}"/>
              </a:ext>
            </a:extLst>
          </p:cNvPr>
          <p:cNvSpPr>
            <a:spLocks noGrp="1"/>
          </p:cNvSpPr>
          <p:nvPr/>
        </p:nvSpPr>
        <p:spPr>
          <a:xfrm>
            <a:off x="8105775" y="2457450"/>
            <a:ext cx="66675" cy="1390650"/>
          </a:xfrm>
          <a:prstGeom prst="rect">
            <a:avLst/>
          </a:prstGeom>
          <a:solidFill>
            <a:srgbClr val="F87171"/>
          </a:solidFill>
          <a:ln w="11430">
            <a:solidFill>
              <a:srgbClr val="F87171"/>
            </a:solidFill>
            <a:prstDash val="solid"/>
          </a:ln>
        </p:spPr>
        <p:txBody>
          <a:bodyPr/>
          <a:lstStyle/>
          <a:p>
            <a:endParaRPr/>
          </a:p>
        </p:txBody>
      </p:sp>
      <p:sp>
        <p:nvSpPr>
          <p:cNvPr id="16" name="Rectangle 15">
            <a:extLst>
              <a:ext uri="{FF2B5EF4-FFF2-40B4-BE49-F238E27FC236}">
                <a16:creationId xmlns:a16="http://schemas.microsoft.com/office/drawing/2014/main" id="{858D90B9-5A64-4950-ACE0-9D0B3B61AA97}"/>
              </a:ext>
            </a:extLst>
          </p:cNvPr>
          <p:cNvSpPr>
            <a:spLocks noGrp="1"/>
          </p:cNvSpPr>
          <p:nvPr/>
        </p:nvSpPr>
        <p:spPr>
          <a:xfrm>
            <a:off x="8297202" y="2584492"/>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Customer asks about another account</a:t>
            </a:r>
          </a:p>
        </p:txBody>
      </p:sp>
      <p:sp>
        <p:nvSpPr>
          <p:cNvPr id="17" name="Rectangle 16">
            <a:extLst>
              <a:ext uri="{FF2B5EF4-FFF2-40B4-BE49-F238E27FC236}">
                <a16:creationId xmlns:a16="http://schemas.microsoft.com/office/drawing/2014/main" id="{E286795F-8C46-4802-90EB-290DCA02FF69}"/>
              </a:ext>
            </a:extLst>
          </p:cNvPr>
          <p:cNvSpPr>
            <a:spLocks noGrp="1"/>
          </p:cNvSpPr>
          <p:nvPr/>
        </p:nvSpPr>
        <p:spPr>
          <a:xfrm>
            <a:off x="8348662" y="3251489"/>
            <a:ext cx="2914650" cy="704850"/>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What should the system refuse?</a:t>
            </a:r>
          </a:p>
        </p:txBody>
      </p:sp>
      <p:sp>
        <p:nvSpPr>
          <p:cNvPr id="18" name="Rectangle: Rounded Corners 17">
            <a:extLst>
              <a:ext uri="{FF2B5EF4-FFF2-40B4-BE49-F238E27FC236}">
                <a16:creationId xmlns:a16="http://schemas.microsoft.com/office/drawing/2014/main" id="{DA689E8C-9C45-4C9C-A99E-ED8889154DFE}"/>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F300AE1A-0471-4CAF-A3AC-0D676310552E}"/>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0" name="Rectangle 19">
            <a:extLst>
              <a:ext uri="{FF2B5EF4-FFF2-40B4-BE49-F238E27FC236}">
                <a16:creationId xmlns:a16="http://schemas.microsoft.com/office/drawing/2014/main" id="{FBC5F50D-9876-4ED5-B613-7781C3854434}"/>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 rule is only clear when it survives a scenario.</a:t>
            </a:r>
          </a:p>
        </p:txBody>
      </p:sp>
      <p:sp>
        <p:nvSpPr>
          <p:cNvPr id="22" name="Oval 21">
            <a:extLst>
              <a:ext uri="{FF2B5EF4-FFF2-40B4-BE49-F238E27FC236}">
                <a16:creationId xmlns:a16="http://schemas.microsoft.com/office/drawing/2014/main" id="{5C262ACC-7378-44CC-9179-C054A08FEB2F}"/>
              </a:ext>
            </a:extLst>
          </p:cNvPr>
          <p:cNvSpPr>
            <a:spLocks noGrp="1"/>
          </p:cNvSpPr>
          <p:nvPr/>
        </p:nvSpPr>
        <p:spPr>
          <a:xfrm>
            <a:off x="3381375" y="2724150"/>
            <a:ext cx="438150" cy="438150"/>
          </a:xfrm>
          <a:prstGeom prst="ellipse">
            <a:avLst/>
          </a:prstGeom>
          <a:solidFill>
            <a:srgbClr val="A78BFA"/>
          </a:solidFill>
          <a:ln w="9525">
            <a:solidFill>
              <a:srgbClr val="0B1A2A"/>
            </a:solidFill>
            <a:prstDash val="solid"/>
          </a:ln>
        </p:spPr>
        <p:txBody>
          <a:bodyPr/>
          <a:lstStyle/>
          <a:p>
            <a:endParaRPr lang="en-SG"/>
          </a:p>
        </p:txBody>
      </p:sp>
      <p:pic>
        <p:nvPicPr>
          <p:cNvPr id="49" name="Graphic 48"/>
          <p:cNvPicPr>
            <a:picLocks noChangeAspect="1"/>
          </p:cNvPicPr>
          <p:nvPr/>
        </p:nvPicPr>
        <p:blipFill>
          <a:blip>
            <a:extLst>
              <a:ext uri="{96DAC541-7B7A-43D3-8B79-37D633B846F1}">
                <asvg:svgBlip xmlns:asvg="http://schemas.microsoft.com/office/drawing/2016/SVG/main" r:embed="rId3"/>
              </a:ext>
            </a:extLst>
          </a:blip>
          <a:stretch/>
        </p:blipFill>
        <p:spPr>
          <a:xfrm>
            <a:off x="3477768" y="2820543"/>
            <a:ext cx="245364" cy="245364"/>
          </a:xfrm>
          <a:prstGeom prst="rect">
            <a:avLst/>
          </a:prstGeom>
        </p:spPr>
      </p:pic>
      <p:sp>
        <p:nvSpPr>
          <p:cNvPr id="24" name="Oval 23">
            <a:extLst>
              <a:ext uri="{FF2B5EF4-FFF2-40B4-BE49-F238E27FC236}">
                <a16:creationId xmlns:a16="http://schemas.microsoft.com/office/drawing/2014/main" id="{99B9D973-9DD9-4AD4-8298-CA490AD0A6D9}"/>
              </a:ext>
            </a:extLst>
          </p:cNvPr>
          <p:cNvSpPr>
            <a:spLocks noGrp="1"/>
          </p:cNvSpPr>
          <p:nvPr/>
        </p:nvSpPr>
        <p:spPr>
          <a:xfrm>
            <a:off x="7058025" y="2724150"/>
            <a:ext cx="438150" cy="438150"/>
          </a:xfrm>
          <a:prstGeom prst="ellipse">
            <a:avLst/>
          </a:prstGeom>
          <a:solidFill>
            <a:srgbClr val="38BDF8"/>
          </a:solidFill>
          <a:ln w="9525">
            <a:solidFill>
              <a:srgbClr val="0B1A2A"/>
            </a:solidFill>
            <a:prstDash val="solid"/>
          </a:ln>
        </p:spPr>
        <p:txBody>
          <a:bodyPr/>
          <a:lstStyle/>
          <a:p>
            <a:endParaRPr lang="en-SG"/>
          </a:p>
        </p:txBody>
      </p:sp>
      <p:pic>
        <p:nvPicPr>
          <p:cNvPr id="51" name="Graphic 50"/>
          <p:cNvPicPr>
            <a:picLocks noChangeAspect="1"/>
          </p:cNvPicPr>
          <p:nvPr/>
        </p:nvPicPr>
        <p:blipFill>
          <a:blip>
            <a:extLst>
              <a:ext uri="{96DAC541-7B7A-43D3-8B79-37D633B846F1}">
                <asvg:svgBlip xmlns:asvg="http://schemas.microsoft.com/office/drawing/2016/SVG/main" r:embed="rId4"/>
              </a:ext>
            </a:extLst>
          </a:blip>
          <a:stretch/>
        </p:blipFill>
        <p:spPr>
          <a:xfrm>
            <a:off x="7154418" y="2820543"/>
            <a:ext cx="245364" cy="245364"/>
          </a:xfrm>
          <a:prstGeom prst="rect">
            <a:avLst/>
          </a:prstGeom>
        </p:spPr>
      </p:pic>
      <p:sp>
        <p:nvSpPr>
          <p:cNvPr id="26" name="Oval 25">
            <a:extLst>
              <a:ext uri="{FF2B5EF4-FFF2-40B4-BE49-F238E27FC236}">
                <a16:creationId xmlns:a16="http://schemas.microsoft.com/office/drawing/2014/main" id="{001A5551-1D30-47F2-917E-8E1FF9DF195D}"/>
              </a:ext>
            </a:extLst>
          </p:cNvPr>
          <p:cNvSpPr>
            <a:spLocks noGrp="1"/>
          </p:cNvSpPr>
          <p:nvPr/>
        </p:nvSpPr>
        <p:spPr>
          <a:xfrm>
            <a:off x="10734675" y="2724150"/>
            <a:ext cx="438150" cy="438150"/>
          </a:xfrm>
          <a:prstGeom prst="ellipse">
            <a:avLst/>
          </a:prstGeom>
          <a:solidFill>
            <a:srgbClr val="A78BFA"/>
          </a:solidFill>
          <a:ln w="9525">
            <a:solidFill>
              <a:srgbClr val="0B1A2A"/>
            </a:solidFill>
            <a:prstDash val="solid"/>
          </a:ln>
        </p:spPr>
        <p:txBody>
          <a:bodyPr/>
          <a:lstStyle/>
          <a:p>
            <a:endParaRPr lang="en-SG"/>
          </a:p>
        </p:txBody>
      </p:sp>
      <p:pic>
        <p:nvPicPr>
          <p:cNvPr id="53" name="Graphic 52"/>
          <p:cNvPicPr>
            <a:picLocks noChangeAspect="1"/>
          </p:cNvPicPr>
          <p:nvPr/>
        </p:nvPicPr>
        <p:blipFill>
          <a:blip>
            <a:extLst>
              <a:ext uri="{96DAC541-7B7A-43D3-8B79-37D633B846F1}">
                <asvg:svgBlip xmlns:asvg="http://schemas.microsoft.com/office/drawing/2016/SVG/main" r:embed="rId3"/>
              </a:ext>
            </a:extLst>
          </a:blip>
          <a:stretch/>
        </p:blipFill>
        <p:spPr>
          <a:xfrm>
            <a:off x="10831068" y="2820543"/>
            <a:ext cx="245364" cy="245364"/>
          </a:xfrm>
          <a:prstGeom prst="rect">
            <a:avLst/>
          </a:prstGeom>
        </p:spPr>
      </p:pic>
      <p:pic>
        <p:nvPicPr>
          <p:cNvPr id="25" name="Picture 24">
            <a:extLst>
              <a:ext uri="{FF2B5EF4-FFF2-40B4-BE49-F238E27FC236}">
                <a16:creationId xmlns:a16="http://schemas.microsoft.com/office/drawing/2014/main" id="{67FA08BF-E7F2-493A-C274-590D21E316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035625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F3717C19-445F-4244-8315-F60B6D8CB3F4}"/>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RAG</a:t>
            </a:r>
          </a:p>
        </p:txBody>
      </p:sp>
      <p:sp>
        <p:nvSpPr>
          <p:cNvPr id="2" name="Rectangle 1">
            <a:extLst>
              <a:ext uri="{FF2B5EF4-FFF2-40B4-BE49-F238E27FC236}">
                <a16:creationId xmlns:a16="http://schemas.microsoft.com/office/drawing/2014/main" id="{9F7DE2DD-FE9E-47A1-9CD6-8A7D76DC946B}"/>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RAG means the model answers with retrieved evidence</a:t>
            </a:r>
          </a:p>
        </p:txBody>
      </p:sp>
      <p:sp>
        <p:nvSpPr>
          <p:cNvPr id="3" name="Rectangle 2">
            <a:extLst>
              <a:ext uri="{FF2B5EF4-FFF2-40B4-BE49-F238E27FC236}">
                <a16:creationId xmlns:a16="http://schemas.microsoft.com/office/drawing/2014/main" id="{469462DB-5DCE-4ECD-A9E8-1ACE67BF7FCC}"/>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1718FE77-D296-4BD2-8BF1-C8FAE76ACD19}"/>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26</a:t>
            </a:r>
          </a:p>
        </p:txBody>
      </p:sp>
      <p:sp>
        <p:nvSpPr>
          <p:cNvPr id="5" name="Rectangle 4">
            <a:extLst>
              <a:ext uri="{FF2B5EF4-FFF2-40B4-BE49-F238E27FC236}">
                <a16:creationId xmlns:a16="http://schemas.microsoft.com/office/drawing/2014/main" id="{BE5AA9A9-BD7F-4A85-81C5-C69DCA52009D}"/>
              </a:ext>
            </a:extLst>
          </p:cNvPr>
          <p:cNvSpPr>
            <a:spLocks noGrp="1"/>
          </p:cNvSpPr>
          <p:nvPr/>
        </p:nvSpPr>
        <p:spPr>
          <a:xfrm>
            <a:off x="685800" y="1900670"/>
            <a:ext cx="8572500" cy="876300"/>
          </a:xfrm>
          <a:prstGeom prst="rect">
            <a:avLst/>
          </a:prstGeom>
          <a:noFill/>
          <a:ln w="0">
            <a:noFill/>
            <a:prstDash val="solid"/>
          </a:ln>
        </p:spPr>
        <p:txBody>
          <a:bodyPr/>
          <a:lstStyle/>
          <a:p>
            <a:pPr algn="l">
              <a:buNone/>
              <a:defRPr sz="1875" b="0">
                <a:solidFill>
                  <a:srgbClr val="A8B6C7"/>
                </a:solidFill>
              </a:defRPr>
            </a:pPr>
            <a:r>
              <a:rPr sz="2000" b="0">
                <a:solidFill>
                  <a:srgbClr val="A8B6C7"/>
                </a:solidFill>
              </a:rPr>
              <a:t>Keep it practical: retrieve relevant company evidence, then generate an answer that can be checked.</a:t>
            </a:r>
          </a:p>
        </p:txBody>
      </p:sp>
      <p:sp>
        <p:nvSpPr>
          <p:cNvPr id="6" name="Oval 5">
            <a:extLst>
              <a:ext uri="{FF2B5EF4-FFF2-40B4-BE49-F238E27FC236}">
                <a16:creationId xmlns:a16="http://schemas.microsoft.com/office/drawing/2014/main" id="{FB4981D7-1ED9-4557-AAA0-82D4FEA60843}"/>
              </a:ext>
            </a:extLst>
          </p:cNvPr>
          <p:cNvSpPr>
            <a:spLocks noGrp="1"/>
          </p:cNvSpPr>
          <p:nvPr/>
        </p:nvSpPr>
        <p:spPr>
          <a:xfrm>
            <a:off x="2517693" y="2760055"/>
            <a:ext cx="574840" cy="531266"/>
          </a:xfrm>
          <a:prstGeom prst="ellipse">
            <a:avLst/>
          </a:prstGeom>
          <a:solidFill>
            <a:srgbClr val="0F2F46"/>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6E7A88E5-1B1A-4283-95AB-FD2007FF99A7}"/>
              </a:ext>
            </a:extLst>
          </p:cNvPr>
          <p:cNvSpPr>
            <a:spLocks noGrp="1"/>
          </p:cNvSpPr>
          <p:nvPr/>
        </p:nvSpPr>
        <p:spPr>
          <a:xfrm>
            <a:off x="2680577" y="2815064"/>
            <a:ext cx="266700" cy="342912"/>
          </a:xfrm>
          <a:prstGeom prst="rect">
            <a:avLst/>
          </a:prstGeom>
          <a:noFill/>
          <a:ln w="0">
            <a:noFill/>
            <a:prstDash val="solid"/>
          </a:ln>
        </p:spPr>
        <p:txBody>
          <a:bodyPr/>
          <a:lstStyle/>
          <a:p>
            <a:pPr algn="ctr">
              <a:buNone/>
              <a:defRPr sz="1575" b="1">
                <a:solidFill>
                  <a:srgbClr val="F8FAFC"/>
                </a:solidFill>
              </a:defRPr>
            </a:pPr>
            <a:r>
              <a:rPr sz="2400" b="1">
                <a:solidFill>
                  <a:srgbClr val="F8FAFC"/>
                </a:solidFill>
              </a:rPr>
              <a:t>1</a:t>
            </a:r>
          </a:p>
        </p:txBody>
      </p:sp>
      <p:sp>
        <p:nvSpPr>
          <p:cNvPr id="8" name="Rectangle: Rounded Corners 7">
            <a:extLst>
              <a:ext uri="{FF2B5EF4-FFF2-40B4-BE49-F238E27FC236}">
                <a16:creationId xmlns:a16="http://schemas.microsoft.com/office/drawing/2014/main" id="{B1850D00-2257-4E65-BF55-36E62B5E8BC2}"/>
              </a:ext>
            </a:extLst>
          </p:cNvPr>
          <p:cNvSpPr>
            <a:spLocks noGrp="1"/>
          </p:cNvSpPr>
          <p:nvPr/>
        </p:nvSpPr>
        <p:spPr>
          <a:xfrm>
            <a:off x="1905000" y="3467100"/>
            <a:ext cx="1866900" cy="2057469"/>
          </a:xfrm>
          <a:prstGeom prst="roundRect">
            <a:avLst>
              <a:gd name="adj" fmla="val 7692"/>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761701A0-A286-47F8-8456-5D644F352311}"/>
              </a:ext>
            </a:extLst>
          </p:cNvPr>
          <p:cNvSpPr>
            <a:spLocks noGrp="1"/>
          </p:cNvSpPr>
          <p:nvPr/>
        </p:nvSpPr>
        <p:spPr>
          <a:xfrm>
            <a:off x="1905000" y="3467100"/>
            <a:ext cx="66675" cy="2057469"/>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1C4360AF-2CBF-4244-83AE-85068B78678F}"/>
              </a:ext>
            </a:extLst>
          </p:cNvPr>
          <p:cNvSpPr>
            <a:spLocks noGrp="1"/>
          </p:cNvSpPr>
          <p:nvPr/>
        </p:nvSpPr>
        <p:spPr>
          <a:xfrm>
            <a:off x="2114550" y="3638550"/>
            <a:ext cx="1447800" cy="685823"/>
          </a:xfrm>
          <a:prstGeom prst="rect">
            <a:avLst/>
          </a:prstGeom>
          <a:noFill/>
          <a:ln w="0">
            <a:noFill/>
            <a:prstDash val="solid"/>
          </a:ln>
        </p:spPr>
        <p:txBody>
          <a:bodyPr/>
          <a:lstStyle/>
          <a:p>
            <a:pPr algn="ctr">
              <a:buNone/>
              <a:defRPr sz="1725" b="1">
                <a:solidFill>
                  <a:srgbClr val="F8FAFC"/>
                </a:solidFill>
              </a:defRPr>
            </a:pPr>
            <a:r>
              <a:rPr sz="2400" b="1">
                <a:solidFill>
                  <a:srgbClr val="F8FAFC"/>
                </a:solidFill>
              </a:rPr>
              <a:t>Question</a:t>
            </a:r>
          </a:p>
        </p:txBody>
      </p:sp>
      <p:sp>
        <p:nvSpPr>
          <p:cNvPr id="11" name="Rectangle 10">
            <a:extLst>
              <a:ext uri="{FF2B5EF4-FFF2-40B4-BE49-F238E27FC236}">
                <a16:creationId xmlns:a16="http://schemas.microsoft.com/office/drawing/2014/main" id="{3D2D7946-BC96-4BEC-9B08-630C6D9F1058}"/>
              </a:ext>
            </a:extLst>
          </p:cNvPr>
          <p:cNvSpPr>
            <a:spLocks noGrp="1"/>
          </p:cNvSpPr>
          <p:nvPr/>
        </p:nvSpPr>
        <p:spPr>
          <a:xfrm>
            <a:off x="2114550" y="4152901"/>
            <a:ext cx="1447800" cy="1107868"/>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User asks in business language.</a:t>
            </a:r>
          </a:p>
        </p:txBody>
      </p:sp>
      <p:sp>
        <p:nvSpPr>
          <p:cNvPr id="12" name="Rectangle 11">
            <a:extLst>
              <a:ext uri="{FF2B5EF4-FFF2-40B4-BE49-F238E27FC236}">
                <a16:creationId xmlns:a16="http://schemas.microsoft.com/office/drawing/2014/main" id="{0E30581F-367D-4903-8A0E-808899E06835}"/>
              </a:ext>
            </a:extLst>
          </p:cNvPr>
          <p:cNvSpPr>
            <a:spLocks noGrp="1"/>
          </p:cNvSpPr>
          <p:nvPr/>
        </p:nvSpPr>
        <p:spPr>
          <a:xfrm>
            <a:off x="3806997" y="4366780"/>
            <a:ext cx="304800" cy="52756"/>
          </a:xfrm>
          <a:prstGeom prst="rect">
            <a:avLst/>
          </a:prstGeom>
          <a:solidFill>
            <a:srgbClr val="05D6A4"/>
          </a:solidFill>
          <a:ln w="11430">
            <a:solidFill>
              <a:srgbClr val="05D6A4"/>
            </a:solidFill>
            <a:prstDash val="solid"/>
          </a:ln>
        </p:spPr>
        <p:txBody>
          <a:bodyPr/>
          <a:lstStyle/>
          <a:p>
            <a:endParaRPr/>
          </a:p>
        </p:txBody>
      </p:sp>
      <p:sp>
        <p:nvSpPr>
          <p:cNvPr id="13" name="Oval 12">
            <a:extLst>
              <a:ext uri="{FF2B5EF4-FFF2-40B4-BE49-F238E27FC236}">
                <a16:creationId xmlns:a16="http://schemas.microsoft.com/office/drawing/2014/main" id="{FF9AAFA9-48B0-494A-9853-CAEE1447979C}"/>
              </a:ext>
            </a:extLst>
          </p:cNvPr>
          <p:cNvSpPr>
            <a:spLocks noGrp="1"/>
          </p:cNvSpPr>
          <p:nvPr/>
        </p:nvSpPr>
        <p:spPr>
          <a:xfrm>
            <a:off x="4743449" y="2776969"/>
            <a:ext cx="574840" cy="533398"/>
          </a:xfrm>
          <a:prstGeom prst="ellipse">
            <a:avLst/>
          </a:prstGeom>
          <a:solidFill>
            <a:srgbClr val="0F2F46"/>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AC2A5B24-0E4E-43EC-8535-B984456442D0}"/>
              </a:ext>
            </a:extLst>
          </p:cNvPr>
          <p:cNvSpPr>
            <a:spLocks noGrp="1"/>
          </p:cNvSpPr>
          <p:nvPr/>
        </p:nvSpPr>
        <p:spPr>
          <a:xfrm>
            <a:off x="4876800" y="2827385"/>
            <a:ext cx="266700" cy="342912"/>
          </a:xfrm>
          <a:prstGeom prst="rect">
            <a:avLst/>
          </a:prstGeom>
          <a:noFill/>
          <a:ln w="0">
            <a:noFill/>
            <a:prstDash val="solid"/>
          </a:ln>
        </p:spPr>
        <p:txBody>
          <a:bodyPr/>
          <a:lstStyle/>
          <a:p>
            <a:pPr algn="ctr">
              <a:buNone/>
              <a:defRPr sz="1575" b="1">
                <a:solidFill>
                  <a:srgbClr val="F8FAFC"/>
                </a:solidFill>
              </a:defRPr>
            </a:pPr>
            <a:r>
              <a:rPr sz="2400" b="1">
                <a:solidFill>
                  <a:srgbClr val="F8FAFC"/>
                </a:solidFill>
              </a:rPr>
              <a:t>2</a:t>
            </a:r>
          </a:p>
        </p:txBody>
      </p:sp>
      <p:sp>
        <p:nvSpPr>
          <p:cNvPr id="15" name="Rectangle: Rounded Corners 14">
            <a:extLst>
              <a:ext uri="{FF2B5EF4-FFF2-40B4-BE49-F238E27FC236}">
                <a16:creationId xmlns:a16="http://schemas.microsoft.com/office/drawing/2014/main" id="{0039DF4D-3F05-4749-A8F4-1199ABCF344D}"/>
              </a:ext>
            </a:extLst>
          </p:cNvPr>
          <p:cNvSpPr>
            <a:spLocks noGrp="1"/>
          </p:cNvSpPr>
          <p:nvPr/>
        </p:nvSpPr>
        <p:spPr>
          <a:xfrm>
            <a:off x="4076700" y="3467100"/>
            <a:ext cx="1866900" cy="2057469"/>
          </a:xfrm>
          <a:prstGeom prst="roundRect">
            <a:avLst>
              <a:gd name="adj" fmla="val 7692"/>
            </a:avLst>
          </a:prstGeom>
          <a:solidFill>
            <a:srgbClr val="10243A"/>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A7154098-4C5F-4E36-AA84-F667A1DF2AD1}"/>
              </a:ext>
            </a:extLst>
          </p:cNvPr>
          <p:cNvSpPr>
            <a:spLocks noGrp="1"/>
          </p:cNvSpPr>
          <p:nvPr/>
        </p:nvSpPr>
        <p:spPr>
          <a:xfrm>
            <a:off x="4076700" y="3467100"/>
            <a:ext cx="66675" cy="2057469"/>
          </a:xfrm>
          <a:prstGeom prst="rect">
            <a:avLst/>
          </a:prstGeom>
          <a:solidFill>
            <a:srgbClr val="38BDF8"/>
          </a:solidFill>
          <a:ln w="11430">
            <a:solidFill>
              <a:srgbClr val="38BDF8"/>
            </a:solidFill>
            <a:prstDash val="solid"/>
          </a:ln>
        </p:spPr>
        <p:txBody>
          <a:bodyPr/>
          <a:lstStyle/>
          <a:p>
            <a:endParaRPr/>
          </a:p>
        </p:txBody>
      </p:sp>
      <p:sp>
        <p:nvSpPr>
          <p:cNvPr id="17" name="Rectangle 16">
            <a:extLst>
              <a:ext uri="{FF2B5EF4-FFF2-40B4-BE49-F238E27FC236}">
                <a16:creationId xmlns:a16="http://schemas.microsoft.com/office/drawing/2014/main" id="{DD68E996-4B2B-4F1B-B7E0-C0DF2E002AF0}"/>
              </a:ext>
            </a:extLst>
          </p:cNvPr>
          <p:cNvSpPr>
            <a:spLocks noGrp="1"/>
          </p:cNvSpPr>
          <p:nvPr/>
        </p:nvSpPr>
        <p:spPr>
          <a:xfrm>
            <a:off x="4286250" y="3638550"/>
            <a:ext cx="1447800" cy="685823"/>
          </a:xfrm>
          <a:prstGeom prst="rect">
            <a:avLst/>
          </a:prstGeom>
          <a:noFill/>
          <a:ln w="0">
            <a:noFill/>
            <a:prstDash val="solid"/>
          </a:ln>
        </p:spPr>
        <p:txBody>
          <a:bodyPr/>
          <a:lstStyle/>
          <a:p>
            <a:pPr algn="ctr">
              <a:buNone/>
              <a:defRPr sz="1725" b="1">
                <a:solidFill>
                  <a:srgbClr val="F8FAFC"/>
                </a:solidFill>
              </a:defRPr>
            </a:pPr>
            <a:r>
              <a:rPr sz="2400" b="1">
                <a:solidFill>
                  <a:srgbClr val="F8FAFC"/>
                </a:solidFill>
              </a:rPr>
              <a:t>Retrieve</a:t>
            </a:r>
          </a:p>
        </p:txBody>
      </p:sp>
      <p:sp>
        <p:nvSpPr>
          <p:cNvPr id="18" name="Rectangle 17">
            <a:extLst>
              <a:ext uri="{FF2B5EF4-FFF2-40B4-BE49-F238E27FC236}">
                <a16:creationId xmlns:a16="http://schemas.microsoft.com/office/drawing/2014/main" id="{F16C4B4D-F5A5-4BC0-BE21-09662D7E6BC7}"/>
              </a:ext>
            </a:extLst>
          </p:cNvPr>
          <p:cNvSpPr>
            <a:spLocks noGrp="1"/>
          </p:cNvSpPr>
          <p:nvPr/>
        </p:nvSpPr>
        <p:spPr>
          <a:xfrm>
            <a:off x="4286250" y="4152901"/>
            <a:ext cx="1447800" cy="1107868"/>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System finds relevant sources.</a:t>
            </a:r>
          </a:p>
        </p:txBody>
      </p:sp>
      <p:sp>
        <p:nvSpPr>
          <p:cNvPr id="19" name="Rectangle 18">
            <a:extLst>
              <a:ext uri="{FF2B5EF4-FFF2-40B4-BE49-F238E27FC236}">
                <a16:creationId xmlns:a16="http://schemas.microsoft.com/office/drawing/2014/main" id="{6158A26A-28DA-46AA-8B57-F6F5365ECE51}"/>
              </a:ext>
            </a:extLst>
          </p:cNvPr>
          <p:cNvSpPr>
            <a:spLocks noGrp="1"/>
          </p:cNvSpPr>
          <p:nvPr/>
        </p:nvSpPr>
        <p:spPr>
          <a:xfrm>
            <a:off x="5953125" y="4334778"/>
            <a:ext cx="304800" cy="52756"/>
          </a:xfrm>
          <a:prstGeom prst="rect">
            <a:avLst/>
          </a:prstGeom>
          <a:solidFill>
            <a:srgbClr val="05D6A4"/>
          </a:solidFill>
          <a:ln w="11430">
            <a:solidFill>
              <a:srgbClr val="05D6A4"/>
            </a:solidFill>
            <a:prstDash val="solid"/>
          </a:ln>
        </p:spPr>
        <p:txBody>
          <a:bodyPr/>
          <a:lstStyle/>
          <a:p>
            <a:endParaRPr/>
          </a:p>
        </p:txBody>
      </p:sp>
      <p:sp>
        <p:nvSpPr>
          <p:cNvPr id="20" name="Oval 19">
            <a:extLst>
              <a:ext uri="{FF2B5EF4-FFF2-40B4-BE49-F238E27FC236}">
                <a16:creationId xmlns:a16="http://schemas.microsoft.com/office/drawing/2014/main" id="{65B417FB-89CD-4C6B-B253-F8C2E918A284}"/>
              </a:ext>
            </a:extLst>
          </p:cNvPr>
          <p:cNvSpPr>
            <a:spLocks noGrp="1"/>
          </p:cNvSpPr>
          <p:nvPr/>
        </p:nvSpPr>
        <p:spPr>
          <a:xfrm>
            <a:off x="6894430" y="2751799"/>
            <a:ext cx="574840" cy="533398"/>
          </a:xfrm>
          <a:prstGeom prst="ellipse">
            <a:avLst/>
          </a:prstGeom>
          <a:solidFill>
            <a:srgbClr val="0F2F46"/>
          </a:solidFill>
          <a:ln w="11430">
            <a:solidFill>
              <a:srgbClr val="A78BFA"/>
            </a:solidFill>
            <a:prstDash val="solid"/>
          </a:ln>
        </p:spPr>
        <p:txBody>
          <a:bodyPr/>
          <a:lstStyle/>
          <a:p>
            <a:endParaRPr/>
          </a:p>
        </p:txBody>
      </p:sp>
      <p:sp>
        <p:nvSpPr>
          <p:cNvPr id="21" name="Rectangle 20">
            <a:extLst>
              <a:ext uri="{FF2B5EF4-FFF2-40B4-BE49-F238E27FC236}">
                <a16:creationId xmlns:a16="http://schemas.microsoft.com/office/drawing/2014/main" id="{06B010D8-7239-4197-8840-4F2B97DE208A}"/>
              </a:ext>
            </a:extLst>
          </p:cNvPr>
          <p:cNvSpPr>
            <a:spLocks noGrp="1"/>
          </p:cNvSpPr>
          <p:nvPr/>
        </p:nvSpPr>
        <p:spPr>
          <a:xfrm>
            <a:off x="7048500" y="2806098"/>
            <a:ext cx="266700" cy="342912"/>
          </a:xfrm>
          <a:prstGeom prst="rect">
            <a:avLst/>
          </a:prstGeom>
          <a:noFill/>
          <a:ln w="0">
            <a:noFill/>
            <a:prstDash val="solid"/>
          </a:ln>
        </p:spPr>
        <p:txBody>
          <a:bodyPr/>
          <a:lstStyle/>
          <a:p>
            <a:pPr algn="ctr">
              <a:buNone/>
              <a:defRPr sz="1575" b="1">
                <a:solidFill>
                  <a:srgbClr val="F8FAFC"/>
                </a:solidFill>
              </a:defRPr>
            </a:pPr>
            <a:r>
              <a:rPr sz="2400" b="1">
                <a:solidFill>
                  <a:srgbClr val="F8FAFC"/>
                </a:solidFill>
              </a:rPr>
              <a:t>3</a:t>
            </a:r>
          </a:p>
        </p:txBody>
      </p:sp>
      <p:sp>
        <p:nvSpPr>
          <p:cNvPr id="22" name="Rectangle: Rounded Corners 21">
            <a:extLst>
              <a:ext uri="{FF2B5EF4-FFF2-40B4-BE49-F238E27FC236}">
                <a16:creationId xmlns:a16="http://schemas.microsoft.com/office/drawing/2014/main" id="{C5AC598F-EE70-4313-9C61-7B60BCF89504}"/>
              </a:ext>
            </a:extLst>
          </p:cNvPr>
          <p:cNvSpPr>
            <a:spLocks noGrp="1"/>
          </p:cNvSpPr>
          <p:nvPr/>
        </p:nvSpPr>
        <p:spPr>
          <a:xfrm>
            <a:off x="6248400" y="3467100"/>
            <a:ext cx="1866900" cy="2057469"/>
          </a:xfrm>
          <a:prstGeom prst="roundRect">
            <a:avLst>
              <a:gd name="adj" fmla="val 7692"/>
            </a:avLst>
          </a:prstGeom>
          <a:solidFill>
            <a:srgbClr val="10243A"/>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A6FC436A-8A1E-40A5-AF5D-201BE568A892}"/>
              </a:ext>
            </a:extLst>
          </p:cNvPr>
          <p:cNvSpPr>
            <a:spLocks noGrp="1"/>
          </p:cNvSpPr>
          <p:nvPr/>
        </p:nvSpPr>
        <p:spPr>
          <a:xfrm>
            <a:off x="6248400" y="3467100"/>
            <a:ext cx="66675" cy="2057469"/>
          </a:xfrm>
          <a:prstGeom prst="rect">
            <a:avLst/>
          </a:prstGeom>
          <a:solidFill>
            <a:srgbClr val="A78BFA"/>
          </a:solidFill>
          <a:ln w="11430">
            <a:solidFill>
              <a:srgbClr val="A78BFA"/>
            </a:solidFill>
            <a:prstDash val="solid"/>
          </a:ln>
        </p:spPr>
        <p:txBody>
          <a:bodyPr/>
          <a:lstStyle/>
          <a:p>
            <a:endParaRPr/>
          </a:p>
        </p:txBody>
      </p:sp>
      <p:sp>
        <p:nvSpPr>
          <p:cNvPr id="24" name="Rectangle 23">
            <a:extLst>
              <a:ext uri="{FF2B5EF4-FFF2-40B4-BE49-F238E27FC236}">
                <a16:creationId xmlns:a16="http://schemas.microsoft.com/office/drawing/2014/main" id="{FC7F8E65-702F-4A08-9AE4-C4F05041DC36}"/>
              </a:ext>
            </a:extLst>
          </p:cNvPr>
          <p:cNvSpPr>
            <a:spLocks noGrp="1"/>
          </p:cNvSpPr>
          <p:nvPr/>
        </p:nvSpPr>
        <p:spPr>
          <a:xfrm>
            <a:off x="6457950" y="3638550"/>
            <a:ext cx="1447800" cy="685823"/>
          </a:xfrm>
          <a:prstGeom prst="rect">
            <a:avLst/>
          </a:prstGeom>
          <a:noFill/>
          <a:ln w="0">
            <a:noFill/>
            <a:prstDash val="solid"/>
          </a:ln>
        </p:spPr>
        <p:txBody>
          <a:bodyPr/>
          <a:lstStyle/>
          <a:p>
            <a:pPr algn="ctr">
              <a:buNone/>
              <a:defRPr sz="1725" b="1">
                <a:solidFill>
                  <a:srgbClr val="F8FAFC"/>
                </a:solidFill>
              </a:defRPr>
            </a:pPr>
            <a:r>
              <a:rPr sz="2400" b="1">
                <a:solidFill>
                  <a:srgbClr val="F8FAFC"/>
                </a:solidFill>
              </a:rPr>
              <a:t>Ground</a:t>
            </a:r>
          </a:p>
        </p:txBody>
      </p:sp>
      <p:sp>
        <p:nvSpPr>
          <p:cNvPr id="25" name="Rectangle 24">
            <a:extLst>
              <a:ext uri="{FF2B5EF4-FFF2-40B4-BE49-F238E27FC236}">
                <a16:creationId xmlns:a16="http://schemas.microsoft.com/office/drawing/2014/main" id="{E612F770-39DC-4FA8-9299-D33EE7320D6B}"/>
              </a:ext>
            </a:extLst>
          </p:cNvPr>
          <p:cNvSpPr>
            <a:spLocks noGrp="1"/>
          </p:cNvSpPr>
          <p:nvPr/>
        </p:nvSpPr>
        <p:spPr>
          <a:xfrm>
            <a:off x="6457950" y="4152901"/>
            <a:ext cx="1447800" cy="1107868"/>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Evidence constrains the answer.</a:t>
            </a:r>
          </a:p>
        </p:txBody>
      </p:sp>
      <p:sp>
        <p:nvSpPr>
          <p:cNvPr id="26" name="Rectangle 25">
            <a:extLst>
              <a:ext uri="{FF2B5EF4-FFF2-40B4-BE49-F238E27FC236}">
                <a16:creationId xmlns:a16="http://schemas.microsoft.com/office/drawing/2014/main" id="{616E4A39-D636-4C35-924F-5AE9BF16539D}"/>
              </a:ext>
            </a:extLst>
          </p:cNvPr>
          <p:cNvSpPr>
            <a:spLocks noGrp="1"/>
          </p:cNvSpPr>
          <p:nvPr/>
        </p:nvSpPr>
        <p:spPr>
          <a:xfrm>
            <a:off x="8148637" y="4337063"/>
            <a:ext cx="304800" cy="52756"/>
          </a:xfrm>
          <a:prstGeom prst="rect">
            <a:avLst/>
          </a:prstGeom>
          <a:solidFill>
            <a:srgbClr val="05D6A4"/>
          </a:solidFill>
          <a:ln w="11430">
            <a:solidFill>
              <a:srgbClr val="05D6A4"/>
            </a:solidFill>
            <a:prstDash val="solid"/>
          </a:ln>
        </p:spPr>
        <p:txBody>
          <a:bodyPr/>
          <a:lstStyle/>
          <a:p>
            <a:endParaRPr/>
          </a:p>
        </p:txBody>
      </p:sp>
      <p:sp>
        <p:nvSpPr>
          <p:cNvPr id="27" name="Oval 26">
            <a:extLst>
              <a:ext uri="{FF2B5EF4-FFF2-40B4-BE49-F238E27FC236}">
                <a16:creationId xmlns:a16="http://schemas.microsoft.com/office/drawing/2014/main" id="{2F9C6B9A-CC25-42E3-BAD6-34291079AAA6}"/>
              </a:ext>
            </a:extLst>
          </p:cNvPr>
          <p:cNvSpPr>
            <a:spLocks noGrp="1"/>
          </p:cNvSpPr>
          <p:nvPr/>
        </p:nvSpPr>
        <p:spPr>
          <a:xfrm>
            <a:off x="9099467" y="2750619"/>
            <a:ext cx="574840" cy="533399"/>
          </a:xfrm>
          <a:prstGeom prst="ellipse">
            <a:avLst/>
          </a:prstGeom>
          <a:solidFill>
            <a:srgbClr val="0F2F46"/>
          </a:solidFill>
          <a:ln w="11430">
            <a:solidFill>
              <a:srgbClr val="22C55E"/>
            </a:solidFill>
            <a:prstDash val="solid"/>
          </a:ln>
        </p:spPr>
        <p:txBody>
          <a:bodyPr/>
          <a:lstStyle/>
          <a:p>
            <a:endParaRPr/>
          </a:p>
        </p:txBody>
      </p:sp>
      <p:sp>
        <p:nvSpPr>
          <p:cNvPr id="28" name="Rectangle 27">
            <a:extLst>
              <a:ext uri="{FF2B5EF4-FFF2-40B4-BE49-F238E27FC236}">
                <a16:creationId xmlns:a16="http://schemas.microsoft.com/office/drawing/2014/main" id="{83BB75FC-FB8F-4259-9E83-C1E869E88A52}"/>
              </a:ext>
            </a:extLst>
          </p:cNvPr>
          <p:cNvSpPr>
            <a:spLocks noGrp="1"/>
          </p:cNvSpPr>
          <p:nvPr/>
        </p:nvSpPr>
        <p:spPr>
          <a:xfrm>
            <a:off x="9220200" y="2806098"/>
            <a:ext cx="266700" cy="342912"/>
          </a:xfrm>
          <a:prstGeom prst="rect">
            <a:avLst/>
          </a:prstGeom>
          <a:noFill/>
          <a:ln w="0">
            <a:noFill/>
            <a:prstDash val="solid"/>
          </a:ln>
        </p:spPr>
        <p:txBody>
          <a:bodyPr/>
          <a:lstStyle/>
          <a:p>
            <a:pPr algn="ctr">
              <a:buNone/>
              <a:defRPr sz="1575" b="1">
                <a:solidFill>
                  <a:srgbClr val="F8FAFC"/>
                </a:solidFill>
              </a:defRPr>
            </a:pPr>
            <a:r>
              <a:rPr sz="2400" b="1">
                <a:solidFill>
                  <a:srgbClr val="F8FAFC"/>
                </a:solidFill>
              </a:rPr>
              <a:t>4</a:t>
            </a:r>
          </a:p>
        </p:txBody>
      </p:sp>
      <p:sp>
        <p:nvSpPr>
          <p:cNvPr id="29" name="Rectangle: Rounded Corners 28">
            <a:extLst>
              <a:ext uri="{FF2B5EF4-FFF2-40B4-BE49-F238E27FC236}">
                <a16:creationId xmlns:a16="http://schemas.microsoft.com/office/drawing/2014/main" id="{354DFA59-E14C-44FC-A98F-1F0058159ABA}"/>
              </a:ext>
            </a:extLst>
          </p:cNvPr>
          <p:cNvSpPr>
            <a:spLocks noGrp="1"/>
          </p:cNvSpPr>
          <p:nvPr/>
        </p:nvSpPr>
        <p:spPr>
          <a:xfrm>
            <a:off x="8420100" y="3467100"/>
            <a:ext cx="1866900" cy="2057469"/>
          </a:xfrm>
          <a:prstGeom prst="roundRect">
            <a:avLst>
              <a:gd name="adj" fmla="val 7692"/>
            </a:avLst>
          </a:prstGeom>
          <a:solidFill>
            <a:srgbClr val="10243A"/>
          </a:solidFill>
          <a:ln w="11430">
            <a:solidFill>
              <a:srgbClr val="22C55E"/>
            </a:solidFill>
            <a:prstDash val="solid"/>
          </a:ln>
        </p:spPr>
        <p:txBody>
          <a:bodyPr/>
          <a:lstStyle/>
          <a:p>
            <a:endParaRPr/>
          </a:p>
        </p:txBody>
      </p:sp>
      <p:sp>
        <p:nvSpPr>
          <p:cNvPr id="30" name="Rectangle 29">
            <a:extLst>
              <a:ext uri="{FF2B5EF4-FFF2-40B4-BE49-F238E27FC236}">
                <a16:creationId xmlns:a16="http://schemas.microsoft.com/office/drawing/2014/main" id="{66618EDD-CCDA-48AE-8D73-83B4567F2F59}"/>
              </a:ext>
            </a:extLst>
          </p:cNvPr>
          <p:cNvSpPr>
            <a:spLocks noGrp="1"/>
          </p:cNvSpPr>
          <p:nvPr/>
        </p:nvSpPr>
        <p:spPr>
          <a:xfrm>
            <a:off x="8420100" y="3467100"/>
            <a:ext cx="66675" cy="2057469"/>
          </a:xfrm>
          <a:prstGeom prst="rect">
            <a:avLst/>
          </a:prstGeom>
          <a:solidFill>
            <a:srgbClr val="22C55E"/>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CEB9B61B-8FC1-45C9-85D7-AA4CDC489188}"/>
              </a:ext>
            </a:extLst>
          </p:cNvPr>
          <p:cNvSpPr>
            <a:spLocks noGrp="1"/>
          </p:cNvSpPr>
          <p:nvPr/>
        </p:nvSpPr>
        <p:spPr>
          <a:xfrm>
            <a:off x="8629650" y="3638550"/>
            <a:ext cx="1447800" cy="685823"/>
          </a:xfrm>
          <a:prstGeom prst="rect">
            <a:avLst/>
          </a:prstGeom>
          <a:noFill/>
          <a:ln w="0">
            <a:noFill/>
            <a:prstDash val="solid"/>
          </a:ln>
        </p:spPr>
        <p:txBody>
          <a:bodyPr/>
          <a:lstStyle/>
          <a:p>
            <a:pPr algn="ctr">
              <a:buNone/>
              <a:defRPr sz="1725" b="1">
                <a:solidFill>
                  <a:srgbClr val="F8FAFC"/>
                </a:solidFill>
              </a:defRPr>
            </a:pPr>
            <a:r>
              <a:rPr sz="2400" b="1">
                <a:solidFill>
                  <a:srgbClr val="F8FAFC"/>
                </a:solidFill>
              </a:rPr>
              <a:t>Cite</a:t>
            </a:r>
          </a:p>
        </p:txBody>
      </p:sp>
      <p:sp>
        <p:nvSpPr>
          <p:cNvPr id="32" name="Rectangle 31">
            <a:extLst>
              <a:ext uri="{FF2B5EF4-FFF2-40B4-BE49-F238E27FC236}">
                <a16:creationId xmlns:a16="http://schemas.microsoft.com/office/drawing/2014/main" id="{3E692969-93FB-4154-8790-757B45AC28D0}"/>
              </a:ext>
            </a:extLst>
          </p:cNvPr>
          <p:cNvSpPr>
            <a:spLocks noGrp="1"/>
          </p:cNvSpPr>
          <p:nvPr/>
        </p:nvSpPr>
        <p:spPr>
          <a:xfrm>
            <a:off x="8629650" y="4152901"/>
            <a:ext cx="1447800" cy="1107868"/>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Answer points back to sources.</a:t>
            </a:r>
          </a:p>
        </p:txBody>
      </p:sp>
      <p:sp>
        <p:nvSpPr>
          <p:cNvPr id="33" name="Rectangle: Rounded Corners 32">
            <a:extLst>
              <a:ext uri="{FF2B5EF4-FFF2-40B4-BE49-F238E27FC236}">
                <a16:creationId xmlns:a16="http://schemas.microsoft.com/office/drawing/2014/main" id="{DF0C9E1E-334E-449F-93F8-64832553DF13}"/>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34" name="Rectangle 33">
            <a:extLst>
              <a:ext uri="{FF2B5EF4-FFF2-40B4-BE49-F238E27FC236}">
                <a16:creationId xmlns:a16="http://schemas.microsoft.com/office/drawing/2014/main" id="{8DAC95C1-F3B0-4B42-8A9A-D7E74F8C7B4E}"/>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35" name="Rectangle 34">
            <a:extLst>
              <a:ext uri="{FF2B5EF4-FFF2-40B4-BE49-F238E27FC236}">
                <a16:creationId xmlns:a16="http://schemas.microsoft.com/office/drawing/2014/main" id="{9D03944C-FD33-40BC-8CD7-528F91EC23E8}"/>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RAG is useful only when the evidence is governed.</a:t>
            </a:r>
          </a:p>
        </p:txBody>
      </p:sp>
      <p:sp>
        <p:nvSpPr>
          <p:cNvPr id="37" name="Oval 36">
            <a:extLst>
              <a:ext uri="{FF2B5EF4-FFF2-40B4-BE49-F238E27FC236}">
                <a16:creationId xmlns:a16="http://schemas.microsoft.com/office/drawing/2014/main" id="{E78D8FFE-107D-4CAA-8798-3A6ECE49907B}"/>
              </a:ext>
            </a:extLst>
          </p:cNvPr>
          <p:cNvSpPr>
            <a:spLocks noGrp="1"/>
          </p:cNvSpPr>
          <p:nvPr/>
        </p:nvSpPr>
        <p:spPr>
          <a:xfrm>
            <a:off x="1816989" y="3276600"/>
            <a:ext cx="400050" cy="400050"/>
          </a:xfrm>
          <a:prstGeom prst="ellipse">
            <a:avLst/>
          </a:prstGeom>
          <a:solidFill>
            <a:srgbClr val="22C55E"/>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3"/>
              </a:ext>
            </a:extLst>
          </a:blip>
          <a:stretch/>
        </p:blipFill>
        <p:spPr>
          <a:xfrm>
            <a:off x="1905000" y="3364611"/>
            <a:ext cx="224028" cy="224028"/>
          </a:xfrm>
          <a:prstGeom prst="rect">
            <a:avLst/>
          </a:prstGeom>
        </p:spPr>
      </p:pic>
      <p:sp>
        <p:nvSpPr>
          <p:cNvPr id="39" name="Oval 38">
            <a:extLst>
              <a:ext uri="{FF2B5EF4-FFF2-40B4-BE49-F238E27FC236}">
                <a16:creationId xmlns:a16="http://schemas.microsoft.com/office/drawing/2014/main" id="{0FC22164-A5CF-4672-9BF7-75D0255CAE13}"/>
              </a:ext>
            </a:extLst>
          </p:cNvPr>
          <p:cNvSpPr>
            <a:spLocks noGrp="1"/>
          </p:cNvSpPr>
          <p:nvPr/>
        </p:nvSpPr>
        <p:spPr>
          <a:xfrm>
            <a:off x="3988689" y="3276600"/>
            <a:ext cx="400050" cy="400050"/>
          </a:xfrm>
          <a:prstGeom prst="ellipse">
            <a:avLst/>
          </a:prstGeom>
          <a:solidFill>
            <a:srgbClr val="38BDF8"/>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4"/>
              </a:ext>
            </a:extLst>
          </a:blip>
          <a:stretch/>
        </p:blipFill>
        <p:spPr>
          <a:xfrm>
            <a:off x="4076700" y="3364611"/>
            <a:ext cx="224028" cy="224028"/>
          </a:xfrm>
          <a:prstGeom prst="rect">
            <a:avLst/>
          </a:prstGeom>
        </p:spPr>
      </p:pic>
      <p:sp>
        <p:nvSpPr>
          <p:cNvPr id="41" name="Oval 40">
            <a:extLst>
              <a:ext uri="{FF2B5EF4-FFF2-40B4-BE49-F238E27FC236}">
                <a16:creationId xmlns:a16="http://schemas.microsoft.com/office/drawing/2014/main" id="{6A04F50A-4BEA-4D93-85BB-C30CCB74606E}"/>
              </a:ext>
            </a:extLst>
          </p:cNvPr>
          <p:cNvSpPr>
            <a:spLocks noGrp="1"/>
          </p:cNvSpPr>
          <p:nvPr/>
        </p:nvSpPr>
        <p:spPr>
          <a:xfrm>
            <a:off x="6160389" y="3276600"/>
            <a:ext cx="400050" cy="400050"/>
          </a:xfrm>
          <a:prstGeom prst="ellipse">
            <a:avLst/>
          </a:prstGeom>
          <a:solidFill>
            <a:srgbClr val="22C55E"/>
          </a:solidFill>
          <a:ln w="9525">
            <a:solidFill>
              <a:srgbClr val="0B1A2A"/>
            </a:solidFill>
            <a:prstDash val="solid"/>
          </a:ln>
        </p:spPr>
        <p:txBody>
          <a:bodyPr/>
          <a:lstStyle/>
          <a:p>
            <a:endParaRPr lang="en-SG"/>
          </a:p>
        </p:txBody>
      </p:sp>
      <p:pic>
        <p:nvPicPr>
          <p:cNvPr id="85" name="Graphic 84"/>
          <p:cNvPicPr>
            <a:picLocks noChangeAspect="1"/>
          </p:cNvPicPr>
          <p:nvPr/>
        </p:nvPicPr>
        <p:blipFill>
          <a:blip>
            <a:extLst>
              <a:ext uri="{96DAC541-7B7A-43D3-8B79-37D633B846F1}">
                <asvg:svgBlip xmlns:asvg="http://schemas.microsoft.com/office/drawing/2016/SVG/main" r:embed="rId3"/>
              </a:ext>
            </a:extLst>
          </a:blip>
          <a:stretch/>
        </p:blipFill>
        <p:spPr>
          <a:xfrm>
            <a:off x="6248400" y="3364611"/>
            <a:ext cx="224028" cy="224028"/>
          </a:xfrm>
          <a:prstGeom prst="rect">
            <a:avLst/>
          </a:prstGeom>
        </p:spPr>
      </p:pic>
      <p:sp>
        <p:nvSpPr>
          <p:cNvPr id="43" name="Oval 42">
            <a:extLst>
              <a:ext uri="{FF2B5EF4-FFF2-40B4-BE49-F238E27FC236}">
                <a16:creationId xmlns:a16="http://schemas.microsoft.com/office/drawing/2014/main" id="{3EBA1F63-71A1-4B90-BA47-DAC726B16333}"/>
              </a:ext>
            </a:extLst>
          </p:cNvPr>
          <p:cNvSpPr>
            <a:spLocks noGrp="1"/>
          </p:cNvSpPr>
          <p:nvPr/>
        </p:nvSpPr>
        <p:spPr>
          <a:xfrm>
            <a:off x="8332089" y="3276600"/>
            <a:ext cx="400050" cy="400050"/>
          </a:xfrm>
          <a:prstGeom prst="ellipse">
            <a:avLst/>
          </a:prstGeom>
          <a:solidFill>
            <a:srgbClr val="38BDF8"/>
          </a:solidFill>
          <a:ln w="9525">
            <a:solidFill>
              <a:srgbClr val="0B1A2A"/>
            </a:solidFill>
            <a:prstDash val="solid"/>
          </a:ln>
        </p:spPr>
        <p:txBody>
          <a:bodyPr/>
          <a:lstStyle/>
          <a:p>
            <a:endParaRPr lang="en-SG"/>
          </a:p>
        </p:txBody>
      </p:sp>
      <p:pic>
        <p:nvPicPr>
          <p:cNvPr id="87" name="Graphic 86"/>
          <p:cNvPicPr>
            <a:picLocks noChangeAspect="1"/>
          </p:cNvPicPr>
          <p:nvPr/>
        </p:nvPicPr>
        <p:blipFill>
          <a:blip>
            <a:extLst>
              <a:ext uri="{96DAC541-7B7A-43D3-8B79-37D633B846F1}">
                <asvg:svgBlip xmlns:asvg="http://schemas.microsoft.com/office/drawing/2016/SVG/main" r:embed="rId4"/>
              </a:ext>
            </a:extLst>
          </a:blip>
          <a:stretch/>
        </p:blipFill>
        <p:spPr>
          <a:xfrm>
            <a:off x="8420100" y="3364611"/>
            <a:ext cx="224028" cy="224028"/>
          </a:xfrm>
          <a:prstGeom prst="rect">
            <a:avLst/>
          </a:prstGeom>
        </p:spPr>
      </p:pic>
      <p:pic>
        <p:nvPicPr>
          <p:cNvPr id="40" name="Picture 39">
            <a:extLst>
              <a:ext uri="{FF2B5EF4-FFF2-40B4-BE49-F238E27FC236}">
                <a16:creationId xmlns:a16="http://schemas.microsoft.com/office/drawing/2014/main" id="{13A8AE88-3D96-036F-4649-A385AD5ECD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311802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1ED4C023-8BE6-4E24-8AF9-3CFE5FBF3A88}"/>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RETRIEVAL</a:t>
            </a:r>
          </a:p>
        </p:txBody>
      </p:sp>
      <p:sp>
        <p:nvSpPr>
          <p:cNvPr id="2" name="Rectangle 1">
            <a:extLst>
              <a:ext uri="{FF2B5EF4-FFF2-40B4-BE49-F238E27FC236}">
                <a16:creationId xmlns:a16="http://schemas.microsoft.com/office/drawing/2014/main" id="{D42BE7A4-19F6-433E-9C1B-1F6DF5A0EF6C}"/>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Structure improves retrieval quality</a:t>
            </a:r>
          </a:p>
        </p:txBody>
      </p:sp>
      <p:sp>
        <p:nvSpPr>
          <p:cNvPr id="3" name="Rectangle 2">
            <a:extLst>
              <a:ext uri="{FF2B5EF4-FFF2-40B4-BE49-F238E27FC236}">
                <a16:creationId xmlns:a16="http://schemas.microsoft.com/office/drawing/2014/main" id="{B2EBBEF0-723C-41F4-9A1B-D3AFC23B3A82}"/>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F6B73C4B-242F-4C8C-BEB4-5642E15118FC}"/>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27</a:t>
            </a:r>
          </a:p>
        </p:txBody>
      </p:sp>
      <p:sp>
        <p:nvSpPr>
          <p:cNvPr id="5" name="Rectangle 4">
            <a:extLst>
              <a:ext uri="{FF2B5EF4-FFF2-40B4-BE49-F238E27FC236}">
                <a16:creationId xmlns:a16="http://schemas.microsoft.com/office/drawing/2014/main" id="{CEF2E537-92A0-46F3-9EFA-41DECC1651ED}"/>
              </a:ext>
            </a:extLst>
          </p:cNvPr>
          <p:cNvSpPr>
            <a:spLocks noGrp="1"/>
          </p:cNvSpPr>
          <p:nvPr/>
        </p:nvSpPr>
        <p:spPr>
          <a:xfrm>
            <a:off x="685800" y="1695450"/>
            <a:ext cx="8572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Clean sources are easier to split, search, filter, and cite.</a:t>
            </a:r>
          </a:p>
        </p:txBody>
      </p:sp>
      <p:sp>
        <p:nvSpPr>
          <p:cNvPr id="6" name="Oval 5">
            <a:extLst>
              <a:ext uri="{FF2B5EF4-FFF2-40B4-BE49-F238E27FC236}">
                <a16:creationId xmlns:a16="http://schemas.microsoft.com/office/drawing/2014/main" id="{FF757F05-2358-4A65-B7A2-A18BB9B70B06}"/>
              </a:ext>
            </a:extLst>
          </p:cNvPr>
          <p:cNvSpPr>
            <a:spLocks noGrp="1"/>
          </p:cNvSpPr>
          <p:nvPr/>
        </p:nvSpPr>
        <p:spPr>
          <a:xfrm>
            <a:off x="2600325" y="2362200"/>
            <a:ext cx="476250" cy="476250"/>
          </a:xfrm>
          <a:prstGeom prst="ellipse">
            <a:avLst/>
          </a:prstGeom>
          <a:solidFill>
            <a:srgbClr val="0F2F46"/>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18C6DF6D-E67C-4846-ACC0-2ED275B645D0}"/>
              </a:ext>
            </a:extLst>
          </p:cNvPr>
          <p:cNvSpPr>
            <a:spLocks noGrp="1"/>
          </p:cNvSpPr>
          <p:nvPr/>
        </p:nvSpPr>
        <p:spPr>
          <a:xfrm>
            <a:off x="27051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1</a:t>
            </a:r>
          </a:p>
        </p:txBody>
      </p:sp>
      <p:sp>
        <p:nvSpPr>
          <p:cNvPr id="8" name="Rectangle: Rounded Corners 7">
            <a:extLst>
              <a:ext uri="{FF2B5EF4-FFF2-40B4-BE49-F238E27FC236}">
                <a16:creationId xmlns:a16="http://schemas.microsoft.com/office/drawing/2014/main" id="{F00B38F8-11AD-41AA-80CE-2F412F938E6D}"/>
              </a:ext>
            </a:extLst>
          </p:cNvPr>
          <p:cNvSpPr>
            <a:spLocks noGrp="1"/>
          </p:cNvSpPr>
          <p:nvPr/>
        </p:nvSpPr>
        <p:spPr>
          <a:xfrm>
            <a:off x="1905000" y="2914650"/>
            <a:ext cx="1866900" cy="1485900"/>
          </a:xfrm>
          <a:prstGeom prst="roundRect">
            <a:avLst>
              <a:gd name="adj" fmla="val 7692"/>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41E4A4C2-D091-4E80-AAD3-2A196EAF957A}"/>
              </a:ext>
            </a:extLst>
          </p:cNvPr>
          <p:cNvSpPr>
            <a:spLocks noGrp="1"/>
          </p:cNvSpPr>
          <p:nvPr/>
        </p:nvSpPr>
        <p:spPr>
          <a:xfrm>
            <a:off x="1905000" y="2914650"/>
            <a:ext cx="66675" cy="1485900"/>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7BD025A9-F115-4413-89CE-134AEDB278F9}"/>
              </a:ext>
            </a:extLst>
          </p:cNvPr>
          <p:cNvSpPr>
            <a:spLocks noGrp="1"/>
          </p:cNvSpPr>
          <p:nvPr/>
        </p:nvSpPr>
        <p:spPr>
          <a:xfrm>
            <a:off x="2114550" y="3086100"/>
            <a:ext cx="1447800" cy="495300"/>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Headings</a:t>
            </a:r>
          </a:p>
        </p:txBody>
      </p:sp>
      <p:sp>
        <p:nvSpPr>
          <p:cNvPr id="11" name="Rectangle 10">
            <a:extLst>
              <a:ext uri="{FF2B5EF4-FFF2-40B4-BE49-F238E27FC236}">
                <a16:creationId xmlns:a16="http://schemas.microsoft.com/office/drawing/2014/main" id="{0A55BAC6-0A06-461A-AC70-7E3B5EA4F750}"/>
              </a:ext>
            </a:extLst>
          </p:cNvPr>
          <p:cNvSpPr>
            <a:spLocks noGrp="1"/>
          </p:cNvSpPr>
          <p:nvPr/>
        </p:nvSpPr>
        <p:spPr>
          <a:xfrm>
            <a:off x="21145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Give sections meaningful names.</a:t>
            </a:r>
          </a:p>
        </p:txBody>
      </p:sp>
      <p:sp>
        <p:nvSpPr>
          <p:cNvPr id="12" name="Rectangle 11">
            <a:extLst>
              <a:ext uri="{FF2B5EF4-FFF2-40B4-BE49-F238E27FC236}">
                <a16:creationId xmlns:a16="http://schemas.microsoft.com/office/drawing/2014/main" id="{35725EB4-CF1E-415D-9E7D-C8DC396D3BBC}"/>
              </a:ext>
            </a:extLst>
          </p:cNvPr>
          <p:cNvSpPr>
            <a:spLocks noGrp="1"/>
          </p:cNvSpPr>
          <p:nvPr/>
        </p:nvSpPr>
        <p:spPr>
          <a:xfrm>
            <a:off x="3757422" y="3560445"/>
            <a:ext cx="304800" cy="38100"/>
          </a:xfrm>
          <a:prstGeom prst="rect">
            <a:avLst/>
          </a:prstGeom>
          <a:solidFill>
            <a:srgbClr val="05D6A4"/>
          </a:solidFill>
          <a:ln w="11430">
            <a:solidFill>
              <a:srgbClr val="05D6A4"/>
            </a:solidFill>
            <a:prstDash val="solid"/>
          </a:ln>
        </p:spPr>
        <p:txBody>
          <a:bodyPr/>
          <a:lstStyle/>
          <a:p>
            <a:endParaRPr/>
          </a:p>
        </p:txBody>
      </p:sp>
      <p:sp>
        <p:nvSpPr>
          <p:cNvPr id="13" name="Oval 12">
            <a:extLst>
              <a:ext uri="{FF2B5EF4-FFF2-40B4-BE49-F238E27FC236}">
                <a16:creationId xmlns:a16="http://schemas.microsoft.com/office/drawing/2014/main" id="{2CC97AEB-F99A-46F0-B676-839477872EB4}"/>
              </a:ext>
            </a:extLst>
          </p:cNvPr>
          <p:cNvSpPr>
            <a:spLocks noGrp="1"/>
          </p:cNvSpPr>
          <p:nvPr/>
        </p:nvSpPr>
        <p:spPr>
          <a:xfrm>
            <a:off x="4772025" y="2362200"/>
            <a:ext cx="476250" cy="476250"/>
          </a:xfrm>
          <a:prstGeom prst="ellipse">
            <a:avLst/>
          </a:prstGeom>
          <a:solidFill>
            <a:srgbClr val="0F2F46"/>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341F82B8-6CED-420D-999A-617D4F85BB38}"/>
              </a:ext>
            </a:extLst>
          </p:cNvPr>
          <p:cNvSpPr>
            <a:spLocks noGrp="1"/>
          </p:cNvSpPr>
          <p:nvPr/>
        </p:nvSpPr>
        <p:spPr>
          <a:xfrm>
            <a:off x="48768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2</a:t>
            </a:r>
          </a:p>
        </p:txBody>
      </p:sp>
      <p:sp>
        <p:nvSpPr>
          <p:cNvPr id="15" name="Rectangle: Rounded Corners 14">
            <a:extLst>
              <a:ext uri="{FF2B5EF4-FFF2-40B4-BE49-F238E27FC236}">
                <a16:creationId xmlns:a16="http://schemas.microsoft.com/office/drawing/2014/main" id="{2A350BA2-311A-4855-9BCA-486DB66DDF8E}"/>
              </a:ext>
            </a:extLst>
          </p:cNvPr>
          <p:cNvSpPr>
            <a:spLocks noGrp="1"/>
          </p:cNvSpPr>
          <p:nvPr/>
        </p:nvSpPr>
        <p:spPr>
          <a:xfrm>
            <a:off x="4076700" y="2914650"/>
            <a:ext cx="1866900" cy="1485900"/>
          </a:xfrm>
          <a:prstGeom prst="roundRect">
            <a:avLst>
              <a:gd name="adj" fmla="val 7692"/>
            </a:avLst>
          </a:prstGeom>
          <a:solidFill>
            <a:srgbClr val="10243A"/>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BE1EFF66-10AF-4020-9F8F-6C50ED4CC4CB}"/>
              </a:ext>
            </a:extLst>
          </p:cNvPr>
          <p:cNvSpPr>
            <a:spLocks noGrp="1"/>
          </p:cNvSpPr>
          <p:nvPr/>
        </p:nvSpPr>
        <p:spPr>
          <a:xfrm>
            <a:off x="4076700" y="2914650"/>
            <a:ext cx="66675" cy="1485900"/>
          </a:xfrm>
          <a:prstGeom prst="rect">
            <a:avLst/>
          </a:prstGeom>
          <a:solidFill>
            <a:srgbClr val="38BDF8"/>
          </a:solidFill>
          <a:ln w="11430">
            <a:solidFill>
              <a:srgbClr val="38BDF8"/>
            </a:solidFill>
            <a:prstDash val="solid"/>
          </a:ln>
        </p:spPr>
        <p:txBody>
          <a:bodyPr/>
          <a:lstStyle/>
          <a:p>
            <a:endParaRPr/>
          </a:p>
        </p:txBody>
      </p:sp>
      <p:sp>
        <p:nvSpPr>
          <p:cNvPr id="17" name="Rectangle 16">
            <a:extLst>
              <a:ext uri="{FF2B5EF4-FFF2-40B4-BE49-F238E27FC236}">
                <a16:creationId xmlns:a16="http://schemas.microsoft.com/office/drawing/2014/main" id="{4D95CF82-777B-438D-BCD4-A809CB6F4D2A}"/>
              </a:ext>
            </a:extLst>
          </p:cNvPr>
          <p:cNvSpPr>
            <a:spLocks noGrp="1"/>
          </p:cNvSpPr>
          <p:nvPr/>
        </p:nvSpPr>
        <p:spPr>
          <a:xfrm>
            <a:off x="4286250" y="3086100"/>
            <a:ext cx="1447800" cy="495300"/>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Chunks</a:t>
            </a:r>
          </a:p>
        </p:txBody>
      </p:sp>
      <p:sp>
        <p:nvSpPr>
          <p:cNvPr id="18" name="Rectangle 17">
            <a:extLst>
              <a:ext uri="{FF2B5EF4-FFF2-40B4-BE49-F238E27FC236}">
                <a16:creationId xmlns:a16="http://schemas.microsoft.com/office/drawing/2014/main" id="{19FA099D-7C7E-43FE-87B2-A29FD6C43220}"/>
              </a:ext>
            </a:extLst>
          </p:cNvPr>
          <p:cNvSpPr>
            <a:spLocks noGrp="1"/>
          </p:cNvSpPr>
          <p:nvPr/>
        </p:nvSpPr>
        <p:spPr>
          <a:xfrm>
            <a:off x="42862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Keep evidence units coherent.</a:t>
            </a:r>
          </a:p>
        </p:txBody>
      </p:sp>
      <p:sp>
        <p:nvSpPr>
          <p:cNvPr id="19" name="Rectangle 18">
            <a:extLst>
              <a:ext uri="{FF2B5EF4-FFF2-40B4-BE49-F238E27FC236}">
                <a16:creationId xmlns:a16="http://schemas.microsoft.com/office/drawing/2014/main" id="{C447BE22-CB31-48D3-B25D-87F1F175F10F}"/>
              </a:ext>
            </a:extLst>
          </p:cNvPr>
          <p:cNvSpPr>
            <a:spLocks noGrp="1"/>
          </p:cNvSpPr>
          <p:nvPr/>
        </p:nvSpPr>
        <p:spPr>
          <a:xfrm>
            <a:off x="5928360" y="3560445"/>
            <a:ext cx="304800" cy="38100"/>
          </a:xfrm>
          <a:prstGeom prst="rect">
            <a:avLst/>
          </a:prstGeom>
          <a:solidFill>
            <a:srgbClr val="05D6A4"/>
          </a:solidFill>
          <a:ln w="11430">
            <a:solidFill>
              <a:srgbClr val="05D6A4"/>
            </a:solidFill>
            <a:prstDash val="solid"/>
          </a:ln>
        </p:spPr>
        <p:txBody>
          <a:bodyPr/>
          <a:lstStyle/>
          <a:p>
            <a:endParaRPr/>
          </a:p>
        </p:txBody>
      </p:sp>
      <p:sp>
        <p:nvSpPr>
          <p:cNvPr id="20" name="Oval 19">
            <a:extLst>
              <a:ext uri="{FF2B5EF4-FFF2-40B4-BE49-F238E27FC236}">
                <a16:creationId xmlns:a16="http://schemas.microsoft.com/office/drawing/2014/main" id="{699A5E52-F5CD-4647-9221-DE5B611BF9A8}"/>
              </a:ext>
            </a:extLst>
          </p:cNvPr>
          <p:cNvSpPr>
            <a:spLocks noGrp="1"/>
          </p:cNvSpPr>
          <p:nvPr/>
        </p:nvSpPr>
        <p:spPr>
          <a:xfrm>
            <a:off x="6943725" y="2362200"/>
            <a:ext cx="476250" cy="476250"/>
          </a:xfrm>
          <a:prstGeom prst="ellipse">
            <a:avLst/>
          </a:prstGeom>
          <a:solidFill>
            <a:srgbClr val="0F2F46"/>
          </a:solidFill>
          <a:ln w="11430">
            <a:solidFill>
              <a:srgbClr val="A78BFA"/>
            </a:solidFill>
            <a:prstDash val="solid"/>
          </a:ln>
        </p:spPr>
        <p:txBody>
          <a:bodyPr/>
          <a:lstStyle/>
          <a:p>
            <a:endParaRPr/>
          </a:p>
        </p:txBody>
      </p:sp>
      <p:sp>
        <p:nvSpPr>
          <p:cNvPr id="21" name="Rectangle 20">
            <a:extLst>
              <a:ext uri="{FF2B5EF4-FFF2-40B4-BE49-F238E27FC236}">
                <a16:creationId xmlns:a16="http://schemas.microsoft.com/office/drawing/2014/main" id="{F7B9F27A-B85C-4539-B384-D8471BB180B5}"/>
              </a:ext>
            </a:extLst>
          </p:cNvPr>
          <p:cNvSpPr>
            <a:spLocks noGrp="1"/>
          </p:cNvSpPr>
          <p:nvPr/>
        </p:nvSpPr>
        <p:spPr>
          <a:xfrm>
            <a:off x="70485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3</a:t>
            </a:r>
          </a:p>
        </p:txBody>
      </p:sp>
      <p:sp>
        <p:nvSpPr>
          <p:cNvPr id="22" name="Rectangle: Rounded Corners 21">
            <a:extLst>
              <a:ext uri="{FF2B5EF4-FFF2-40B4-BE49-F238E27FC236}">
                <a16:creationId xmlns:a16="http://schemas.microsoft.com/office/drawing/2014/main" id="{6921417B-438E-43FC-84C7-C62F305DFB8A}"/>
              </a:ext>
            </a:extLst>
          </p:cNvPr>
          <p:cNvSpPr>
            <a:spLocks noGrp="1"/>
          </p:cNvSpPr>
          <p:nvPr/>
        </p:nvSpPr>
        <p:spPr>
          <a:xfrm>
            <a:off x="6248400" y="2914650"/>
            <a:ext cx="1866900" cy="1485900"/>
          </a:xfrm>
          <a:prstGeom prst="roundRect">
            <a:avLst>
              <a:gd name="adj" fmla="val 7692"/>
            </a:avLst>
          </a:prstGeom>
          <a:solidFill>
            <a:srgbClr val="10243A"/>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C48AF74D-0316-4932-9404-3684C1167C0B}"/>
              </a:ext>
            </a:extLst>
          </p:cNvPr>
          <p:cNvSpPr>
            <a:spLocks noGrp="1"/>
          </p:cNvSpPr>
          <p:nvPr/>
        </p:nvSpPr>
        <p:spPr>
          <a:xfrm>
            <a:off x="6248400" y="2914650"/>
            <a:ext cx="66675" cy="1485900"/>
          </a:xfrm>
          <a:prstGeom prst="rect">
            <a:avLst/>
          </a:prstGeom>
          <a:solidFill>
            <a:srgbClr val="A78BFA"/>
          </a:solidFill>
          <a:ln w="11430">
            <a:solidFill>
              <a:srgbClr val="A78BFA"/>
            </a:solidFill>
            <a:prstDash val="solid"/>
          </a:ln>
        </p:spPr>
        <p:txBody>
          <a:bodyPr/>
          <a:lstStyle/>
          <a:p>
            <a:endParaRPr/>
          </a:p>
        </p:txBody>
      </p:sp>
      <p:sp>
        <p:nvSpPr>
          <p:cNvPr id="24" name="Rectangle 23">
            <a:extLst>
              <a:ext uri="{FF2B5EF4-FFF2-40B4-BE49-F238E27FC236}">
                <a16:creationId xmlns:a16="http://schemas.microsoft.com/office/drawing/2014/main" id="{2F8C81DB-F033-46E0-9404-E74DB81A5FBE}"/>
              </a:ext>
            </a:extLst>
          </p:cNvPr>
          <p:cNvSpPr>
            <a:spLocks noGrp="1"/>
          </p:cNvSpPr>
          <p:nvPr/>
        </p:nvSpPr>
        <p:spPr>
          <a:xfrm>
            <a:off x="6457950" y="3086100"/>
            <a:ext cx="1447800" cy="495300"/>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Metadata</a:t>
            </a:r>
          </a:p>
        </p:txBody>
      </p:sp>
      <p:sp>
        <p:nvSpPr>
          <p:cNvPr id="25" name="Rectangle 24">
            <a:extLst>
              <a:ext uri="{FF2B5EF4-FFF2-40B4-BE49-F238E27FC236}">
                <a16:creationId xmlns:a16="http://schemas.microsoft.com/office/drawing/2014/main" id="{197AD26B-EF7E-4A2D-9FA7-2E683AC038A6}"/>
              </a:ext>
            </a:extLst>
          </p:cNvPr>
          <p:cNvSpPr>
            <a:spLocks noGrp="1"/>
          </p:cNvSpPr>
          <p:nvPr/>
        </p:nvSpPr>
        <p:spPr>
          <a:xfrm>
            <a:off x="64579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Filter by owner, status, access.</a:t>
            </a:r>
          </a:p>
        </p:txBody>
      </p:sp>
      <p:sp>
        <p:nvSpPr>
          <p:cNvPr id="26" name="Rectangle 25">
            <a:extLst>
              <a:ext uri="{FF2B5EF4-FFF2-40B4-BE49-F238E27FC236}">
                <a16:creationId xmlns:a16="http://schemas.microsoft.com/office/drawing/2014/main" id="{34EE2D8A-24A0-4C88-859C-0D5B93675FD0}"/>
              </a:ext>
            </a:extLst>
          </p:cNvPr>
          <p:cNvSpPr>
            <a:spLocks noGrp="1"/>
          </p:cNvSpPr>
          <p:nvPr/>
        </p:nvSpPr>
        <p:spPr>
          <a:xfrm>
            <a:off x="8093964" y="3598545"/>
            <a:ext cx="304800" cy="38100"/>
          </a:xfrm>
          <a:prstGeom prst="rect">
            <a:avLst/>
          </a:prstGeom>
          <a:solidFill>
            <a:srgbClr val="05D6A4"/>
          </a:solidFill>
          <a:ln w="11430">
            <a:solidFill>
              <a:srgbClr val="05D6A4"/>
            </a:solidFill>
            <a:prstDash val="solid"/>
          </a:ln>
        </p:spPr>
        <p:txBody>
          <a:bodyPr/>
          <a:lstStyle/>
          <a:p>
            <a:endParaRPr/>
          </a:p>
        </p:txBody>
      </p:sp>
      <p:sp>
        <p:nvSpPr>
          <p:cNvPr id="27" name="Oval 26">
            <a:extLst>
              <a:ext uri="{FF2B5EF4-FFF2-40B4-BE49-F238E27FC236}">
                <a16:creationId xmlns:a16="http://schemas.microsoft.com/office/drawing/2014/main" id="{C1C35CBE-EE57-4A2F-B3A8-1218E52F1C26}"/>
              </a:ext>
            </a:extLst>
          </p:cNvPr>
          <p:cNvSpPr>
            <a:spLocks noGrp="1"/>
          </p:cNvSpPr>
          <p:nvPr/>
        </p:nvSpPr>
        <p:spPr>
          <a:xfrm>
            <a:off x="9115425" y="2362200"/>
            <a:ext cx="476250" cy="476250"/>
          </a:xfrm>
          <a:prstGeom prst="ellipse">
            <a:avLst/>
          </a:prstGeom>
          <a:solidFill>
            <a:srgbClr val="0F2F46"/>
          </a:solidFill>
          <a:ln w="11430">
            <a:solidFill>
              <a:srgbClr val="22C55E"/>
            </a:solidFill>
            <a:prstDash val="solid"/>
          </a:ln>
        </p:spPr>
        <p:txBody>
          <a:bodyPr/>
          <a:lstStyle/>
          <a:p>
            <a:endParaRPr/>
          </a:p>
        </p:txBody>
      </p:sp>
      <p:sp>
        <p:nvSpPr>
          <p:cNvPr id="28" name="Rectangle 27">
            <a:extLst>
              <a:ext uri="{FF2B5EF4-FFF2-40B4-BE49-F238E27FC236}">
                <a16:creationId xmlns:a16="http://schemas.microsoft.com/office/drawing/2014/main" id="{9AC37F5F-6039-4B4F-975C-9D11CAF00A61}"/>
              </a:ext>
            </a:extLst>
          </p:cNvPr>
          <p:cNvSpPr>
            <a:spLocks noGrp="1"/>
          </p:cNvSpPr>
          <p:nvPr/>
        </p:nvSpPr>
        <p:spPr>
          <a:xfrm>
            <a:off x="92202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4</a:t>
            </a:r>
          </a:p>
        </p:txBody>
      </p:sp>
      <p:sp>
        <p:nvSpPr>
          <p:cNvPr id="29" name="Rectangle: Rounded Corners 28">
            <a:extLst>
              <a:ext uri="{FF2B5EF4-FFF2-40B4-BE49-F238E27FC236}">
                <a16:creationId xmlns:a16="http://schemas.microsoft.com/office/drawing/2014/main" id="{A4F4CD8E-6F0B-4210-A437-3974DB4B2236}"/>
              </a:ext>
            </a:extLst>
          </p:cNvPr>
          <p:cNvSpPr>
            <a:spLocks noGrp="1"/>
          </p:cNvSpPr>
          <p:nvPr/>
        </p:nvSpPr>
        <p:spPr>
          <a:xfrm>
            <a:off x="8420100" y="2914650"/>
            <a:ext cx="1866900" cy="1485900"/>
          </a:xfrm>
          <a:prstGeom prst="roundRect">
            <a:avLst>
              <a:gd name="adj" fmla="val 7692"/>
            </a:avLst>
          </a:prstGeom>
          <a:solidFill>
            <a:srgbClr val="10243A"/>
          </a:solidFill>
          <a:ln w="11430">
            <a:solidFill>
              <a:srgbClr val="22C55E"/>
            </a:solidFill>
            <a:prstDash val="solid"/>
          </a:ln>
        </p:spPr>
        <p:txBody>
          <a:bodyPr/>
          <a:lstStyle/>
          <a:p>
            <a:endParaRPr/>
          </a:p>
        </p:txBody>
      </p:sp>
      <p:sp>
        <p:nvSpPr>
          <p:cNvPr id="30" name="Rectangle 29">
            <a:extLst>
              <a:ext uri="{FF2B5EF4-FFF2-40B4-BE49-F238E27FC236}">
                <a16:creationId xmlns:a16="http://schemas.microsoft.com/office/drawing/2014/main" id="{17833C9A-8F7E-4CA9-B4CC-6104396186E2}"/>
              </a:ext>
            </a:extLst>
          </p:cNvPr>
          <p:cNvSpPr>
            <a:spLocks noGrp="1"/>
          </p:cNvSpPr>
          <p:nvPr/>
        </p:nvSpPr>
        <p:spPr>
          <a:xfrm>
            <a:off x="8420100" y="2914650"/>
            <a:ext cx="66675" cy="1485900"/>
          </a:xfrm>
          <a:prstGeom prst="rect">
            <a:avLst/>
          </a:prstGeom>
          <a:solidFill>
            <a:srgbClr val="22C55E"/>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D53E2A04-57AF-41A3-89C8-2E4945A9339B}"/>
              </a:ext>
            </a:extLst>
          </p:cNvPr>
          <p:cNvSpPr>
            <a:spLocks noGrp="1"/>
          </p:cNvSpPr>
          <p:nvPr/>
        </p:nvSpPr>
        <p:spPr>
          <a:xfrm>
            <a:off x="8629650" y="3086100"/>
            <a:ext cx="1447800" cy="495300"/>
          </a:xfrm>
          <a:prstGeom prst="rect">
            <a:avLst/>
          </a:prstGeom>
          <a:noFill/>
          <a:ln w="0">
            <a:noFill/>
            <a:prstDash val="solid"/>
          </a:ln>
        </p:spPr>
        <p:txBody>
          <a:bodyPr/>
          <a:lstStyle/>
          <a:p>
            <a:pPr algn="ctr">
              <a:buNone/>
              <a:defRPr sz="1725" b="1">
                <a:solidFill>
                  <a:srgbClr val="F8FAFC"/>
                </a:solidFill>
              </a:defRPr>
            </a:pPr>
            <a:r>
              <a:rPr sz="1725" b="1">
                <a:solidFill>
                  <a:srgbClr val="F8FAFC"/>
                </a:solidFill>
              </a:rPr>
              <a:t>Version</a:t>
            </a:r>
          </a:p>
        </p:txBody>
      </p:sp>
      <p:sp>
        <p:nvSpPr>
          <p:cNvPr id="32" name="Rectangle 31">
            <a:extLst>
              <a:ext uri="{FF2B5EF4-FFF2-40B4-BE49-F238E27FC236}">
                <a16:creationId xmlns:a16="http://schemas.microsoft.com/office/drawing/2014/main" id="{604592A0-91B6-47A1-979D-696D1F0D3E7D}"/>
              </a:ext>
            </a:extLst>
          </p:cNvPr>
          <p:cNvSpPr>
            <a:spLocks noGrp="1"/>
          </p:cNvSpPr>
          <p:nvPr/>
        </p:nvSpPr>
        <p:spPr>
          <a:xfrm>
            <a:off x="86296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Prefer current approved sources.</a:t>
            </a:r>
          </a:p>
        </p:txBody>
      </p:sp>
      <p:sp>
        <p:nvSpPr>
          <p:cNvPr id="33" name="Rectangle: Rounded Corners 32">
            <a:extLst>
              <a:ext uri="{FF2B5EF4-FFF2-40B4-BE49-F238E27FC236}">
                <a16:creationId xmlns:a16="http://schemas.microsoft.com/office/drawing/2014/main" id="{F4D4E988-6A7B-494B-AC02-C409F48B58FC}"/>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34" name="Rectangle 33">
            <a:extLst>
              <a:ext uri="{FF2B5EF4-FFF2-40B4-BE49-F238E27FC236}">
                <a16:creationId xmlns:a16="http://schemas.microsoft.com/office/drawing/2014/main" id="{3929760C-86BC-4359-844A-D5149E7BFEF1}"/>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35" name="Rectangle 34">
            <a:extLst>
              <a:ext uri="{FF2B5EF4-FFF2-40B4-BE49-F238E27FC236}">
                <a16:creationId xmlns:a16="http://schemas.microsoft.com/office/drawing/2014/main" id="{AF51555C-EAB5-4741-8A49-87013A35E1EC}"/>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Messy documents become messy retrieval.</a:t>
            </a:r>
          </a:p>
        </p:txBody>
      </p:sp>
      <p:sp>
        <p:nvSpPr>
          <p:cNvPr id="37" name="Oval 36">
            <a:extLst>
              <a:ext uri="{FF2B5EF4-FFF2-40B4-BE49-F238E27FC236}">
                <a16:creationId xmlns:a16="http://schemas.microsoft.com/office/drawing/2014/main" id="{3A7D2725-C8F5-49ED-8F3A-50DF6B34E6E7}"/>
              </a:ext>
            </a:extLst>
          </p:cNvPr>
          <p:cNvSpPr>
            <a:spLocks noGrp="1"/>
          </p:cNvSpPr>
          <p:nvPr/>
        </p:nvSpPr>
        <p:spPr>
          <a:xfrm>
            <a:off x="1883664" y="2774061"/>
            <a:ext cx="400050" cy="400050"/>
          </a:xfrm>
          <a:prstGeom prst="ellipse">
            <a:avLst/>
          </a:prstGeom>
          <a:solidFill>
            <a:srgbClr val="05D6A4"/>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3"/>
              </a:ext>
            </a:extLst>
          </a:blip>
          <a:stretch/>
        </p:blipFill>
        <p:spPr>
          <a:xfrm>
            <a:off x="1971675" y="2862072"/>
            <a:ext cx="224028" cy="224028"/>
          </a:xfrm>
          <a:prstGeom prst="rect">
            <a:avLst/>
          </a:prstGeom>
        </p:spPr>
      </p:pic>
      <p:sp>
        <p:nvSpPr>
          <p:cNvPr id="39" name="Oval 38">
            <a:extLst>
              <a:ext uri="{FF2B5EF4-FFF2-40B4-BE49-F238E27FC236}">
                <a16:creationId xmlns:a16="http://schemas.microsoft.com/office/drawing/2014/main" id="{5FA1CB4C-A62F-42D5-8A41-707A7E27F1D2}"/>
              </a:ext>
            </a:extLst>
          </p:cNvPr>
          <p:cNvSpPr>
            <a:spLocks noGrp="1"/>
          </p:cNvSpPr>
          <p:nvPr/>
        </p:nvSpPr>
        <p:spPr>
          <a:xfrm>
            <a:off x="4055364" y="2774061"/>
            <a:ext cx="400050" cy="400050"/>
          </a:xfrm>
          <a:prstGeom prst="ellipse">
            <a:avLst/>
          </a:prstGeom>
          <a:solidFill>
            <a:srgbClr val="05D6A4"/>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3"/>
              </a:ext>
            </a:extLst>
          </a:blip>
          <a:stretch/>
        </p:blipFill>
        <p:spPr>
          <a:xfrm>
            <a:off x="4143375" y="2862072"/>
            <a:ext cx="224028" cy="224028"/>
          </a:xfrm>
          <a:prstGeom prst="rect">
            <a:avLst/>
          </a:prstGeom>
        </p:spPr>
      </p:pic>
      <p:sp>
        <p:nvSpPr>
          <p:cNvPr id="41" name="Oval 40">
            <a:extLst>
              <a:ext uri="{FF2B5EF4-FFF2-40B4-BE49-F238E27FC236}">
                <a16:creationId xmlns:a16="http://schemas.microsoft.com/office/drawing/2014/main" id="{5BFAAE52-00D4-43CC-A1E9-D1ACA61BFAA3}"/>
              </a:ext>
            </a:extLst>
          </p:cNvPr>
          <p:cNvSpPr>
            <a:spLocks noGrp="1"/>
          </p:cNvSpPr>
          <p:nvPr/>
        </p:nvSpPr>
        <p:spPr>
          <a:xfrm>
            <a:off x="6227064" y="2774061"/>
            <a:ext cx="400050" cy="400050"/>
          </a:xfrm>
          <a:prstGeom prst="ellipse">
            <a:avLst/>
          </a:prstGeom>
          <a:solidFill>
            <a:srgbClr val="A78BFA"/>
          </a:solidFill>
          <a:ln w="9525">
            <a:solidFill>
              <a:srgbClr val="0B1A2A"/>
            </a:solidFill>
            <a:prstDash val="solid"/>
          </a:ln>
        </p:spPr>
        <p:txBody>
          <a:bodyPr/>
          <a:lstStyle/>
          <a:p>
            <a:endParaRPr lang="en-SG"/>
          </a:p>
        </p:txBody>
      </p:sp>
      <p:pic>
        <p:nvPicPr>
          <p:cNvPr id="85" name="Graphic 84"/>
          <p:cNvPicPr>
            <a:picLocks noChangeAspect="1"/>
          </p:cNvPicPr>
          <p:nvPr/>
        </p:nvPicPr>
        <p:blipFill>
          <a:blip>
            <a:extLst>
              <a:ext uri="{96DAC541-7B7A-43D3-8B79-37D633B846F1}">
                <asvg:svgBlip xmlns:asvg="http://schemas.microsoft.com/office/drawing/2016/SVG/main" r:embed="rId4"/>
              </a:ext>
            </a:extLst>
          </a:blip>
          <a:stretch/>
        </p:blipFill>
        <p:spPr>
          <a:xfrm>
            <a:off x="6315075" y="2862072"/>
            <a:ext cx="224028" cy="224028"/>
          </a:xfrm>
          <a:prstGeom prst="rect">
            <a:avLst/>
          </a:prstGeom>
        </p:spPr>
      </p:pic>
      <p:sp>
        <p:nvSpPr>
          <p:cNvPr id="43" name="Oval 42">
            <a:extLst>
              <a:ext uri="{FF2B5EF4-FFF2-40B4-BE49-F238E27FC236}">
                <a16:creationId xmlns:a16="http://schemas.microsoft.com/office/drawing/2014/main" id="{9E1D2B4F-AA20-483A-96AF-91B0CCF065E1}"/>
              </a:ext>
            </a:extLst>
          </p:cNvPr>
          <p:cNvSpPr>
            <a:spLocks noGrp="1"/>
          </p:cNvSpPr>
          <p:nvPr/>
        </p:nvSpPr>
        <p:spPr>
          <a:xfrm>
            <a:off x="8398764" y="2774061"/>
            <a:ext cx="400050" cy="400050"/>
          </a:xfrm>
          <a:prstGeom prst="ellipse">
            <a:avLst/>
          </a:prstGeom>
          <a:solidFill>
            <a:srgbClr val="38BDF8"/>
          </a:solidFill>
          <a:ln w="9525">
            <a:solidFill>
              <a:srgbClr val="0B1A2A"/>
            </a:solidFill>
            <a:prstDash val="solid"/>
          </a:ln>
        </p:spPr>
        <p:txBody>
          <a:bodyPr/>
          <a:lstStyle/>
          <a:p>
            <a:endParaRPr lang="en-SG"/>
          </a:p>
        </p:txBody>
      </p:sp>
      <p:pic>
        <p:nvPicPr>
          <p:cNvPr id="87" name="Graphic 86"/>
          <p:cNvPicPr>
            <a:picLocks noChangeAspect="1"/>
          </p:cNvPicPr>
          <p:nvPr/>
        </p:nvPicPr>
        <p:blipFill>
          <a:blip>
            <a:extLst>
              <a:ext uri="{96DAC541-7B7A-43D3-8B79-37D633B846F1}">
                <asvg:svgBlip xmlns:asvg="http://schemas.microsoft.com/office/drawing/2016/SVG/main" r:embed="rId5"/>
              </a:ext>
            </a:extLst>
          </a:blip>
          <a:stretch/>
        </p:blipFill>
        <p:spPr>
          <a:xfrm>
            <a:off x="8486775" y="2862072"/>
            <a:ext cx="224028" cy="224028"/>
          </a:xfrm>
          <a:prstGeom prst="rect">
            <a:avLst/>
          </a:prstGeom>
        </p:spPr>
      </p:pic>
      <p:pic>
        <p:nvPicPr>
          <p:cNvPr id="40" name="Picture 39">
            <a:extLst>
              <a:ext uri="{FF2B5EF4-FFF2-40B4-BE49-F238E27FC236}">
                <a16:creationId xmlns:a16="http://schemas.microsoft.com/office/drawing/2014/main" id="{2200AD77-27E2-14DA-E577-C26895C5EC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905780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9C298B94-B349-4672-9A2B-0A3F57557715}"/>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RERANKING</a:t>
            </a:r>
          </a:p>
        </p:txBody>
      </p:sp>
      <p:sp>
        <p:nvSpPr>
          <p:cNvPr id="2" name="Rectangle 1">
            <a:extLst>
              <a:ext uri="{FF2B5EF4-FFF2-40B4-BE49-F238E27FC236}">
                <a16:creationId xmlns:a16="http://schemas.microsoft.com/office/drawing/2014/main" id="{DE7CDCB0-E2AD-4A4F-A903-0133D37C180E}"/>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Reranking selects better evidence</a:t>
            </a:r>
          </a:p>
        </p:txBody>
      </p:sp>
      <p:sp>
        <p:nvSpPr>
          <p:cNvPr id="3" name="Rectangle 2">
            <a:extLst>
              <a:ext uri="{FF2B5EF4-FFF2-40B4-BE49-F238E27FC236}">
                <a16:creationId xmlns:a16="http://schemas.microsoft.com/office/drawing/2014/main" id="{36EC1C52-96ED-4A44-B85F-C7B714152464}"/>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325820F3-92C6-4894-8F68-CF56FE47AF5F}"/>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28</a:t>
            </a:r>
          </a:p>
        </p:txBody>
      </p:sp>
      <p:sp>
        <p:nvSpPr>
          <p:cNvPr id="5" name="Rectangle 4">
            <a:extLst>
              <a:ext uri="{FF2B5EF4-FFF2-40B4-BE49-F238E27FC236}">
                <a16:creationId xmlns:a16="http://schemas.microsoft.com/office/drawing/2014/main" id="{564FE3FB-EA06-43B7-9A76-326FE5649D41}"/>
              </a:ext>
            </a:extLst>
          </p:cNvPr>
          <p:cNvSpPr>
            <a:spLocks noGrp="1"/>
          </p:cNvSpPr>
          <p:nvPr/>
        </p:nvSpPr>
        <p:spPr>
          <a:xfrm>
            <a:off x="685800" y="1695450"/>
            <a:ext cx="8572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The system may find many matches. It still needs to choose which evidence deserves the answer.</a:t>
            </a:r>
          </a:p>
        </p:txBody>
      </p:sp>
      <p:sp>
        <p:nvSpPr>
          <p:cNvPr id="6" name="Oval 5">
            <a:extLst>
              <a:ext uri="{FF2B5EF4-FFF2-40B4-BE49-F238E27FC236}">
                <a16:creationId xmlns:a16="http://schemas.microsoft.com/office/drawing/2014/main" id="{83EA50A9-740C-4CF6-B7EB-55B2E614E400}"/>
              </a:ext>
            </a:extLst>
          </p:cNvPr>
          <p:cNvSpPr>
            <a:spLocks noGrp="1"/>
          </p:cNvSpPr>
          <p:nvPr/>
        </p:nvSpPr>
        <p:spPr>
          <a:xfrm>
            <a:off x="2600325" y="2362200"/>
            <a:ext cx="476250" cy="476250"/>
          </a:xfrm>
          <a:prstGeom prst="ellipse">
            <a:avLst/>
          </a:prstGeom>
          <a:solidFill>
            <a:srgbClr val="0F2F46"/>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EF1CF62C-935F-41A6-872A-4BB8EC8084CA}"/>
              </a:ext>
            </a:extLst>
          </p:cNvPr>
          <p:cNvSpPr>
            <a:spLocks noGrp="1"/>
          </p:cNvSpPr>
          <p:nvPr/>
        </p:nvSpPr>
        <p:spPr>
          <a:xfrm>
            <a:off x="27051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1</a:t>
            </a:r>
          </a:p>
        </p:txBody>
      </p:sp>
      <p:sp>
        <p:nvSpPr>
          <p:cNvPr id="8" name="Rectangle: Rounded Corners 7">
            <a:extLst>
              <a:ext uri="{FF2B5EF4-FFF2-40B4-BE49-F238E27FC236}">
                <a16:creationId xmlns:a16="http://schemas.microsoft.com/office/drawing/2014/main" id="{2DE75425-E1DF-480F-993A-484C213260AC}"/>
              </a:ext>
            </a:extLst>
          </p:cNvPr>
          <p:cNvSpPr>
            <a:spLocks noGrp="1"/>
          </p:cNvSpPr>
          <p:nvPr/>
        </p:nvSpPr>
        <p:spPr>
          <a:xfrm>
            <a:off x="1905000" y="2914650"/>
            <a:ext cx="1866900" cy="1485900"/>
          </a:xfrm>
          <a:prstGeom prst="roundRect">
            <a:avLst>
              <a:gd name="adj" fmla="val 7692"/>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951534CA-078C-4C9E-9737-165C6ACC2B81}"/>
              </a:ext>
            </a:extLst>
          </p:cNvPr>
          <p:cNvSpPr>
            <a:spLocks noGrp="1"/>
          </p:cNvSpPr>
          <p:nvPr/>
        </p:nvSpPr>
        <p:spPr>
          <a:xfrm>
            <a:off x="1905000" y="2914650"/>
            <a:ext cx="66675" cy="1485900"/>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AAF6E778-E283-4336-A6B3-B10B9DFA784F}"/>
              </a:ext>
            </a:extLst>
          </p:cNvPr>
          <p:cNvSpPr>
            <a:spLocks noGrp="1"/>
          </p:cNvSpPr>
          <p:nvPr/>
        </p:nvSpPr>
        <p:spPr>
          <a:xfrm>
            <a:off x="2135886" y="3178874"/>
            <a:ext cx="1447800" cy="495300"/>
          </a:xfrm>
          <a:prstGeom prst="rect">
            <a:avLst/>
          </a:prstGeom>
          <a:noFill/>
          <a:ln w="0">
            <a:noFill/>
            <a:prstDash val="solid"/>
          </a:ln>
        </p:spPr>
        <p:txBody>
          <a:bodyPr/>
          <a:lstStyle/>
          <a:p>
            <a:pPr algn="ctr">
              <a:buNone/>
              <a:defRPr sz="1725" b="1">
                <a:solidFill>
                  <a:srgbClr val="F8FAFC"/>
                </a:solidFill>
              </a:defRPr>
            </a:pPr>
            <a:r>
              <a:rPr sz="1725" b="1" dirty="0">
                <a:solidFill>
                  <a:srgbClr val="F8FAFC"/>
                </a:solidFill>
              </a:rPr>
              <a:t>Many hits</a:t>
            </a:r>
          </a:p>
        </p:txBody>
      </p:sp>
      <p:sp>
        <p:nvSpPr>
          <p:cNvPr id="11" name="Rectangle 10">
            <a:extLst>
              <a:ext uri="{FF2B5EF4-FFF2-40B4-BE49-F238E27FC236}">
                <a16:creationId xmlns:a16="http://schemas.microsoft.com/office/drawing/2014/main" id="{1F27F536-2437-4412-9123-348A3583BB9B}"/>
              </a:ext>
            </a:extLst>
          </p:cNvPr>
          <p:cNvSpPr>
            <a:spLocks noGrp="1"/>
          </p:cNvSpPr>
          <p:nvPr/>
        </p:nvSpPr>
        <p:spPr>
          <a:xfrm>
            <a:off x="21145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Search finds possible matches.</a:t>
            </a:r>
          </a:p>
        </p:txBody>
      </p:sp>
      <p:sp>
        <p:nvSpPr>
          <p:cNvPr id="12" name="Rectangle 11">
            <a:extLst>
              <a:ext uri="{FF2B5EF4-FFF2-40B4-BE49-F238E27FC236}">
                <a16:creationId xmlns:a16="http://schemas.microsoft.com/office/drawing/2014/main" id="{7251EF9D-428B-4CAF-B3C8-240C4BFFDEE5}"/>
              </a:ext>
            </a:extLst>
          </p:cNvPr>
          <p:cNvSpPr>
            <a:spLocks noGrp="1"/>
          </p:cNvSpPr>
          <p:nvPr/>
        </p:nvSpPr>
        <p:spPr>
          <a:xfrm>
            <a:off x="3761232" y="3600450"/>
            <a:ext cx="304800" cy="38100"/>
          </a:xfrm>
          <a:prstGeom prst="rect">
            <a:avLst/>
          </a:prstGeom>
          <a:solidFill>
            <a:srgbClr val="05D6A4"/>
          </a:solidFill>
          <a:ln w="11430">
            <a:solidFill>
              <a:srgbClr val="05D6A4"/>
            </a:solidFill>
            <a:prstDash val="solid"/>
          </a:ln>
        </p:spPr>
        <p:txBody>
          <a:bodyPr/>
          <a:lstStyle/>
          <a:p>
            <a:endParaRPr/>
          </a:p>
        </p:txBody>
      </p:sp>
      <p:sp>
        <p:nvSpPr>
          <p:cNvPr id="13" name="Oval 12">
            <a:extLst>
              <a:ext uri="{FF2B5EF4-FFF2-40B4-BE49-F238E27FC236}">
                <a16:creationId xmlns:a16="http://schemas.microsoft.com/office/drawing/2014/main" id="{E5883AE6-9307-4C0C-A7E9-C50E304C7A3C}"/>
              </a:ext>
            </a:extLst>
          </p:cNvPr>
          <p:cNvSpPr>
            <a:spLocks noGrp="1"/>
          </p:cNvSpPr>
          <p:nvPr/>
        </p:nvSpPr>
        <p:spPr>
          <a:xfrm>
            <a:off x="4772025" y="2362200"/>
            <a:ext cx="476250" cy="476250"/>
          </a:xfrm>
          <a:prstGeom prst="ellipse">
            <a:avLst/>
          </a:prstGeom>
          <a:solidFill>
            <a:srgbClr val="0F2F46"/>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1028C41E-0559-46DB-8A2C-AE80019723C0}"/>
              </a:ext>
            </a:extLst>
          </p:cNvPr>
          <p:cNvSpPr>
            <a:spLocks noGrp="1"/>
          </p:cNvSpPr>
          <p:nvPr/>
        </p:nvSpPr>
        <p:spPr>
          <a:xfrm>
            <a:off x="48768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2</a:t>
            </a:r>
          </a:p>
        </p:txBody>
      </p:sp>
      <p:sp>
        <p:nvSpPr>
          <p:cNvPr id="15" name="Rectangle: Rounded Corners 14">
            <a:extLst>
              <a:ext uri="{FF2B5EF4-FFF2-40B4-BE49-F238E27FC236}">
                <a16:creationId xmlns:a16="http://schemas.microsoft.com/office/drawing/2014/main" id="{1D3F64ED-FA5B-4A06-A841-55F4B72DDBFF}"/>
              </a:ext>
            </a:extLst>
          </p:cNvPr>
          <p:cNvSpPr>
            <a:spLocks noGrp="1"/>
          </p:cNvSpPr>
          <p:nvPr/>
        </p:nvSpPr>
        <p:spPr>
          <a:xfrm>
            <a:off x="4076700" y="2914650"/>
            <a:ext cx="1866900" cy="1485900"/>
          </a:xfrm>
          <a:prstGeom prst="roundRect">
            <a:avLst>
              <a:gd name="adj" fmla="val 7692"/>
            </a:avLst>
          </a:prstGeom>
          <a:solidFill>
            <a:srgbClr val="10243A"/>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0104F6BF-0567-4FE4-B4AA-C67FBDEDA47B}"/>
              </a:ext>
            </a:extLst>
          </p:cNvPr>
          <p:cNvSpPr>
            <a:spLocks noGrp="1"/>
          </p:cNvSpPr>
          <p:nvPr/>
        </p:nvSpPr>
        <p:spPr>
          <a:xfrm>
            <a:off x="4076700" y="2914650"/>
            <a:ext cx="66675" cy="1485900"/>
          </a:xfrm>
          <a:prstGeom prst="rect">
            <a:avLst/>
          </a:prstGeom>
          <a:solidFill>
            <a:srgbClr val="38BDF8"/>
          </a:solidFill>
          <a:ln w="11430">
            <a:solidFill>
              <a:srgbClr val="38BDF8"/>
            </a:solidFill>
            <a:prstDash val="solid"/>
          </a:ln>
        </p:spPr>
        <p:txBody>
          <a:bodyPr/>
          <a:lstStyle/>
          <a:p>
            <a:endParaRPr/>
          </a:p>
        </p:txBody>
      </p:sp>
      <p:sp>
        <p:nvSpPr>
          <p:cNvPr id="17" name="Rectangle 16">
            <a:extLst>
              <a:ext uri="{FF2B5EF4-FFF2-40B4-BE49-F238E27FC236}">
                <a16:creationId xmlns:a16="http://schemas.microsoft.com/office/drawing/2014/main" id="{217C46AE-3FCA-4602-8153-9601980053EC}"/>
              </a:ext>
            </a:extLst>
          </p:cNvPr>
          <p:cNvSpPr>
            <a:spLocks noGrp="1"/>
          </p:cNvSpPr>
          <p:nvPr/>
        </p:nvSpPr>
        <p:spPr>
          <a:xfrm>
            <a:off x="4276725" y="3175635"/>
            <a:ext cx="1447800" cy="495300"/>
          </a:xfrm>
          <a:prstGeom prst="rect">
            <a:avLst/>
          </a:prstGeom>
          <a:noFill/>
          <a:ln w="0">
            <a:noFill/>
            <a:prstDash val="solid"/>
          </a:ln>
        </p:spPr>
        <p:txBody>
          <a:bodyPr/>
          <a:lstStyle/>
          <a:p>
            <a:pPr algn="ctr">
              <a:buNone/>
              <a:defRPr sz="1725" b="1">
                <a:solidFill>
                  <a:srgbClr val="F8FAFC"/>
                </a:solidFill>
              </a:defRPr>
            </a:pPr>
            <a:r>
              <a:rPr sz="1725" b="1" dirty="0">
                <a:solidFill>
                  <a:srgbClr val="F8FAFC"/>
                </a:solidFill>
              </a:rPr>
              <a:t>Filter</a:t>
            </a:r>
          </a:p>
        </p:txBody>
      </p:sp>
      <p:sp>
        <p:nvSpPr>
          <p:cNvPr id="18" name="Rectangle 17">
            <a:extLst>
              <a:ext uri="{FF2B5EF4-FFF2-40B4-BE49-F238E27FC236}">
                <a16:creationId xmlns:a16="http://schemas.microsoft.com/office/drawing/2014/main" id="{A95F5151-1CC9-4CD0-A90F-A1648DE3E8B4}"/>
              </a:ext>
            </a:extLst>
          </p:cNvPr>
          <p:cNvSpPr>
            <a:spLocks noGrp="1"/>
          </p:cNvSpPr>
          <p:nvPr/>
        </p:nvSpPr>
        <p:spPr>
          <a:xfrm>
            <a:off x="42862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Access and status narrow the set.</a:t>
            </a:r>
          </a:p>
        </p:txBody>
      </p:sp>
      <p:sp>
        <p:nvSpPr>
          <p:cNvPr id="19" name="Rectangle 18">
            <a:extLst>
              <a:ext uri="{FF2B5EF4-FFF2-40B4-BE49-F238E27FC236}">
                <a16:creationId xmlns:a16="http://schemas.microsoft.com/office/drawing/2014/main" id="{7CBC0422-88C1-4E80-81B0-7518316D6571}"/>
              </a:ext>
            </a:extLst>
          </p:cNvPr>
          <p:cNvSpPr>
            <a:spLocks noGrp="1"/>
          </p:cNvSpPr>
          <p:nvPr/>
        </p:nvSpPr>
        <p:spPr>
          <a:xfrm>
            <a:off x="5953125" y="3562350"/>
            <a:ext cx="304800" cy="38100"/>
          </a:xfrm>
          <a:prstGeom prst="rect">
            <a:avLst/>
          </a:prstGeom>
          <a:solidFill>
            <a:srgbClr val="05D6A4"/>
          </a:solidFill>
          <a:ln w="11430">
            <a:solidFill>
              <a:srgbClr val="05D6A4"/>
            </a:solidFill>
            <a:prstDash val="solid"/>
          </a:ln>
        </p:spPr>
        <p:txBody>
          <a:bodyPr/>
          <a:lstStyle/>
          <a:p>
            <a:endParaRPr/>
          </a:p>
        </p:txBody>
      </p:sp>
      <p:sp>
        <p:nvSpPr>
          <p:cNvPr id="20" name="Oval 19">
            <a:extLst>
              <a:ext uri="{FF2B5EF4-FFF2-40B4-BE49-F238E27FC236}">
                <a16:creationId xmlns:a16="http://schemas.microsoft.com/office/drawing/2014/main" id="{C00C5440-303C-4F1C-A65E-C6B6BCFCF82E}"/>
              </a:ext>
            </a:extLst>
          </p:cNvPr>
          <p:cNvSpPr>
            <a:spLocks noGrp="1"/>
          </p:cNvSpPr>
          <p:nvPr/>
        </p:nvSpPr>
        <p:spPr>
          <a:xfrm>
            <a:off x="6943725" y="2362200"/>
            <a:ext cx="476250" cy="476250"/>
          </a:xfrm>
          <a:prstGeom prst="ellipse">
            <a:avLst/>
          </a:prstGeom>
          <a:solidFill>
            <a:srgbClr val="0F2F46"/>
          </a:solidFill>
          <a:ln w="11430">
            <a:solidFill>
              <a:srgbClr val="A78BFA"/>
            </a:solidFill>
            <a:prstDash val="solid"/>
          </a:ln>
        </p:spPr>
        <p:txBody>
          <a:bodyPr/>
          <a:lstStyle/>
          <a:p>
            <a:endParaRPr/>
          </a:p>
        </p:txBody>
      </p:sp>
      <p:sp>
        <p:nvSpPr>
          <p:cNvPr id="21" name="Rectangle 20">
            <a:extLst>
              <a:ext uri="{FF2B5EF4-FFF2-40B4-BE49-F238E27FC236}">
                <a16:creationId xmlns:a16="http://schemas.microsoft.com/office/drawing/2014/main" id="{9DB33652-35BB-4374-8D33-7C36D6318036}"/>
              </a:ext>
            </a:extLst>
          </p:cNvPr>
          <p:cNvSpPr>
            <a:spLocks noGrp="1"/>
          </p:cNvSpPr>
          <p:nvPr/>
        </p:nvSpPr>
        <p:spPr>
          <a:xfrm>
            <a:off x="70485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3</a:t>
            </a:r>
          </a:p>
        </p:txBody>
      </p:sp>
      <p:sp>
        <p:nvSpPr>
          <p:cNvPr id="22" name="Rectangle: Rounded Corners 21">
            <a:extLst>
              <a:ext uri="{FF2B5EF4-FFF2-40B4-BE49-F238E27FC236}">
                <a16:creationId xmlns:a16="http://schemas.microsoft.com/office/drawing/2014/main" id="{9CF8EAB1-6C46-4EEB-90DC-46E5823C87F6}"/>
              </a:ext>
            </a:extLst>
          </p:cNvPr>
          <p:cNvSpPr>
            <a:spLocks noGrp="1"/>
          </p:cNvSpPr>
          <p:nvPr/>
        </p:nvSpPr>
        <p:spPr>
          <a:xfrm>
            <a:off x="6248400" y="2914650"/>
            <a:ext cx="1866900" cy="1485900"/>
          </a:xfrm>
          <a:prstGeom prst="roundRect">
            <a:avLst>
              <a:gd name="adj" fmla="val 7692"/>
            </a:avLst>
          </a:prstGeom>
          <a:solidFill>
            <a:srgbClr val="10243A"/>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8D983DB8-2AC6-48AE-9EC6-D065D3329B0C}"/>
              </a:ext>
            </a:extLst>
          </p:cNvPr>
          <p:cNvSpPr>
            <a:spLocks noGrp="1"/>
          </p:cNvSpPr>
          <p:nvPr/>
        </p:nvSpPr>
        <p:spPr>
          <a:xfrm>
            <a:off x="6248400" y="2914650"/>
            <a:ext cx="66675" cy="1485900"/>
          </a:xfrm>
          <a:prstGeom prst="rect">
            <a:avLst/>
          </a:prstGeom>
          <a:solidFill>
            <a:srgbClr val="A78BFA"/>
          </a:solidFill>
          <a:ln w="11430">
            <a:solidFill>
              <a:srgbClr val="A78BFA"/>
            </a:solidFill>
            <a:prstDash val="solid"/>
          </a:ln>
        </p:spPr>
        <p:txBody>
          <a:bodyPr/>
          <a:lstStyle/>
          <a:p>
            <a:endParaRPr/>
          </a:p>
        </p:txBody>
      </p:sp>
      <p:sp>
        <p:nvSpPr>
          <p:cNvPr id="24" name="Rectangle 23">
            <a:extLst>
              <a:ext uri="{FF2B5EF4-FFF2-40B4-BE49-F238E27FC236}">
                <a16:creationId xmlns:a16="http://schemas.microsoft.com/office/drawing/2014/main" id="{EBBE2F57-43F3-4E66-BB9A-82B44A91230A}"/>
              </a:ext>
            </a:extLst>
          </p:cNvPr>
          <p:cNvSpPr>
            <a:spLocks noGrp="1"/>
          </p:cNvSpPr>
          <p:nvPr/>
        </p:nvSpPr>
        <p:spPr>
          <a:xfrm>
            <a:off x="6467475" y="3157728"/>
            <a:ext cx="1447800" cy="495300"/>
          </a:xfrm>
          <a:prstGeom prst="rect">
            <a:avLst/>
          </a:prstGeom>
          <a:noFill/>
          <a:ln w="0">
            <a:noFill/>
            <a:prstDash val="solid"/>
          </a:ln>
        </p:spPr>
        <p:txBody>
          <a:bodyPr/>
          <a:lstStyle/>
          <a:p>
            <a:pPr algn="ctr">
              <a:buNone/>
              <a:defRPr sz="1725" b="1">
                <a:solidFill>
                  <a:srgbClr val="F8FAFC"/>
                </a:solidFill>
              </a:defRPr>
            </a:pPr>
            <a:r>
              <a:rPr sz="1725" b="1" dirty="0">
                <a:solidFill>
                  <a:srgbClr val="F8FAFC"/>
                </a:solidFill>
              </a:rPr>
              <a:t>Rank</a:t>
            </a:r>
          </a:p>
        </p:txBody>
      </p:sp>
      <p:sp>
        <p:nvSpPr>
          <p:cNvPr id="25" name="Rectangle 24">
            <a:extLst>
              <a:ext uri="{FF2B5EF4-FFF2-40B4-BE49-F238E27FC236}">
                <a16:creationId xmlns:a16="http://schemas.microsoft.com/office/drawing/2014/main" id="{1D0245DC-C7DA-4060-B63F-E3C50570E88D}"/>
              </a:ext>
            </a:extLst>
          </p:cNvPr>
          <p:cNvSpPr>
            <a:spLocks noGrp="1"/>
          </p:cNvSpPr>
          <p:nvPr/>
        </p:nvSpPr>
        <p:spPr>
          <a:xfrm>
            <a:off x="64579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Best evidence moves up.</a:t>
            </a:r>
          </a:p>
        </p:txBody>
      </p:sp>
      <p:sp>
        <p:nvSpPr>
          <p:cNvPr id="26" name="Rectangle 25">
            <a:extLst>
              <a:ext uri="{FF2B5EF4-FFF2-40B4-BE49-F238E27FC236}">
                <a16:creationId xmlns:a16="http://schemas.microsoft.com/office/drawing/2014/main" id="{40F97D18-5B68-4A7D-B173-B81E258D14D1}"/>
              </a:ext>
            </a:extLst>
          </p:cNvPr>
          <p:cNvSpPr>
            <a:spLocks noGrp="1"/>
          </p:cNvSpPr>
          <p:nvPr/>
        </p:nvSpPr>
        <p:spPr>
          <a:xfrm>
            <a:off x="8141589" y="3581400"/>
            <a:ext cx="304800" cy="38100"/>
          </a:xfrm>
          <a:prstGeom prst="rect">
            <a:avLst/>
          </a:prstGeom>
          <a:solidFill>
            <a:srgbClr val="05D6A4"/>
          </a:solidFill>
          <a:ln w="11430">
            <a:solidFill>
              <a:srgbClr val="05D6A4"/>
            </a:solidFill>
            <a:prstDash val="solid"/>
          </a:ln>
        </p:spPr>
        <p:txBody>
          <a:bodyPr/>
          <a:lstStyle/>
          <a:p>
            <a:endParaRPr/>
          </a:p>
        </p:txBody>
      </p:sp>
      <p:sp>
        <p:nvSpPr>
          <p:cNvPr id="27" name="Oval 26">
            <a:extLst>
              <a:ext uri="{FF2B5EF4-FFF2-40B4-BE49-F238E27FC236}">
                <a16:creationId xmlns:a16="http://schemas.microsoft.com/office/drawing/2014/main" id="{F779A59B-65A7-4665-BD1B-C8019DC63AF9}"/>
              </a:ext>
            </a:extLst>
          </p:cNvPr>
          <p:cNvSpPr>
            <a:spLocks noGrp="1"/>
          </p:cNvSpPr>
          <p:nvPr/>
        </p:nvSpPr>
        <p:spPr>
          <a:xfrm>
            <a:off x="9115425" y="2362200"/>
            <a:ext cx="476250" cy="476250"/>
          </a:xfrm>
          <a:prstGeom prst="ellipse">
            <a:avLst/>
          </a:prstGeom>
          <a:solidFill>
            <a:srgbClr val="0F2F46"/>
          </a:solidFill>
          <a:ln w="11430">
            <a:solidFill>
              <a:srgbClr val="22C55E"/>
            </a:solidFill>
            <a:prstDash val="solid"/>
          </a:ln>
        </p:spPr>
        <p:txBody>
          <a:bodyPr/>
          <a:lstStyle/>
          <a:p>
            <a:endParaRPr/>
          </a:p>
        </p:txBody>
      </p:sp>
      <p:sp>
        <p:nvSpPr>
          <p:cNvPr id="28" name="Rectangle 27">
            <a:extLst>
              <a:ext uri="{FF2B5EF4-FFF2-40B4-BE49-F238E27FC236}">
                <a16:creationId xmlns:a16="http://schemas.microsoft.com/office/drawing/2014/main" id="{65D7C0FC-6BBC-4809-8A17-1E2CD3F40CD4}"/>
              </a:ext>
            </a:extLst>
          </p:cNvPr>
          <p:cNvSpPr>
            <a:spLocks noGrp="1"/>
          </p:cNvSpPr>
          <p:nvPr/>
        </p:nvSpPr>
        <p:spPr>
          <a:xfrm>
            <a:off x="92202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4</a:t>
            </a:r>
          </a:p>
        </p:txBody>
      </p:sp>
      <p:sp>
        <p:nvSpPr>
          <p:cNvPr id="29" name="Rectangle: Rounded Corners 28">
            <a:extLst>
              <a:ext uri="{FF2B5EF4-FFF2-40B4-BE49-F238E27FC236}">
                <a16:creationId xmlns:a16="http://schemas.microsoft.com/office/drawing/2014/main" id="{15B07CDE-7C9B-4952-9D7F-999F4F4B3B45}"/>
              </a:ext>
            </a:extLst>
          </p:cNvPr>
          <p:cNvSpPr>
            <a:spLocks noGrp="1"/>
          </p:cNvSpPr>
          <p:nvPr/>
        </p:nvSpPr>
        <p:spPr>
          <a:xfrm>
            <a:off x="8420100" y="2914650"/>
            <a:ext cx="1866900" cy="1485900"/>
          </a:xfrm>
          <a:prstGeom prst="roundRect">
            <a:avLst>
              <a:gd name="adj" fmla="val 7692"/>
            </a:avLst>
          </a:prstGeom>
          <a:solidFill>
            <a:srgbClr val="10243A"/>
          </a:solidFill>
          <a:ln w="11430">
            <a:solidFill>
              <a:srgbClr val="22C55E"/>
            </a:solidFill>
            <a:prstDash val="solid"/>
          </a:ln>
        </p:spPr>
        <p:txBody>
          <a:bodyPr/>
          <a:lstStyle/>
          <a:p>
            <a:endParaRPr/>
          </a:p>
        </p:txBody>
      </p:sp>
      <p:sp>
        <p:nvSpPr>
          <p:cNvPr id="30" name="Rectangle 29">
            <a:extLst>
              <a:ext uri="{FF2B5EF4-FFF2-40B4-BE49-F238E27FC236}">
                <a16:creationId xmlns:a16="http://schemas.microsoft.com/office/drawing/2014/main" id="{059D40E9-79F3-4356-905D-703A3784D34E}"/>
              </a:ext>
            </a:extLst>
          </p:cNvPr>
          <p:cNvSpPr>
            <a:spLocks noGrp="1"/>
          </p:cNvSpPr>
          <p:nvPr/>
        </p:nvSpPr>
        <p:spPr>
          <a:xfrm>
            <a:off x="8420100" y="2914650"/>
            <a:ext cx="66675" cy="1485900"/>
          </a:xfrm>
          <a:prstGeom prst="rect">
            <a:avLst/>
          </a:prstGeom>
          <a:solidFill>
            <a:srgbClr val="22C55E"/>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A6B1C8C6-C80F-4E0E-8A59-AEAEFD5AFED6}"/>
              </a:ext>
            </a:extLst>
          </p:cNvPr>
          <p:cNvSpPr>
            <a:spLocks noGrp="1"/>
          </p:cNvSpPr>
          <p:nvPr/>
        </p:nvSpPr>
        <p:spPr>
          <a:xfrm>
            <a:off x="8589264" y="3183636"/>
            <a:ext cx="1447800" cy="495300"/>
          </a:xfrm>
          <a:prstGeom prst="rect">
            <a:avLst/>
          </a:prstGeom>
          <a:noFill/>
          <a:ln w="0">
            <a:noFill/>
            <a:prstDash val="solid"/>
          </a:ln>
        </p:spPr>
        <p:txBody>
          <a:bodyPr/>
          <a:lstStyle/>
          <a:p>
            <a:pPr algn="ctr">
              <a:buNone/>
              <a:defRPr sz="1725" b="1">
                <a:solidFill>
                  <a:srgbClr val="F8FAFC"/>
                </a:solidFill>
              </a:defRPr>
            </a:pPr>
            <a:r>
              <a:rPr sz="1725" b="1" dirty="0">
                <a:solidFill>
                  <a:srgbClr val="F8FAFC"/>
                </a:solidFill>
              </a:rPr>
              <a:t>Use</a:t>
            </a:r>
          </a:p>
        </p:txBody>
      </p:sp>
      <p:sp>
        <p:nvSpPr>
          <p:cNvPr id="32" name="Rectangle 31">
            <a:extLst>
              <a:ext uri="{FF2B5EF4-FFF2-40B4-BE49-F238E27FC236}">
                <a16:creationId xmlns:a16="http://schemas.microsoft.com/office/drawing/2014/main" id="{C6A5400B-0EB2-473E-B373-AA5163B13A1C}"/>
              </a:ext>
            </a:extLst>
          </p:cNvPr>
          <p:cNvSpPr>
            <a:spLocks noGrp="1"/>
          </p:cNvSpPr>
          <p:nvPr/>
        </p:nvSpPr>
        <p:spPr>
          <a:xfrm>
            <a:off x="86296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Answer cites the chosen source.</a:t>
            </a:r>
          </a:p>
        </p:txBody>
      </p:sp>
      <p:sp>
        <p:nvSpPr>
          <p:cNvPr id="33" name="Rectangle: Rounded Corners 32">
            <a:extLst>
              <a:ext uri="{FF2B5EF4-FFF2-40B4-BE49-F238E27FC236}">
                <a16:creationId xmlns:a16="http://schemas.microsoft.com/office/drawing/2014/main" id="{25BCEB72-B36B-46DD-8043-1FC9ED8B1C77}"/>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34" name="Rectangle 33">
            <a:extLst>
              <a:ext uri="{FF2B5EF4-FFF2-40B4-BE49-F238E27FC236}">
                <a16:creationId xmlns:a16="http://schemas.microsoft.com/office/drawing/2014/main" id="{BC68335F-23E0-4923-AA58-F18BFC203417}"/>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35" name="Rectangle 34">
            <a:extLst>
              <a:ext uri="{FF2B5EF4-FFF2-40B4-BE49-F238E27FC236}">
                <a16:creationId xmlns:a16="http://schemas.microsoft.com/office/drawing/2014/main" id="{D1FD83FF-65A7-4F72-9884-497093CF9285}"/>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Not every search result deserves to answer.</a:t>
            </a:r>
          </a:p>
        </p:txBody>
      </p:sp>
      <p:sp>
        <p:nvSpPr>
          <p:cNvPr id="37" name="Oval 36">
            <a:extLst>
              <a:ext uri="{FF2B5EF4-FFF2-40B4-BE49-F238E27FC236}">
                <a16:creationId xmlns:a16="http://schemas.microsoft.com/office/drawing/2014/main" id="{AC977528-F6D9-48DD-8739-33E1FD833CD9}"/>
              </a:ext>
            </a:extLst>
          </p:cNvPr>
          <p:cNvSpPr>
            <a:spLocks noGrp="1"/>
          </p:cNvSpPr>
          <p:nvPr/>
        </p:nvSpPr>
        <p:spPr>
          <a:xfrm>
            <a:off x="1883664" y="2731389"/>
            <a:ext cx="400050" cy="400050"/>
          </a:xfrm>
          <a:prstGeom prst="ellipse">
            <a:avLst/>
          </a:prstGeom>
          <a:solidFill>
            <a:srgbClr val="05D6A4"/>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3"/>
              </a:ext>
            </a:extLst>
          </a:blip>
          <a:stretch/>
        </p:blipFill>
        <p:spPr>
          <a:xfrm>
            <a:off x="1971675" y="2819400"/>
            <a:ext cx="224028" cy="224028"/>
          </a:xfrm>
          <a:prstGeom prst="rect">
            <a:avLst/>
          </a:prstGeom>
        </p:spPr>
      </p:pic>
      <p:sp>
        <p:nvSpPr>
          <p:cNvPr id="39" name="Oval 38">
            <a:extLst>
              <a:ext uri="{FF2B5EF4-FFF2-40B4-BE49-F238E27FC236}">
                <a16:creationId xmlns:a16="http://schemas.microsoft.com/office/drawing/2014/main" id="{1E2A2ECA-8029-4EAE-BD52-361442C830B5}"/>
              </a:ext>
            </a:extLst>
          </p:cNvPr>
          <p:cNvSpPr>
            <a:spLocks noGrp="1"/>
          </p:cNvSpPr>
          <p:nvPr/>
        </p:nvSpPr>
        <p:spPr>
          <a:xfrm>
            <a:off x="4055364" y="2731389"/>
            <a:ext cx="400050" cy="400050"/>
          </a:xfrm>
          <a:prstGeom prst="ellipse">
            <a:avLst/>
          </a:prstGeom>
          <a:solidFill>
            <a:srgbClr val="A78BFA"/>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4"/>
              </a:ext>
            </a:extLst>
          </a:blip>
          <a:stretch/>
        </p:blipFill>
        <p:spPr>
          <a:xfrm>
            <a:off x="4143375" y="2819400"/>
            <a:ext cx="224028" cy="224028"/>
          </a:xfrm>
          <a:prstGeom prst="rect">
            <a:avLst/>
          </a:prstGeom>
        </p:spPr>
      </p:pic>
      <p:sp>
        <p:nvSpPr>
          <p:cNvPr id="41" name="Oval 40">
            <a:extLst>
              <a:ext uri="{FF2B5EF4-FFF2-40B4-BE49-F238E27FC236}">
                <a16:creationId xmlns:a16="http://schemas.microsoft.com/office/drawing/2014/main" id="{12522578-38A5-496E-B3BD-EE37DE0EB83F}"/>
              </a:ext>
            </a:extLst>
          </p:cNvPr>
          <p:cNvSpPr>
            <a:spLocks noGrp="1"/>
          </p:cNvSpPr>
          <p:nvPr/>
        </p:nvSpPr>
        <p:spPr>
          <a:xfrm>
            <a:off x="6227064" y="2731389"/>
            <a:ext cx="400050" cy="400050"/>
          </a:xfrm>
          <a:prstGeom prst="ellipse">
            <a:avLst/>
          </a:prstGeom>
          <a:solidFill>
            <a:srgbClr val="05D6A4"/>
          </a:solidFill>
          <a:ln w="9525">
            <a:solidFill>
              <a:srgbClr val="0B1A2A"/>
            </a:solidFill>
            <a:prstDash val="solid"/>
          </a:ln>
        </p:spPr>
        <p:txBody>
          <a:bodyPr/>
          <a:lstStyle/>
          <a:p>
            <a:endParaRPr lang="en-SG"/>
          </a:p>
        </p:txBody>
      </p:sp>
      <p:pic>
        <p:nvPicPr>
          <p:cNvPr id="85" name="Graphic 84"/>
          <p:cNvPicPr>
            <a:picLocks noChangeAspect="1"/>
          </p:cNvPicPr>
          <p:nvPr/>
        </p:nvPicPr>
        <p:blipFill>
          <a:blip>
            <a:extLst>
              <a:ext uri="{96DAC541-7B7A-43D3-8B79-37D633B846F1}">
                <asvg:svgBlip xmlns:asvg="http://schemas.microsoft.com/office/drawing/2016/SVG/main" r:embed="rId3"/>
              </a:ext>
            </a:extLst>
          </a:blip>
          <a:stretch/>
        </p:blipFill>
        <p:spPr>
          <a:xfrm>
            <a:off x="6315075" y="2819400"/>
            <a:ext cx="224028" cy="224028"/>
          </a:xfrm>
          <a:prstGeom prst="rect">
            <a:avLst/>
          </a:prstGeom>
        </p:spPr>
      </p:pic>
      <p:sp>
        <p:nvSpPr>
          <p:cNvPr id="43" name="Oval 42">
            <a:extLst>
              <a:ext uri="{FF2B5EF4-FFF2-40B4-BE49-F238E27FC236}">
                <a16:creationId xmlns:a16="http://schemas.microsoft.com/office/drawing/2014/main" id="{44D9D54E-3582-4B68-87EC-2E4BC6475BEE}"/>
              </a:ext>
            </a:extLst>
          </p:cNvPr>
          <p:cNvSpPr>
            <a:spLocks noGrp="1"/>
          </p:cNvSpPr>
          <p:nvPr/>
        </p:nvSpPr>
        <p:spPr>
          <a:xfrm>
            <a:off x="8398764" y="2731389"/>
            <a:ext cx="400050" cy="400050"/>
          </a:xfrm>
          <a:prstGeom prst="ellipse">
            <a:avLst/>
          </a:prstGeom>
          <a:solidFill>
            <a:srgbClr val="38BDF8"/>
          </a:solidFill>
          <a:ln w="9525">
            <a:solidFill>
              <a:srgbClr val="0B1A2A"/>
            </a:solidFill>
            <a:prstDash val="solid"/>
          </a:ln>
        </p:spPr>
        <p:txBody>
          <a:bodyPr/>
          <a:lstStyle/>
          <a:p>
            <a:endParaRPr lang="en-SG"/>
          </a:p>
        </p:txBody>
      </p:sp>
      <p:pic>
        <p:nvPicPr>
          <p:cNvPr id="87" name="Graphic 86"/>
          <p:cNvPicPr>
            <a:picLocks noChangeAspect="1"/>
          </p:cNvPicPr>
          <p:nvPr/>
        </p:nvPicPr>
        <p:blipFill>
          <a:blip>
            <a:extLst>
              <a:ext uri="{96DAC541-7B7A-43D3-8B79-37D633B846F1}">
                <asvg:svgBlip xmlns:asvg="http://schemas.microsoft.com/office/drawing/2016/SVG/main" r:embed="rId5"/>
              </a:ext>
            </a:extLst>
          </a:blip>
          <a:stretch/>
        </p:blipFill>
        <p:spPr>
          <a:xfrm>
            <a:off x="8486775" y="2819400"/>
            <a:ext cx="224028" cy="224028"/>
          </a:xfrm>
          <a:prstGeom prst="rect">
            <a:avLst/>
          </a:prstGeom>
        </p:spPr>
      </p:pic>
      <p:pic>
        <p:nvPicPr>
          <p:cNvPr id="40" name="Picture 39">
            <a:extLst>
              <a:ext uri="{FF2B5EF4-FFF2-40B4-BE49-F238E27FC236}">
                <a16:creationId xmlns:a16="http://schemas.microsoft.com/office/drawing/2014/main" id="{3404481B-CB19-F943-7EA2-8FD614276C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230182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62FED22-1158-48C9-A06E-7EC93009BA14}"/>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CITATIONS</a:t>
            </a:r>
          </a:p>
        </p:txBody>
      </p:sp>
      <p:sp>
        <p:nvSpPr>
          <p:cNvPr id="2" name="Rectangle 1">
            <a:extLst>
              <a:ext uri="{FF2B5EF4-FFF2-40B4-BE49-F238E27FC236}">
                <a16:creationId xmlns:a16="http://schemas.microsoft.com/office/drawing/2014/main" id="{7DB4BA4D-0570-4CE9-98B1-280210F83491}"/>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Citations make answers inspectable</a:t>
            </a:r>
          </a:p>
        </p:txBody>
      </p:sp>
      <p:sp>
        <p:nvSpPr>
          <p:cNvPr id="3" name="Rectangle 2">
            <a:extLst>
              <a:ext uri="{FF2B5EF4-FFF2-40B4-BE49-F238E27FC236}">
                <a16:creationId xmlns:a16="http://schemas.microsoft.com/office/drawing/2014/main" id="{500CA428-8728-40D0-8D5F-6734417F98C8}"/>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DC6423BB-DF15-46CD-91EE-CEC0C3014499}"/>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29</a:t>
            </a:r>
          </a:p>
        </p:txBody>
      </p:sp>
      <p:sp>
        <p:nvSpPr>
          <p:cNvPr id="5" name="Rectangle: Rounded Corners 4">
            <a:extLst>
              <a:ext uri="{FF2B5EF4-FFF2-40B4-BE49-F238E27FC236}">
                <a16:creationId xmlns:a16="http://schemas.microsoft.com/office/drawing/2014/main" id="{42C57765-B911-4496-8476-FFF43198FD2F}"/>
              </a:ext>
            </a:extLst>
          </p:cNvPr>
          <p:cNvSpPr>
            <a:spLocks noGrp="1"/>
          </p:cNvSpPr>
          <p:nvPr/>
        </p:nvSpPr>
        <p:spPr>
          <a:xfrm>
            <a:off x="876300" y="2209800"/>
            <a:ext cx="4953000" cy="2647950"/>
          </a:xfrm>
          <a:prstGeom prst="roundRect">
            <a:avLst>
              <a:gd name="adj" fmla="val 4317"/>
            </a:avLst>
          </a:prstGeom>
          <a:solidFill>
            <a:srgbClr val="10243A"/>
          </a:solidFill>
          <a:ln w="11430">
            <a:solidFill>
              <a:srgbClr val="F87171"/>
            </a:solidFill>
            <a:prstDash val="solid"/>
          </a:ln>
        </p:spPr>
        <p:txBody>
          <a:bodyPr/>
          <a:lstStyle/>
          <a:p>
            <a:endParaRPr/>
          </a:p>
        </p:txBody>
      </p:sp>
      <p:sp>
        <p:nvSpPr>
          <p:cNvPr id="6" name="Rectangle 5">
            <a:extLst>
              <a:ext uri="{FF2B5EF4-FFF2-40B4-BE49-F238E27FC236}">
                <a16:creationId xmlns:a16="http://schemas.microsoft.com/office/drawing/2014/main" id="{E6E36170-8FE7-4400-86BC-635EC164A049}"/>
              </a:ext>
            </a:extLst>
          </p:cNvPr>
          <p:cNvSpPr>
            <a:spLocks noGrp="1"/>
          </p:cNvSpPr>
          <p:nvPr/>
        </p:nvSpPr>
        <p:spPr>
          <a:xfrm>
            <a:off x="876300" y="2209800"/>
            <a:ext cx="66675" cy="2647950"/>
          </a:xfrm>
          <a:prstGeom prst="rect">
            <a:avLst/>
          </a:prstGeom>
          <a:solidFill>
            <a:srgbClr val="F87171"/>
          </a:solidFill>
          <a:ln w="11430">
            <a:solidFill>
              <a:srgbClr val="F87171"/>
            </a:solidFill>
            <a:prstDash val="solid"/>
          </a:ln>
        </p:spPr>
        <p:txBody>
          <a:bodyPr/>
          <a:lstStyle/>
          <a:p>
            <a:endParaRPr/>
          </a:p>
        </p:txBody>
      </p:sp>
      <p:sp>
        <p:nvSpPr>
          <p:cNvPr id="7" name="Rectangle 6">
            <a:extLst>
              <a:ext uri="{FF2B5EF4-FFF2-40B4-BE49-F238E27FC236}">
                <a16:creationId xmlns:a16="http://schemas.microsoft.com/office/drawing/2014/main" id="{DDA55192-9A36-41C4-A2E2-96F7D31E7147}"/>
              </a:ext>
            </a:extLst>
          </p:cNvPr>
          <p:cNvSpPr>
            <a:spLocks noGrp="1"/>
          </p:cNvSpPr>
          <p:nvPr/>
        </p:nvSpPr>
        <p:spPr>
          <a:xfrm>
            <a:off x="1085850" y="2381250"/>
            <a:ext cx="4533900" cy="438150"/>
          </a:xfrm>
          <a:prstGeom prst="rect">
            <a:avLst/>
          </a:prstGeom>
          <a:noFill/>
          <a:ln w="0">
            <a:noFill/>
            <a:prstDash val="solid"/>
          </a:ln>
        </p:spPr>
        <p:txBody>
          <a:bodyPr/>
          <a:lstStyle/>
          <a:p>
            <a:pPr algn="l">
              <a:buNone/>
              <a:defRPr sz="2250" b="1">
                <a:solidFill>
                  <a:srgbClr val="F8FAFC"/>
                </a:solidFill>
              </a:defRPr>
            </a:pPr>
            <a:r>
              <a:rPr sz="2250" b="1">
                <a:solidFill>
                  <a:srgbClr val="F8FAFC"/>
                </a:solidFill>
              </a:rPr>
              <a:t>Weak answer</a:t>
            </a:r>
          </a:p>
        </p:txBody>
      </p:sp>
      <p:sp>
        <p:nvSpPr>
          <p:cNvPr id="8" name="Rectangle 7">
            <a:extLst>
              <a:ext uri="{FF2B5EF4-FFF2-40B4-BE49-F238E27FC236}">
                <a16:creationId xmlns:a16="http://schemas.microsoft.com/office/drawing/2014/main" id="{EDD9007A-5D72-4735-BBDF-EDCD3FCC236E}"/>
              </a:ext>
            </a:extLst>
          </p:cNvPr>
          <p:cNvSpPr>
            <a:spLocks noGrp="1"/>
          </p:cNvSpPr>
          <p:nvPr/>
        </p:nvSpPr>
        <p:spPr>
          <a:xfrm>
            <a:off x="1085850" y="3028950"/>
            <a:ext cx="4533900" cy="18288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Says what to do, but gives no source, date, or confidence boundary.</a:t>
            </a:r>
          </a:p>
        </p:txBody>
      </p:sp>
      <p:sp>
        <p:nvSpPr>
          <p:cNvPr id="9" name="Rectangle: Rounded Corners 8">
            <a:extLst>
              <a:ext uri="{FF2B5EF4-FFF2-40B4-BE49-F238E27FC236}">
                <a16:creationId xmlns:a16="http://schemas.microsoft.com/office/drawing/2014/main" id="{88FFDF58-7644-4E96-84A0-17C0F7224986}"/>
              </a:ext>
            </a:extLst>
          </p:cNvPr>
          <p:cNvSpPr>
            <a:spLocks noGrp="1"/>
          </p:cNvSpPr>
          <p:nvPr/>
        </p:nvSpPr>
        <p:spPr>
          <a:xfrm>
            <a:off x="6362700" y="2209800"/>
            <a:ext cx="4953000" cy="2647950"/>
          </a:xfrm>
          <a:prstGeom prst="roundRect">
            <a:avLst>
              <a:gd name="adj" fmla="val 4317"/>
            </a:avLst>
          </a:prstGeom>
          <a:solidFill>
            <a:srgbClr val="10243A"/>
          </a:solidFill>
          <a:ln w="11430">
            <a:solidFill>
              <a:srgbClr val="22C55E"/>
            </a:solidFill>
            <a:prstDash val="solid"/>
          </a:ln>
        </p:spPr>
        <p:txBody>
          <a:bodyPr/>
          <a:lstStyle/>
          <a:p>
            <a:endParaRPr/>
          </a:p>
        </p:txBody>
      </p:sp>
      <p:sp>
        <p:nvSpPr>
          <p:cNvPr id="10" name="Rectangle 9">
            <a:extLst>
              <a:ext uri="{FF2B5EF4-FFF2-40B4-BE49-F238E27FC236}">
                <a16:creationId xmlns:a16="http://schemas.microsoft.com/office/drawing/2014/main" id="{8B80FBFF-8D3F-470E-934E-233FBCD84459}"/>
              </a:ext>
            </a:extLst>
          </p:cNvPr>
          <p:cNvSpPr>
            <a:spLocks noGrp="1"/>
          </p:cNvSpPr>
          <p:nvPr/>
        </p:nvSpPr>
        <p:spPr>
          <a:xfrm>
            <a:off x="6362700" y="2209800"/>
            <a:ext cx="66675" cy="2647950"/>
          </a:xfrm>
          <a:prstGeom prst="rect">
            <a:avLst/>
          </a:prstGeom>
          <a:solidFill>
            <a:srgbClr val="22C55E"/>
          </a:solidFill>
          <a:ln w="11430">
            <a:solidFill>
              <a:srgbClr val="22C55E"/>
            </a:solidFill>
            <a:prstDash val="solid"/>
          </a:ln>
        </p:spPr>
        <p:txBody>
          <a:bodyPr/>
          <a:lstStyle/>
          <a:p>
            <a:endParaRPr/>
          </a:p>
        </p:txBody>
      </p:sp>
      <p:sp>
        <p:nvSpPr>
          <p:cNvPr id="11" name="Rectangle 10">
            <a:extLst>
              <a:ext uri="{FF2B5EF4-FFF2-40B4-BE49-F238E27FC236}">
                <a16:creationId xmlns:a16="http://schemas.microsoft.com/office/drawing/2014/main" id="{316D4E43-AD33-4E81-8A15-A748D41B3DF9}"/>
              </a:ext>
            </a:extLst>
          </p:cNvPr>
          <p:cNvSpPr>
            <a:spLocks noGrp="1"/>
          </p:cNvSpPr>
          <p:nvPr/>
        </p:nvSpPr>
        <p:spPr>
          <a:xfrm>
            <a:off x="6572250" y="2381250"/>
            <a:ext cx="4533900" cy="438150"/>
          </a:xfrm>
          <a:prstGeom prst="rect">
            <a:avLst/>
          </a:prstGeom>
          <a:noFill/>
          <a:ln w="0">
            <a:noFill/>
            <a:prstDash val="solid"/>
          </a:ln>
        </p:spPr>
        <p:txBody>
          <a:bodyPr/>
          <a:lstStyle/>
          <a:p>
            <a:pPr algn="l">
              <a:buNone/>
              <a:defRPr sz="2250" b="1">
                <a:solidFill>
                  <a:srgbClr val="F8FAFC"/>
                </a:solidFill>
              </a:defRPr>
            </a:pPr>
            <a:r>
              <a:rPr sz="2250" b="1">
                <a:solidFill>
                  <a:srgbClr val="F8FAFC"/>
                </a:solidFill>
              </a:rPr>
              <a:t>Inspectable answer</a:t>
            </a:r>
          </a:p>
        </p:txBody>
      </p:sp>
      <p:sp>
        <p:nvSpPr>
          <p:cNvPr id="12" name="Rectangle 11">
            <a:extLst>
              <a:ext uri="{FF2B5EF4-FFF2-40B4-BE49-F238E27FC236}">
                <a16:creationId xmlns:a16="http://schemas.microsoft.com/office/drawing/2014/main" id="{45311786-FDF6-42D0-80CE-B8A7A80F34BD}"/>
              </a:ext>
            </a:extLst>
          </p:cNvPr>
          <p:cNvSpPr>
            <a:spLocks noGrp="1"/>
          </p:cNvSpPr>
          <p:nvPr/>
        </p:nvSpPr>
        <p:spPr>
          <a:xfrm>
            <a:off x="6572250" y="3028950"/>
            <a:ext cx="4533900" cy="18288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Uses the approved source, cites it, and states when a human should review.</a:t>
            </a:r>
          </a:p>
        </p:txBody>
      </p:sp>
      <p:sp>
        <p:nvSpPr>
          <p:cNvPr id="13" name="Rectangle: Rounded Corners 12">
            <a:extLst>
              <a:ext uri="{FF2B5EF4-FFF2-40B4-BE49-F238E27FC236}">
                <a16:creationId xmlns:a16="http://schemas.microsoft.com/office/drawing/2014/main" id="{4909EED9-54EF-4609-BC02-3172CEE47BA1}"/>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4" name="Rectangle 13">
            <a:extLst>
              <a:ext uri="{FF2B5EF4-FFF2-40B4-BE49-F238E27FC236}">
                <a16:creationId xmlns:a16="http://schemas.microsoft.com/office/drawing/2014/main" id="{FE45E574-9B26-4358-AC7F-ABA4857591DC}"/>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REVIEW CUE</a:t>
            </a:r>
          </a:p>
        </p:txBody>
      </p:sp>
      <p:sp>
        <p:nvSpPr>
          <p:cNvPr id="15" name="Rectangle 14">
            <a:extLst>
              <a:ext uri="{FF2B5EF4-FFF2-40B4-BE49-F238E27FC236}">
                <a16:creationId xmlns:a16="http://schemas.microsoft.com/office/drawing/2014/main" id="{BB5022B1-F0FC-4DC8-ADA0-8154DCF7AFA4}"/>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 citation gives reviewers something to check.</a:t>
            </a:r>
          </a:p>
        </p:txBody>
      </p:sp>
      <p:sp>
        <p:nvSpPr>
          <p:cNvPr id="17" name="Oval 16">
            <a:extLst>
              <a:ext uri="{FF2B5EF4-FFF2-40B4-BE49-F238E27FC236}">
                <a16:creationId xmlns:a16="http://schemas.microsoft.com/office/drawing/2014/main" id="{16E5C010-49F4-4645-90A3-D43234A320CE}"/>
              </a:ext>
            </a:extLst>
          </p:cNvPr>
          <p:cNvSpPr>
            <a:spLocks noGrp="1"/>
          </p:cNvSpPr>
          <p:nvPr/>
        </p:nvSpPr>
        <p:spPr>
          <a:xfrm>
            <a:off x="5124450" y="2476500"/>
            <a:ext cx="438150" cy="438150"/>
          </a:xfrm>
          <a:prstGeom prst="ellipse">
            <a:avLst/>
          </a:prstGeom>
          <a:solidFill>
            <a:srgbClr val="38BDF8"/>
          </a:solidFill>
          <a:ln w="9525">
            <a:solidFill>
              <a:srgbClr val="0B1A2A"/>
            </a:solidFill>
            <a:prstDash val="solid"/>
          </a:ln>
        </p:spPr>
        <p:txBody>
          <a:bodyPr/>
          <a:lstStyle/>
          <a:p>
            <a:endParaRPr lang="en-SG"/>
          </a:p>
        </p:txBody>
      </p:sp>
      <p:pic>
        <p:nvPicPr>
          <p:cNvPr id="37" name="Graphic 36"/>
          <p:cNvPicPr>
            <a:picLocks noChangeAspect="1"/>
          </p:cNvPicPr>
          <p:nvPr/>
        </p:nvPicPr>
        <p:blipFill>
          <a:blip>
            <a:extLst>
              <a:ext uri="{96DAC541-7B7A-43D3-8B79-37D633B846F1}">
                <asvg:svgBlip xmlns:asvg="http://schemas.microsoft.com/office/drawing/2016/SVG/main" r:embed="rId3"/>
              </a:ext>
            </a:extLst>
          </a:blip>
          <a:stretch/>
        </p:blipFill>
        <p:spPr>
          <a:xfrm>
            <a:off x="5220843" y="2572893"/>
            <a:ext cx="245364" cy="245364"/>
          </a:xfrm>
          <a:prstGeom prst="rect">
            <a:avLst/>
          </a:prstGeom>
        </p:spPr>
      </p:pic>
      <p:sp>
        <p:nvSpPr>
          <p:cNvPr id="19" name="Oval 18">
            <a:extLst>
              <a:ext uri="{FF2B5EF4-FFF2-40B4-BE49-F238E27FC236}">
                <a16:creationId xmlns:a16="http://schemas.microsoft.com/office/drawing/2014/main" id="{8637F6C4-D0E7-4455-B247-6BB13F87C47C}"/>
              </a:ext>
            </a:extLst>
          </p:cNvPr>
          <p:cNvSpPr>
            <a:spLocks noGrp="1"/>
          </p:cNvSpPr>
          <p:nvPr/>
        </p:nvSpPr>
        <p:spPr>
          <a:xfrm>
            <a:off x="10610850" y="2476500"/>
            <a:ext cx="438150" cy="438150"/>
          </a:xfrm>
          <a:prstGeom prst="ellipse">
            <a:avLst/>
          </a:prstGeom>
          <a:solidFill>
            <a:srgbClr val="38BDF8"/>
          </a:solidFill>
          <a:ln w="9525">
            <a:solidFill>
              <a:srgbClr val="0B1A2A"/>
            </a:solidFill>
            <a:prstDash val="solid"/>
          </a:ln>
        </p:spPr>
        <p:txBody>
          <a:bodyPr/>
          <a:lstStyle/>
          <a:p>
            <a:endParaRPr lang="en-SG"/>
          </a:p>
        </p:txBody>
      </p:sp>
      <p:pic>
        <p:nvPicPr>
          <p:cNvPr id="39" name="Graphic 38"/>
          <p:cNvPicPr>
            <a:picLocks noChangeAspect="1"/>
          </p:cNvPicPr>
          <p:nvPr/>
        </p:nvPicPr>
        <p:blipFill>
          <a:blip>
            <a:extLst>
              <a:ext uri="{96DAC541-7B7A-43D3-8B79-37D633B846F1}">
                <asvg:svgBlip xmlns:asvg="http://schemas.microsoft.com/office/drawing/2016/SVG/main" r:embed="rId3"/>
              </a:ext>
            </a:extLst>
          </a:blip>
          <a:stretch/>
        </p:blipFill>
        <p:spPr>
          <a:xfrm>
            <a:off x="10707243" y="2572893"/>
            <a:ext cx="245364" cy="245364"/>
          </a:xfrm>
          <a:prstGeom prst="rect">
            <a:avLst/>
          </a:prstGeom>
        </p:spPr>
      </p:pic>
      <p:pic>
        <p:nvPicPr>
          <p:cNvPr id="20" name="Picture 19">
            <a:extLst>
              <a:ext uri="{FF2B5EF4-FFF2-40B4-BE49-F238E27FC236}">
                <a16:creationId xmlns:a16="http://schemas.microsoft.com/office/drawing/2014/main" id="{B1270F03-B1AC-955B-B288-02F6470AA2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2065926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E9DCB63E-366C-42ED-82A3-AE3FBA43CEB9}"/>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CONFIDENCE</a:t>
            </a:r>
          </a:p>
        </p:txBody>
      </p:sp>
      <p:sp>
        <p:nvSpPr>
          <p:cNvPr id="2" name="Rectangle 1">
            <a:extLst>
              <a:ext uri="{FF2B5EF4-FFF2-40B4-BE49-F238E27FC236}">
                <a16:creationId xmlns:a16="http://schemas.microsoft.com/office/drawing/2014/main" id="{8C4F6448-3017-43D6-88D8-DAFE65BDBD20}"/>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Uncertainty needs rules</a:t>
            </a:r>
          </a:p>
        </p:txBody>
      </p:sp>
      <p:sp>
        <p:nvSpPr>
          <p:cNvPr id="3" name="Rectangle 2">
            <a:extLst>
              <a:ext uri="{FF2B5EF4-FFF2-40B4-BE49-F238E27FC236}">
                <a16:creationId xmlns:a16="http://schemas.microsoft.com/office/drawing/2014/main" id="{1D6FF1E1-3782-4DB1-A6BF-7C25A5E49F5A}"/>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D4A91673-9D57-455E-BD07-C81AFC482C17}"/>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30</a:t>
            </a:r>
          </a:p>
        </p:txBody>
      </p:sp>
      <p:sp>
        <p:nvSpPr>
          <p:cNvPr id="5" name="Rectangle 4">
            <a:extLst>
              <a:ext uri="{FF2B5EF4-FFF2-40B4-BE49-F238E27FC236}">
                <a16:creationId xmlns:a16="http://schemas.microsoft.com/office/drawing/2014/main" id="{C424EFD0-5C6D-47CA-8846-49670FB9B630}"/>
              </a:ext>
            </a:extLst>
          </p:cNvPr>
          <p:cNvSpPr>
            <a:spLocks noGrp="1"/>
          </p:cNvSpPr>
          <p:nvPr/>
        </p:nvSpPr>
        <p:spPr>
          <a:xfrm>
            <a:off x="685800" y="1695450"/>
            <a:ext cx="8572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Low-confidence behavior should be designed before the system goes live.</a:t>
            </a:r>
          </a:p>
        </p:txBody>
      </p:sp>
      <p:sp>
        <p:nvSpPr>
          <p:cNvPr id="6" name="Oval 5">
            <a:extLst>
              <a:ext uri="{FF2B5EF4-FFF2-40B4-BE49-F238E27FC236}">
                <a16:creationId xmlns:a16="http://schemas.microsoft.com/office/drawing/2014/main" id="{465CEB5E-94B9-4091-953A-0586CD094350}"/>
              </a:ext>
            </a:extLst>
          </p:cNvPr>
          <p:cNvSpPr>
            <a:spLocks noGrp="1"/>
          </p:cNvSpPr>
          <p:nvPr/>
        </p:nvSpPr>
        <p:spPr>
          <a:xfrm>
            <a:off x="2600325" y="2362200"/>
            <a:ext cx="476250" cy="476250"/>
          </a:xfrm>
          <a:prstGeom prst="ellipse">
            <a:avLst/>
          </a:prstGeom>
          <a:solidFill>
            <a:srgbClr val="0F2F46"/>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A6CBF76E-49F5-45F4-8228-E6D2A1D980D6}"/>
              </a:ext>
            </a:extLst>
          </p:cNvPr>
          <p:cNvSpPr>
            <a:spLocks noGrp="1"/>
          </p:cNvSpPr>
          <p:nvPr/>
        </p:nvSpPr>
        <p:spPr>
          <a:xfrm>
            <a:off x="27051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1</a:t>
            </a:r>
          </a:p>
        </p:txBody>
      </p:sp>
      <p:sp>
        <p:nvSpPr>
          <p:cNvPr id="8" name="Rectangle: Rounded Corners 7">
            <a:extLst>
              <a:ext uri="{FF2B5EF4-FFF2-40B4-BE49-F238E27FC236}">
                <a16:creationId xmlns:a16="http://schemas.microsoft.com/office/drawing/2014/main" id="{643819A1-539D-4DD0-8BAE-0AA313FD7D5B}"/>
              </a:ext>
            </a:extLst>
          </p:cNvPr>
          <p:cNvSpPr>
            <a:spLocks noGrp="1"/>
          </p:cNvSpPr>
          <p:nvPr/>
        </p:nvSpPr>
        <p:spPr>
          <a:xfrm>
            <a:off x="1905000" y="2914650"/>
            <a:ext cx="1866900" cy="1485900"/>
          </a:xfrm>
          <a:prstGeom prst="roundRect">
            <a:avLst>
              <a:gd name="adj" fmla="val 7692"/>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D73E5798-63B9-458F-B083-5B08D893D30F}"/>
              </a:ext>
            </a:extLst>
          </p:cNvPr>
          <p:cNvSpPr>
            <a:spLocks noGrp="1"/>
          </p:cNvSpPr>
          <p:nvPr/>
        </p:nvSpPr>
        <p:spPr>
          <a:xfrm>
            <a:off x="1905000" y="2914650"/>
            <a:ext cx="66675" cy="1485900"/>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73358E6E-80D6-4491-B439-480F3CC1650B}"/>
              </a:ext>
            </a:extLst>
          </p:cNvPr>
          <p:cNvSpPr>
            <a:spLocks noGrp="1"/>
          </p:cNvSpPr>
          <p:nvPr/>
        </p:nvSpPr>
        <p:spPr>
          <a:xfrm>
            <a:off x="2105025" y="3156395"/>
            <a:ext cx="1447800" cy="495300"/>
          </a:xfrm>
          <a:prstGeom prst="rect">
            <a:avLst/>
          </a:prstGeom>
          <a:noFill/>
          <a:ln w="0">
            <a:noFill/>
            <a:prstDash val="solid"/>
          </a:ln>
        </p:spPr>
        <p:txBody>
          <a:bodyPr/>
          <a:lstStyle/>
          <a:p>
            <a:pPr algn="ctr">
              <a:buNone/>
              <a:defRPr sz="1725" b="1">
                <a:solidFill>
                  <a:srgbClr val="F8FAFC"/>
                </a:solidFill>
              </a:defRPr>
            </a:pPr>
            <a:r>
              <a:rPr sz="1725" b="1" dirty="0">
                <a:solidFill>
                  <a:srgbClr val="F8FAFC"/>
                </a:solidFill>
              </a:rPr>
              <a:t>Enough evidence</a:t>
            </a:r>
          </a:p>
        </p:txBody>
      </p:sp>
      <p:sp>
        <p:nvSpPr>
          <p:cNvPr id="11" name="Rectangle 10">
            <a:extLst>
              <a:ext uri="{FF2B5EF4-FFF2-40B4-BE49-F238E27FC236}">
                <a16:creationId xmlns:a16="http://schemas.microsoft.com/office/drawing/2014/main" id="{F5C45D72-1FEE-4024-A072-FF5F561F17D3}"/>
              </a:ext>
            </a:extLst>
          </p:cNvPr>
          <p:cNvSpPr>
            <a:spLocks noGrp="1"/>
          </p:cNvSpPr>
          <p:nvPr/>
        </p:nvSpPr>
        <p:spPr>
          <a:xfrm>
            <a:off x="2147887" y="3676650"/>
            <a:ext cx="1447800" cy="800100"/>
          </a:xfrm>
          <a:prstGeom prst="rect">
            <a:avLst/>
          </a:prstGeom>
          <a:noFill/>
          <a:ln w="0">
            <a:noFill/>
            <a:prstDash val="solid"/>
          </a:ln>
        </p:spPr>
        <p:txBody>
          <a:bodyPr/>
          <a:lstStyle/>
          <a:p>
            <a:pPr algn="ctr">
              <a:buNone/>
              <a:defRPr sz="1575" b="0">
                <a:solidFill>
                  <a:srgbClr val="A8B6C7"/>
                </a:solidFill>
              </a:defRPr>
            </a:pPr>
            <a:r>
              <a:rPr sz="1575" b="0" dirty="0">
                <a:solidFill>
                  <a:srgbClr val="A8B6C7"/>
                </a:solidFill>
              </a:rPr>
              <a:t>Answer with citation.</a:t>
            </a:r>
          </a:p>
        </p:txBody>
      </p:sp>
      <p:sp>
        <p:nvSpPr>
          <p:cNvPr id="12" name="Rectangle 11">
            <a:extLst>
              <a:ext uri="{FF2B5EF4-FFF2-40B4-BE49-F238E27FC236}">
                <a16:creationId xmlns:a16="http://schemas.microsoft.com/office/drawing/2014/main" id="{F711E73C-2975-497A-88B5-33A408833C46}"/>
              </a:ext>
            </a:extLst>
          </p:cNvPr>
          <p:cNvSpPr>
            <a:spLocks noGrp="1"/>
          </p:cNvSpPr>
          <p:nvPr/>
        </p:nvSpPr>
        <p:spPr>
          <a:xfrm>
            <a:off x="3776091" y="3613595"/>
            <a:ext cx="304800" cy="38100"/>
          </a:xfrm>
          <a:prstGeom prst="rect">
            <a:avLst/>
          </a:prstGeom>
          <a:solidFill>
            <a:srgbClr val="05D6A4"/>
          </a:solidFill>
          <a:ln w="11430">
            <a:solidFill>
              <a:srgbClr val="05D6A4"/>
            </a:solidFill>
            <a:prstDash val="solid"/>
          </a:ln>
        </p:spPr>
        <p:txBody>
          <a:bodyPr/>
          <a:lstStyle/>
          <a:p>
            <a:endParaRPr/>
          </a:p>
        </p:txBody>
      </p:sp>
      <p:sp>
        <p:nvSpPr>
          <p:cNvPr id="13" name="Oval 12">
            <a:extLst>
              <a:ext uri="{FF2B5EF4-FFF2-40B4-BE49-F238E27FC236}">
                <a16:creationId xmlns:a16="http://schemas.microsoft.com/office/drawing/2014/main" id="{6D18CEBA-4947-471E-9B92-30207A1310AF}"/>
              </a:ext>
            </a:extLst>
          </p:cNvPr>
          <p:cNvSpPr>
            <a:spLocks noGrp="1"/>
          </p:cNvSpPr>
          <p:nvPr/>
        </p:nvSpPr>
        <p:spPr>
          <a:xfrm>
            <a:off x="4772025" y="2362200"/>
            <a:ext cx="476250" cy="476250"/>
          </a:xfrm>
          <a:prstGeom prst="ellipse">
            <a:avLst/>
          </a:prstGeom>
          <a:solidFill>
            <a:srgbClr val="0F2F46"/>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8A5DDEAA-5A09-4C2D-8212-49FCE7A6A8ED}"/>
              </a:ext>
            </a:extLst>
          </p:cNvPr>
          <p:cNvSpPr>
            <a:spLocks noGrp="1"/>
          </p:cNvSpPr>
          <p:nvPr/>
        </p:nvSpPr>
        <p:spPr>
          <a:xfrm>
            <a:off x="48768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2</a:t>
            </a:r>
          </a:p>
        </p:txBody>
      </p:sp>
      <p:sp>
        <p:nvSpPr>
          <p:cNvPr id="15" name="Rectangle: Rounded Corners 14">
            <a:extLst>
              <a:ext uri="{FF2B5EF4-FFF2-40B4-BE49-F238E27FC236}">
                <a16:creationId xmlns:a16="http://schemas.microsoft.com/office/drawing/2014/main" id="{5007E023-2C68-4AC7-8078-C514508B5B5F}"/>
              </a:ext>
            </a:extLst>
          </p:cNvPr>
          <p:cNvSpPr>
            <a:spLocks noGrp="1"/>
          </p:cNvSpPr>
          <p:nvPr/>
        </p:nvSpPr>
        <p:spPr>
          <a:xfrm>
            <a:off x="4076700" y="2914650"/>
            <a:ext cx="1866900" cy="1485900"/>
          </a:xfrm>
          <a:prstGeom prst="roundRect">
            <a:avLst>
              <a:gd name="adj" fmla="val 7692"/>
            </a:avLst>
          </a:prstGeom>
          <a:solidFill>
            <a:srgbClr val="10243A"/>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3BC74ADE-1DA5-4682-BA99-2717B8AE029B}"/>
              </a:ext>
            </a:extLst>
          </p:cNvPr>
          <p:cNvSpPr>
            <a:spLocks noGrp="1"/>
          </p:cNvSpPr>
          <p:nvPr/>
        </p:nvSpPr>
        <p:spPr>
          <a:xfrm>
            <a:off x="4076700" y="2914650"/>
            <a:ext cx="66675" cy="1485900"/>
          </a:xfrm>
          <a:prstGeom prst="rect">
            <a:avLst/>
          </a:prstGeom>
          <a:solidFill>
            <a:srgbClr val="38BDF8"/>
          </a:solidFill>
          <a:ln w="11430">
            <a:solidFill>
              <a:srgbClr val="38BDF8"/>
            </a:solidFill>
            <a:prstDash val="solid"/>
          </a:ln>
        </p:spPr>
        <p:txBody>
          <a:bodyPr/>
          <a:lstStyle/>
          <a:p>
            <a:endParaRPr/>
          </a:p>
        </p:txBody>
      </p:sp>
      <p:sp>
        <p:nvSpPr>
          <p:cNvPr id="17" name="Rectangle 16">
            <a:extLst>
              <a:ext uri="{FF2B5EF4-FFF2-40B4-BE49-F238E27FC236}">
                <a16:creationId xmlns:a16="http://schemas.microsoft.com/office/drawing/2014/main" id="{C8CB6FF9-8530-429B-BE3C-33EEFE67F6EA}"/>
              </a:ext>
            </a:extLst>
          </p:cNvPr>
          <p:cNvSpPr>
            <a:spLocks noGrp="1"/>
          </p:cNvSpPr>
          <p:nvPr/>
        </p:nvSpPr>
        <p:spPr>
          <a:xfrm>
            <a:off x="4348734" y="3152775"/>
            <a:ext cx="1447800" cy="495300"/>
          </a:xfrm>
          <a:prstGeom prst="rect">
            <a:avLst/>
          </a:prstGeom>
          <a:noFill/>
          <a:ln w="0">
            <a:noFill/>
            <a:prstDash val="solid"/>
          </a:ln>
        </p:spPr>
        <p:txBody>
          <a:bodyPr/>
          <a:lstStyle/>
          <a:p>
            <a:pPr algn="ctr">
              <a:buNone/>
              <a:defRPr sz="1725" b="1">
                <a:solidFill>
                  <a:srgbClr val="F8FAFC"/>
                </a:solidFill>
              </a:defRPr>
            </a:pPr>
            <a:r>
              <a:rPr sz="1725" b="1" dirty="0">
                <a:solidFill>
                  <a:srgbClr val="F8FAFC"/>
                </a:solidFill>
              </a:rPr>
              <a:t>Missing detail</a:t>
            </a:r>
          </a:p>
        </p:txBody>
      </p:sp>
      <p:sp>
        <p:nvSpPr>
          <p:cNvPr id="18" name="Rectangle 17">
            <a:extLst>
              <a:ext uri="{FF2B5EF4-FFF2-40B4-BE49-F238E27FC236}">
                <a16:creationId xmlns:a16="http://schemas.microsoft.com/office/drawing/2014/main" id="{D9B7049B-61AF-44AD-AAFE-E87A0BC5A996}"/>
              </a:ext>
            </a:extLst>
          </p:cNvPr>
          <p:cNvSpPr>
            <a:spLocks noGrp="1"/>
          </p:cNvSpPr>
          <p:nvPr/>
        </p:nvSpPr>
        <p:spPr>
          <a:xfrm>
            <a:off x="42862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Ask a clarifying question.</a:t>
            </a:r>
          </a:p>
        </p:txBody>
      </p:sp>
      <p:sp>
        <p:nvSpPr>
          <p:cNvPr id="19" name="Rectangle 18">
            <a:extLst>
              <a:ext uri="{FF2B5EF4-FFF2-40B4-BE49-F238E27FC236}">
                <a16:creationId xmlns:a16="http://schemas.microsoft.com/office/drawing/2014/main" id="{59E1C09B-9267-43F0-A9CA-D46C98DB3CE6}"/>
              </a:ext>
            </a:extLst>
          </p:cNvPr>
          <p:cNvSpPr>
            <a:spLocks noGrp="1"/>
          </p:cNvSpPr>
          <p:nvPr/>
        </p:nvSpPr>
        <p:spPr>
          <a:xfrm>
            <a:off x="5939409" y="3594545"/>
            <a:ext cx="304800" cy="38100"/>
          </a:xfrm>
          <a:prstGeom prst="rect">
            <a:avLst/>
          </a:prstGeom>
          <a:solidFill>
            <a:srgbClr val="05D6A4"/>
          </a:solidFill>
          <a:ln w="11430">
            <a:solidFill>
              <a:srgbClr val="05D6A4"/>
            </a:solidFill>
            <a:prstDash val="solid"/>
          </a:ln>
        </p:spPr>
        <p:txBody>
          <a:bodyPr/>
          <a:lstStyle/>
          <a:p>
            <a:endParaRPr/>
          </a:p>
        </p:txBody>
      </p:sp>
      <p:sp>
        <p:nvSpPr>
          <p:cNvPr id="20" name="Oval 19">
            <a:extLst>
              <a:ext uri="{FF2B5EF4-FFF2-40B4-BE49-F238E27FC236}">
                <a16:creationId xmlns:a16="http://schemas.microsoft.com/office/drawing/2014/main" id="{11007AAE-3029-460B-972B-08446F96B08C}"/>
              </a:ext>
            </a:extLst>
          </p:cNvPr>
          <p:cNvSpPr>
            <a:spLocks noGrp="1"/>
          </p:cNvSpPr>
          <p:nvPr/>
        </p:nvSpPr>
        <p:spPr>
          <a:xfrm>
            <a:off x="6943725" y="2362200"/>
            <a:ext cx="476250" cy="476250"/>
          </a:xfrm>
          <a:prstGeom prst="ellipse">
            <a:avLst/>
          </a:prstGeom>
          <a:solidFill>
            <a:srgbClr val="0F2F46"/>
          </a:solidFill>
          <a:ln w="11430">
            <a:solidFill>
              <a:srgbClr val="A78BFA"/>
            </a:solidFill>
            <a:prstDash val="solid"/>
          </a:ln>
        </p:spPr>
        <p:txBody>
          <a:bodyPr/>
          <a:lstStyle/>
          <a:p>
            <a:endParaRPr/>
          </a:p>
        </p:txBody>
      </p:sp>
      <p:sp>
        <p:nvSpPr>
          <p:cNvPr id="21" name="Rectangle 20">
            <a:extLst>
              <a:ext uri="{FF2B5EF4-FFF2-40B4-BE49-F238E27FC236}">
                <a16:creationId xmlns:a16="http://schemas.microsoft.com/office/drawing/2014/main" id="{6D5721DA-830F-46C5-9FDD-56B0DFD26D35}"/>
              </a:ext>
            </a:extLst>
          </p:cNvPr>
          <p:cNvSpPr>
            <a:spLocks noGrp="1"/>
          </p:cNvSpPr>
          <p:nvPr/>
        </p:nvSpPr>
        <p:spPr>
          <a:xfrm>
            <a:off x="70485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3</a:t>
            </a:r>
          </a:p>
        </p:txBody>
      </p:sp>
      <p:sp>
        <p:nvSpPr>
          <p:cNvPr id="22" name="Rectangle: Rounded Corners 21">
            <a:extLst>
              <a:ext uri="{FF2B5EF4-FFF2-40B4-BE49-F238E27FC236}">
                <a16:creationId xmlns:a16="http://schemas.microsoft.com/office/drawing/2014/main" id="{40F40C8A-DF15-4B96-8F67-2185D1C6547D}"/>
              </a:ext>
            </a:extLst>
          </p:cNvPr>
          <p:cNvSpPr>
            <a:spLocks noGrp="1"/>
          </p:cNvSpPr>
          <p:nvPr/>
        </p:nvSpPr>
        <p:spPr>
          <a:xfrm>
            <a:off x="6248400" y="2914650"/>
            <a:ext cx="1866900" cy="1485900"/>
          </a:xfrm>
          <a:prstGeom prst="roundRect">
            <a:avLst>
              <a:gd name="adj" fmla="val 7692"/>
            </a:avLst>
          </a:prstGeom>
          <a:solidFill>
            <a:srgbClr val="10243A"/>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17DC8745-139B-4FCF-A82B-B57669C94530}"/>
              </a:ext>
            </a:extLst>
          </p:cNvPr>
          <p:cNvSpPr>
            <a:spLocks noGrp="1"/>
          </p:cNvSpPr>
          <p:nvPr/>
        </p:nvSpPr>
        <p:spPr>
          <a:xfrm>
            <a:off x="6248400" y="2914650"/>
            <a:ext cx="66675" cy="1485900"/>
          </a:xfrm>
          <a:prstGeom prst="rect">
            <a:avLst/>
          </a:prstGeom>
          <a:solidFill>
            <a:srgbClr val="A78BFA"/>
          </a:solidFill>
          <a:ln w="11430">
            <a:solidFill>
              <a:srgbClr val="A78BFA"/>
            </a:solidFill>
            <a:prstDash val="solid"/>
          </a:ln>
        </p:spPr>
        <p:txBody>
          <a:bodyPr/>
          <a:lstStyle/>
          <a:p>
            <a:endParaRPr/>
          </a:p>
        </p:txBody>
      </p:sp>
      <p:sp>
        <p:nvSpPr>
          <p:cNvPr id="24" name="Rectangle 23">
            <a:extLst>
              <a:ext uri="{FF2B5EF4-FFF2-40B4-BE49-F238E27FC236}">
                <a16:creationId xmlns:a16="http://schemas.microsoft.com/office/drawing/2014/main" id="{5B8328D8-488E-41E2-BF98-FB0F1EA08F76}"/>
              </a:ext>
            </a:extLst>
          </p:cNvPr>
          <p:cNvSpPr>
            <a:spLocks noGrp="1"/>
          </p:cNvSpPr>
          <p:nvPr/>
        </p:nvSpPr>
        <p:spPr>
          <a:xfrm>
            <a:off x="6508052" y="3142298"/>
            <a:ext cx="1447800" cy="495300"/>
          </a:xfrm>
          <a:prstGeom prst="rect">
            <a:avLst/>
          </a:prstGeom>
          <a:noFill/>
          <a:ln w="0">
            <a:noFill/>
            <a:prstDash val="solid"/>
          </a:ln>
        </p:spPr>
        <p:txBody>
          <a:bodyPr/>
          <a:lstStyle/>
          <a:p>
            <a:pPr algn="ctr">
              <a:buNone/>
              <a:defRPr sz="1725" b="1">
                <a:solidFill>
                  <a:srgbClr val="F8FAFC"/>
                </a:solidFill>
              </a:defRPr>
            </a:pPr>
            <a:r>
              <a:rPr sz="1725" b="1" dirty="0">
                <a:solidFill>
                  <a:srgbClr val="F8FAFC"/>
                </a:solidFill>
              </a:rPr>
              <a:t>Conflict</a:t>
            </a:r>
          </a:p>
        </p:txBody>
      </p:sp>
      <p:sp>
        <p:nvSpPr>
          <p:cNvPr id="25" name="Rectangle 24">
            <a:extLst>
              <a:ext uri="{FF2B5EF4-FFF2-40B4-BE49-F238E27FC236}">
                <a16:creationId xmlns:a16="http://schemas.microsoft.com/office/drawing/2014/main" id="{34315177-9724-4E44-87C9-5EA5D1DB0371}"/>
              </a:ext>
            </a:extLst>
          </p:cNvPr>
          <p:cNvSpPr>
            <a:spLocks noGrp="1"/>
          </p:cNvSpPr>
          <p:nvPr/>
        </p:nvSpPr>
        <p:spPr>
          <a:xfrm>
            <a:off x="6457950" y="3600450"/>
            <a:ext cx="1447800" cy="800100"/>
          </a:xfrm>
          <a:prstGeom prst="rect">
            <a:avLst/>
          </a:prstGeom>
          <a:noFill/>
          <a:ln w="0">
            <a:noFill/>
            <a:prstDash val="solid"/>
          </a:ln>
        </p:spPr>
        <p:txBody>
          <a:bodyPr/>
          <a:lstStyle/>
          <a:p>
            <a:pPr algn="ctr">
              <a:buNone/>
              <a:defRPr sz="1575" b="0">
                <a:solidFill>
                  <a:srgbClr val="A8B6C7"/>
                </a:solidFill>
              </a:defRPr>
            </a:pPr>
            <a:r>
              <a:rPr sz="1575" b="0">
                <a:solidFill>
                  <a:srgbClr val="A8B6C7"/>
                </a:solidFill>
              </a:rPr>
              <a:t>Escalate to owner.</a:t>
            </a:r>
          </a:p>
        </p:txBody>
      </p:sp>
      <p:sp>
        <p:nvSpPr>
          <p:cNvPr id="26" name="Rectangle 25">
            <a:extLst>
              <a:ext uri="{FF2B5EF4-FFF2-40B4-BE49-F238E27FC236}">
                <a16:creationId xmlns:a16="http://schemas.microsoft.com/office/drawing/2014/main" id="{4AE1219F-A185-43C7-9A31-963FCE086637}"/>
              </a:ext>
            </a:extLst>
          </p:cNvPr>
          <p:cNvSpPr>
            <a:spLocks noGrp="1"/>
          </p:cNvSpPr>
          <p:nvPr/>
        </p:nvSpPr>
        <p:spPr>
          <a:xfrm>
            <a:off x="8137969" y="3613595"/>
            <a:ext cx="304800" cy="38100"/>
          </a:xfrm>
          <a:prstGeom prst="rect">
            <a:avLst/>
          </a:prstGeom>
          <a:solidFill>
            <a:srgbClr val="05D6A4"/>
          </a:solidFill>
          <a:ln w="11430">
            <a:solidFill>
              <a:srgbClr val="05D6A4"/>
            </a:solidFill>
            <a:prstDash val="solid"/>
          </a:ln>
        </p:spPr>
        <p:txBody>
          <a:bodyPr/>
          <a:lstStyle/>
          <a:p>
            <a:endParaRPr/>
          </a:p>
        </p:txBody>
      </p:sp>
      <p:sp>
        <p:nvSpPr>
          <p:cNvPr id="27" name="Oval 26">
            <a:extLst>
              <a:ext uri="{FF2B5EF4-FFF2-40B4-BE49-F238E27FC236}">
                <a16:creationId xmlns:a16="http://schemas.microsoft.com/office/drawing/2014/main" id="{ADA405B0-C440-402D-8F99-6D085EB128AE}"/>
              </a:ext>
            </a:extLst>
          </p:cNvPr>
          <p:cNvSpPr>
            <a:spLocks noGrp="1"/>
          </p:cNvSpPr>
          <p:nvPr/>
        </p:nvSpPr>
        <p:spPr>
          <a:xfrm>
            <a:off x="9115425" y="2362200"/>
            <a:ext cx="476250" cy="476250"/>
          </a:xfrm>
          <a:prstGeom prst="ellipse">
            <a:avLst/>
          </a:prstGeom>
          <a:solidFill>
            <a:srgbClr val="0F2F46"/>
          </a:solidFill>
          <a:ln w="11430">
            <a:solidFill>
              <a:srgbClr val="22C55E"/>
            </a:solidFill>
            <a:prstDash val="solid"/>
          </a:ln>
        </p:spPr>
        <p:txBody>
          <a:bodyPr/>
          <a:lstStyle/>
          <a:p>
            <a:endParaRPr/>
          </a:p>
        </p:txBody>
      </p:sp>
      <p:sp>
        <p:nvSpPr>
          <p:cNvPr id="28" name="Rectangle 27">
            <a:extLst>
              <a:ext uri="{FF2B5EF4-FFF2-40B4-BE49-F238E27FC236}">
                <a16:creationId xmlns:a16="http://schemas.microsoft.com/office/drawing/2014/main" id="{F781EF7F-4DA5-4289-A2C0-C425148F059E}"/>
              </a:ext>
            </a:extLst>
          </p:cNvPr>
          <p:cNvSpPr>
            <a:spLocks noGrp="1"/>
          </p:cNvSpPr>
          <p:nvPr/>
        </p:nvSpPr>
        <p:spPr>
          <a:xfrm>
            <a:off x="9220200" y="2466975"/>
            <a:ext cx="266700" cy="247650"/>
          </a:xfrm>
          <a:prstGeom prst="rect">
            <a:avLst/>
          </a:prstGeom>
          <a:noFill/>
          <a:ln w="0">
            <a:noFill/>
            <a:prstDash val="solid"/>
          </a:ln>
        </p:spPr>
        <p:txBody>
          <a:bodyPr/>
          <a:lstStyle/>
          <a:p>
            <a:pPr algn="ctr">
              <a:buNone/>
              <a:defRPr sz="1575" b="1">
                <a:solidFill>
                  <a:srgbClr val="F8FAFC"/>
                </a:solidFill>
              </a:defRPr>
            </a:pPr>
            <a:r>
              <a:rPr sz="1575" b="1">
                <a:solidFill>
                  <a:srgbClr val="F8FAFC"/>
                </a:solidFill>
              </a:rPr>
              <a:t>4</a:t>
            </a:r>
          </a:p>
        </p:txBody>
      </p:sp>
      <p:sp>
        <p:nvSpPr>
          <p:cNvPr id="29" name="Rectangle: Rounded Corners 28">
            <a:extLst>
              <a:ext uri="{FF2B5EF4-FFF2-40B4-BE49-F238E27FC236}">
                <a16:creationId xmlns:a16="http://schemas.microsoft.com/office/drawing/2014/main" id="{3BBA0BF3-A3AA-4F5D-AFC6-19A99746B596}"/>
              </a:ext>
            </a:extLst>
          </p:cNvPr>
          <p:cNvSpPr>
            <a:spLocks noGrp="1"/>
          </p:cNvSpPr>
          <p:nvPr/>
        </p:nvSpPr>
        <p:spPr>
          <a:xfrm>
            <a:off x="8420100" y="2914650"/>
            <a:ext cx="1866900" cy="1485900"/>
          </a:xfrm>
          <a:prstGeom prst="roundRect">
            <a:avLst>
              <a:gd name="adj" fmla="val 7692"/>
            </a:avLst>
          </a:prstGeom>
          <a:solidFill>
            <a:srgbClr val="10243A"/>
          </a:solidFill>
          <a:ln w="11430">
            <a:solidFill>
              <a:srgbClr val="22C55E"/>
            </a:solidFill>
            <a:prstDash val="solid"/>
          </a:ln>
        </p:spPr>
        <p:txBody>
          <a:bodyPr/>
          <a:lstStyle/>
          <a:p>
            <a:endParaRPr/>
          </a:p>
        </p:txBody>
      </p:sp>
      <p:sp>
        <p:nvSpPr>
          <p:cNvPr id="30" name="Rectangle 29">
            <a:extLst>
              <a:ext uri="{FF2B5EF4-FFF2-40B4-BE49-F238E27FC236}">
                <a16:creationId xmlns:a16="http://schemas.microsoft.com/office/drawing/2014/main" id="{488B478F-DF94-4CDA-9726-F5D9CFAB355A}"/>
              </a:ext>
            </a:extLst>
          </p:cNvPr>
          <p:cNvSpPr>
            <a:spLocks noGrp="1"/>
          </p:cNvSpPr>
          <p:nvPr/>
        </p:nvSpPr>
        <p:spPr>
          <a:xfrm>
            <a:off x="8420100" y="2914650"/>
            <a:ext cx="66675" cy="1485900"/>
          </a:xfrm>
          <a:prstGeom prst="rect">
            <a:avLst/>
          </a:prstGeom>
          <a:solidFill>
            <a:srgbClr val="22C55E"/>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65CB8836-A932-4017-B562-7ECECE159FD7}"/>
              </a:ext>
            </a:extLst>
          </p:cNvPr>
          <p:cNvSpPr>
            <a:spLocks noGrp="1"/>
          </p:cNvSpPr>
          <p:nvPr/>
        </p:nvSpPr>
        <p:spPr>
          <a:xfrm>
            <a:off x="8668892" y="3142012"/>
            <a:ext cx="1447800" cy="495300"/>
          </a:xfrm>
          <a:prstGeom prst="rect">
            <a:avLst/>
          </a:prstGeom>
          <a:noFill/>
          <a:ln w="0">
            <a:noFill/>
            <a:prstDash val="solid"/>
          </a:ln>
        </p:spPr>
        <p:txBody>
          <a:bodyPr/>
          <a:lstStyle/>
          <a:p>
            <a:pPr algn="ctr">
              <a:buNone/>
              <a:defRPr sz="1725" b="1">
                <a:solidFill>
                  <a:srgbClr val="F8FAFC"/>
                </a:solidFill>
              </a:defRPr>
            </a:pPr>
            <a:r>
              <a:rPr sz="1725" b="1" dirty="0">
                <a:solidFill>
                  <a:srgbClr val="F8FAFC"/>
                </a:solidFill>
              </a:rPr>
              <a:t>Restricted</a:t>
            </a:r>
          </a:p>
        </p:txBody>
      </p:sp>
      <p:sp>
        <p:nvSpPr>
          <p:cNvPr id="32" name="Rectangle 31">
            <a:extLst>
              <a:ext uri="{FF2B5EF4-FFF2-40B4-BE49-F238E27FC236}">
                <a16:creationId xmlns:a16="http://schemas.microsoft.com/office/drawing/2014/main" id="{3CCB1713-A910-45DC-ADD4-6278A66D0E54}"/>
              </a:ext>
            </a:extLst>
          </p:cNvPr>
          <p:cNvSpPr>
            <a:spLocks noGrp="1"/>
          </p:cNvSpPr>
          <p:nvPr/>
        </p:nvSpPr>
        <p:spPr>
          <a:xfrm>
            <a:off x="8668892" y="3543300"/>
            <a:ext cx="1447800" cy="800100"/>
          </a:xfrm>
          <a:prstGeom prst="rect">
            <a:avLst/>
          </a:prstGeom>
          <a:noFill/>
          <a:ln w="0">
            <a:noFill/>
            <a:prstDash val="solid"/>
          </a:ln>
        </p:spPr>
        <p:txBody>
          <a:bodyPr/>
          <a:lstStyle/>
          <a:p>
            <a:pPr algn="ctr">
              <a:buNone/>
              <a:defRPr sz="1575" b="0">
                <a:solidFill>
                  <a:srgbClr val="A8B6C7"/>
                </a:solidFill>
              </a:defRPr>
            </a:pPr>
            <a:r>
              <a:rPr sz="1575" b="0" dirty="0">
                <a:solidFill>
                  <a:srgbClr val="A8B6C7"/>
                </a:solidFill>
              </a:rPr>
              <a:t>Refuse and explain boundary.</a:t>
            </a:r>
          </a:p>
        </p:txBody>
      </p:sp>
      <p:sp>
        <p:nvSpPr>
          <p:cNvPr id="33" name="Rectangle: Rounded Corners 32">
            <a:extLst>
              <a:ext uri="{FF2B5EF4-FFF2-40B4-BE49-F238E27FC236}">
                <a16:creationId xmlns:a16="http://schemas.microsoft.com/office/drawing/2014/main" id="{DEB2BDD0-C82E-48AC-8056-2047EB86E971}"/>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34" name="Rectangle 33">
            <a:extLst>
              <a:ext uri="{FF2B5EF4-FFF2-40B4-BE49-F238E27FC236}">
                <a16:creationId xmlns:a16="http://schemas.microsoft.com/office/drawing/2014/main" id="{D3443893-3C5D-46B3-896A-7CA7C7C956D3}"/>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35" name="Rectangle 34">
            <a:extLst>
              <a:ext uri="{FF2B5EF4-FFF2-40B4-BE49-F238E27FC236}">
                <a16:creationId xmlns:a16="http://schemas.microsoft.com/office/drawing/2014/main" id="{13C350D6-A5AF-435C-AB39-BBE1F29B325C}"/>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The system should be allowed to say it does not know.</a:t>
            </a:r>
          </a:p>
        </p:txBody>
      </p:sp>
      <p:sp>
        <p:nvSpPr>
          <p:cNvPr id="37" name="Oval 36">
            <a:extLst>
              <a:ext uri="{FF2B5EF4-FFF2-40B4-BE49-F238E27FC236}">
                <a16:creationId xmlns:a16="http://schemas.microsoft.com/office/drawing/2014/main" id="{0FF310B0-4B1D-42B7-943F-ED50FA56D3D9}"/>
              </a:ext>
            </a:extLst>
          </p:cNvPr>
          <p:cNvSpPr>
            <a:spLocks noGrp="1"/>
          </p:cNvSpPr>
          <p:nvPr/>
        </p:nvSpPr>
        <p:spPr>
          <a:xfrm>
            <a:off x="1883664" y="2721864"/>
            <a:ext cx="400050" cy="400050"/>
          </a:xfrm>
          <a:prstGeom prst="ellipse">
            <a:avLst/>
          </a:prstGeom>
          <a:solidFill>
            <a:srgbClr val="22C55E"/>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3"/>
              </a:ext>
            </a:extLst>
          </a:blip>
          <a:stretch/>
        </p:blipFill>
        <p:spPr>
          <a:xfrm>
            <a:off x="1971675" y="2809875"/>
            <a:ext cx="224028" cy="224028"/>
          </a:xfrm>
          <a:prstGeom prst="rect">
            <a:avLst/>
          </a:prstGeom>
        </p:spPr>
      </p:pic>
      <p:sp>
        <p:nvSpPr>
          <p:cNvPr id="39" name="Oval 38">
            <a:extLst>
              <a:ext uri="{FF2B5EF4-FFF2-40B4-BE49-F238E27FC236}">
                <a16:creationId xmlns:a16="http://schemas.microsoft.com/office/drawing/2014/main" id="{F47C8564-A0EC-4F66-81A3-02A3232037F7}"/>
              </a:ext>
            </a:extLst>
          </p:cNvPr>
          <p:cNvSpPr>
            <a:spLocks noGrp="1"/>
          </p:cNvSpPr>
          <p:nvPr/>
        </p:nvSpPr>
        <p:spPr>
          <a:xfrm>
            <a:off x="4055364" y="2721864"/>
            <a:ext cx="400050" cy="400050"/>
          </a:xfrm>
          <a:prstGeom prst="ellipse">
            <a:avLst/>
          </a:prstGeom>
          <a:solidFill>
            <a:srgbClr val="22C55E"/>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3"/>
              </a:ext>
            </a:extLst>
          </a:blip>
          <a:stretch/>
        </p:blipFill>
        <p:spPr>
          <a:xfrm>
            <a:off x="4143375" y="2809875"/>
            <a:ext cx="224028" cy="224028"/>
          </a:xfrm>
          <a:prstGeom prst="rect">
            <a:avLst/>
          </a:prstGeom>
        </p:spPr>
      </p:pic>
      <p:sp>
        <p:nvSpPr>
          <p:cNvPr id="41" name="Oval 40">
            <a:extLst>
              <a:ext uri="{FF2B5EF4-FFF2-40B4-BE49-F238E27FC236}">
                <a16:creationId xmlns:a16="http://schemas.microsoft.com/office/drawing/2014/main" id="{F25B0AED-BCC7-4C13-ACCC-A41777D0D7F7}"/>
              </a:ext>
            </a:extLst>
          </p:cNvPr>
          <p:cNvSpPr>
            <a:spLocks noGrp="1"/>
          </p:cNvSpPr>
          <p:nvPr/>
        </p:nvSpPr>
        <p:spPr>
          <a:xfrm>
            <a:off x="6227064" y="2721864"/>
            <a:ext cx="400050" cy="400050"/>
          </a:xfrm>
          <a:prstGeom prst="ellipse">
            <a:avLst/>
          </a:prstGeom>
          <a:solidFill>
            <a:srgbClr val="F87171"/>
          </a:solidFill>
          <a:ln w="9525">
            <a:solidFill>
              <a:srgbClr val="0B1A2A"/>
            </a:solidFill>
            <a:prstDash val="solid"/>
          </a:ln>
        </p:spPr>
        <p:txBody>
          <a:bodyPr/>
          <a:lstStyle/>
          <a:p>
            <a:endParaRPr lang="en-SG"/>
          </a:p>
        </p:txBody>
      </p:sp>
      <p:pic>
        <p:nvPicPr>
          <p:cNvPr id="85" name="Graphic 84"/>
          <p:cNvPicPr>
            <a:picLocks noChangeAspect="1"/>
          </p:cNvPicPr>
          <p:nvPr/>
        </p:nvPicPr>
        <p:blipFill>
          <a:blip>
            <a:extLst>
              <a:ext uri="{96DAC541-7B7A-43D3-8B79-37D633B846F1}">
                <asvg:svgBlip xmlns:asvg="http://schemas.microsoft.com/office/drawing/2016/SVG/main" r:embed="rId4"/>
              </a:ext>
            </a:extLst>
          </a:blip>
          <a:stretch/>
        </p:blipFill>
        <p:spPr>
          <a:xfrm>
            <a:off x="6315075" y="2809875"/>
            <a:ext cx="224028" cy="224028"/>
          </a:xfrm>
          <a:prstGeom prst="rect">
            <a:avLst/>
          </a:prstGeom>
        </p:spPr>
      </p:pic>
      <p:sp>
        <p:nvSpPr>
          <p:cNvPr id="43" name="Oval 42">
            <a:extLst>
              <a:ext uri="{FF2B5EF4-FFF2-40B4-BE49-F238E27FC236}">
                <a16:creationId xmlns:a16="http://schemas.microsoft.com/office/drawing/2014/main" id="{78E432C0-114D-4FD3-8E30-DA8FA03AD385}"/>
              </a:ext>
            </a:extLst>
          </p:cNvPr>
          <p:cNvSpPr>
            <a:spLocks noGrp="1"/>
          </p:cNvSpPr>
          <p:nvPr/>
        </p:nvSpPr>
        <p:spPr>
          <a:xfrm>
            <a:off x="8398764" y="2721864"/>
            <a:ext cx="400050" cy="400050"/>
          </a:xfrm>
          <a:prstGeom prst="ellipse">
            <a:avLst/>
          </a:prstGeom>
          <a:solidFill>
            <a:srgbClr val="A78BFA"/>
          </a:solidFill>
          <a:ln w="9525">
            <a:solidFill>
              <a:srgbClr val="0B1A2A"/>
            </a:solidFill>
            <a:prstDash val="solid"/>
          </a:ln>
        </p:spPr>
        <p:txBody>
          <a:bodyPr/>
          <a:lstStyle/>
          <a:p>
            <a:endParaRPr lang="en-SG"/>
          </a:p>
        </p:txBody>
      </p:sp>
      <p:pic>
        <p:nvPicPr>
          <p:cNvPr id="87" name="Graphic 86"/>
          <p:cNvPicPr>
            <a:picLocks noChangeAspect="1"/>
          </p:cNvPicPr>
          <p:nvPr/>
        </p:nvPicPr>
        <p:blipFill>
          <a:blip>
            <a:extLst>
              <a:ext uri="{96DAC541-7B7A-43D3-8B79-37D633B846F1}">
                <asvg:svgBlip xmlns:asvg="http://schemas.microsoft.com/office/drawing/2016/SVG/main" r:embed="rId5"/>
              </a:ext>
            </a:extLst>
          </a:blip>
          <a:stretch/>
        </p:blipFill>
        <p:spPr>
          <a:xfrm>
            <a:off x="8486775" y="2809875"/>
            <a:ext cx="224028" cy="224028"/>
          </a:xfrm>
          <a:prstGeom prst="rect">
            <a:avLst/>
          </a:prstGeom>
        </p:spPr>
      </p:pic>
      <p:pic>
        <p:nvPicPr>
          <p:cNvPr id="40" name="Picture 39">
            <a:extLst>
              <a:ext uri="{FF2B5EF4-FFF2-40B4-BE49-F238E27FC236}">
                <a16:creationId xmlns:a16="http://schemas.microsoft.com/office/drawing/2014/main" id="{BEB4707A-AD88-91B5-61C0-79D0771F30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604172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0C1B881-69A9-40D7-974E-82E748A8963F}"/>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WORKED EXAMPLE</a:t>
            </a:r>
          </a:p>
        </p:txBody>
      </p:sp>
      <p:sp>
        <p:nvSpPr>
          <p:cNvPr id="2" name="Rectangle 1">
            <a:extLst>
              <a:ext uri="{FF2B5EF4-FFF2-40B4-BE49-F238E27FC236}">
                <a16:creationId xmlns:a16="http://schemas.microsoft.com/office/drawing/2014/main" id="{4039FA8E-2D6A-4AE7-9A5C-3F5A923E8BCC}"/>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Good answers are bounded and cited</a:t>
            </a:r>
          </a:p>
        </p:txBody>
      </p:sp>
      <p:sp>
        <p:nvSpPr>
          <p:cNvPr id="3" name="Rectangle 2">
            <a:extLst>
              <a:ext uri="{FF2B5EF4-FFF2-40B4-BE49-F238E27FC236}">
                <a16:creationId xmlns:a16="http://schemas.microsoft.com/office/drawing/2014/main" id="{34076C3D-2BA4-4154-94FA-74AF0A223D7B}"/>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4878513A-19A6-4ACE-A0FF-21586A21F0C6}"/>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31</a:t>
            </a:r>
          </a:p>
        </p:txBody>
      </p:sp>
      <p:sp>
        <p:nvSpPr>
          <p:cNvPr id="5" name="Rectangle: Rounded Corners 4">
            <a:extLst>
              <a:ext uri="{FF2B5EF4-FFF2-40B4-BE49-F238E27FC236}">
                <a16:creationId xmlns:a16="http://schemas.microsoft.com/office/drawing/2014/main" id="{6CBFBC0C-25F2-4D45-AF0E-B3D5B8774E50}"/>
              </a:ext>
            </a:extLst>
          </p:cNvPr>
          <p:cNvSpPr>
            <a:spLocks noGrp="1"/>
          </p:cNvSpPr>
          <p:nvPr/>
        </p:nvSpPr>
        <p:spPr>
          <a:xfrm>
            <a:off x="876300" y="2209800"/>
            <a:ext cx="4953000" cy="2647950"/>
          </a:xfrm>
          <a:prstGeom prst="roundRect">
            <a:avLst>
              <a:gd name="adj" fmla="val 4317"/>
            </a:avLst>
          </a:prstGeom>
          <a:solidFill>
            <a:srgbClr val="10243A"/>
          </a:solidFill>
          <a:ln w="11430">
            <a:solidFill>
              <a:srgbClr val="F87171"/>
            </a:solidFill>
            <a:prstDash val="solid"/>
          </a:ln>
        </p:spPr>
        <p:txBody>
          <a:bodyPr/>
          <a:lstStyle/>
          <a:p>
            <a:endParaRPr/>
          </a:p>
        </p:txBody>
      </p:sp>
      <p:sp>
        <p:nvSpPr>
          <p:cNvPr id="6" name="Rectangle 5">
            <a:extLst>
              <a:ext uri="{FF2B5EF4-FFF2-40B4-BE49-F238E27FC236}">
                <a16:creationId xmlns:a16="http://schemas.microsoft.com/office/drawing/2014/main" id="{04AF1590-D174-49BB-9E1E-5074138A797C}"/>
              </a:ext>
            </a:extLst>
          </p:cNvPr>
          <p:cNvSpPr>
            <a:spLocks noGrp="1"/>
          </p:cNvSpPr>
          <p:nvPr/>
        </p:nvSpPr>
        <p:spPr>
          <a:xfrm>
            <a:off x="876300" y="2209800"/>
            <a:ext cx="66675" cy="2647950"/>
          </a:xfrm>
          <a:prstGeom prst="rect">
            <a:avLst/>
          </a:prstGeom>
          <a:solidFill>
            <a:srgbClr val="F87171"/>
          </a:solidFill>
          <a:ln w="11430">
            <a:solidFill>
              <a:srgbClr val="F87171"/>
            </a:solidFill>
            <a:prstDash val="solid"/>
          </a:ln>
        </p:spPr>
        <p:txBody>
          <a:bodyPr/>
          <a:lstStyle/>
          <a:p>
            <a:endParaRPr/>
          </a:p>
        </p:txBody>
      </p:sp>
      <p:sp>
        <p:nvSpPr>
          <p:cNvPr id="7" name="Rectangle 6">
            <a:extLst>
              <a:ext uri="{FF2B5EF4-FFF2-40B4-BE49-F238E27FC236}">
                <a16:creationId xmlns:a16="http://schemas.microsoft.com/office/drawing/2014/main" id="{2EE8AC77-0CC7-4396-A50B-38AAB152ED67}"/>
              </a:ext>
            </a:extLst>
          </p:cNvPr>
          <p:cNvSpPr>
            <a:spLocks noGrp="1"/>
          </p:cNvSpPr>
          <p:nvPr/>
        </p:nvSpPr>
        <p:spPr>
          <a:xfrm>
            <a:off x="1085850" y="2381250"/>
            <a:ext cx="4533900" cy="438150"/>
          </a:xfrm>
          <a:prstGeom prst="rect">
            <a:avLst/>
          </a:prstGeom>
          <a:noFill/>
          <a:ln w="0">
            <a:noFill/>
            <a:prstDash val="solid"/>
          </a:ln>
        </p:spPr>
        <p:txBody>
          <a:bodyPr/>
          <a:lstStyle/>
          <a:p>
            <a:pPr algn="l">
              <a:buNone/>
              <a:defRPr sz="2250" b="1">
                <a:solidFill>
                  <a:srgbClr val="F8FAFC"/>
                </a:solidFill>
              </a:defRPr>
            </a:pPr>
            <a:r>
              <a:rPr sz="2250" b="1">
                <a:solidFill>
                  <a:srgbClr val="F8FAFC"/>
                </a:solidFill>
              </a:rPr>
              <a:t>Weak</a:t>
            </a:r>
          </a:p>
        </p:txBody>
      </p:sp>
      <p:sp>
        <p:nvSpPr>
          <p:cNvPr id="8" name="Rectangle 7">
            <a:extLst>
              <a:ext uri="{FF2B5EF4-FFF2-40B4-BE49-F238E27FC236}">
                <a16:creationId xmlns:a16="http://schemas.microsoft.com/office/drawing/2014/main" id="{8835D358-200C-455D-896C-76E48D30097A}"/>
              </a:ext>
            </a:extLst>
          </p:cNvPr>
          <p:cNvSpPr>
            <a:spLocks noGrp="1"/>
          </p:cNvSpPr>
          <p:nvPr/>
        </p:nvSpPr>
        <p:spPr>
          <a:xfrm>
            <a:off x="1085850" y="3028950"/>
            <a:ext cx="4533900" cy="1828800"/>
          </a:xfrm>
          <a:prstGeom prst="rect">
            <a:avLst/>
          </a:prstGeom>
          <a:noFill/>
          <a:ln w="0">
            <a:noFill/>
            <a:prstDash val="solid"/>
          </a:ln>
        </p:spPr>
        <p:txBody>
          <a:bodyPr/>
          <a:lstStyle/>
          <a:p>
            <a:pPr algn="l">
              <a:buNone/>
              <a:defRPr sz="1875" b="0">
                <a:solidFill>
                  <a:srgbClr val="A8B6C7"/>
                </a:solidFill>
              </a:defRPr>
            </a:pPr>
            <a:r>
              <a:rPr sz="2400" b="0" dirty="0">
                <a:solidFill>
                  <a:srgbClr val="A8B6C7"/>
                </a:solidFill>
              </a:rPr>
              <a:t>You are eligible. </a:t>
            </a:r>
            <a:endParaRPr lang="en-SG" sz="2400" b="0" dirty="0">
              <a:solidFill>
                <a:srgbClr val="A8B6C7"/>
              </a:solidFill>
            </a:endParaRPr>
          </a:p>
          <a:p>
            <a:pPr algn="l">
              <a:buNone/>
              <a:defRPr sz="1875" b="0">
                <a:solidFill>
                  <a:srgbClr val="A8B6C7"/>
                </a:solidFill>
              </a:defRPr>
            </a:pPr>
            <a:r>
              <a:rPr sz="2400" b="0" dirty="0">
                <a:solidFill>
                  <a:srgbClr val="A8B6C7"/>
                </a:solidFill>
              </a:rPr>
              <a:t>Submit the form to HR.</a:t>
            </a:r>
          </a:p>
        </p:txBody>
      </p:sp>
      <p:sp>
        <p:nvSpPr>
          <p:cNvPr id="9" name="Rectangle: Rounded Corners 8">
            <a:extLst>
              <a:ext uri="{FF2B5EF4-FFF2-40B4-BE49-F238E27FC236}">
                <a16:creationId xmlns:a16="http://schemas.microsoft.com/office/drawing/2014/main" id="{77DA44EA-318D-469B-9FCF-A685C276A2E0}"/>
              </a:ext>
            </a:extLst>
          </p:cNvPr>
          <p:cNvSpPr>
            <a:spLocks noGrp="1"/>
          </p:cNvSpPr>
          <p:nvPr/>
        </p:nvSpPr>
        <p:spPr>
          <a:xfrm>
            <a:off x="6362700" y="2209800"/>
            <a:ext cx="4953000" cy="2647950"/>
          </a:xfrm>
          <a:prstGeom prst="roundRect">
            <a:avLst>
              <a:gd name="adj" fmla="val 4317"/>
            </a:avLst>
          </a:prstGeom>
          <a:solidFill>
            <a:srgbClr val="10243A"/>
          </a:solidFill>
          <a:ln w="11430">
            <a:solidFill>
              <a:srgbClr val="22C55E"/>
            </a:solidFill>
            <a:prstDash val="solid"/>
          </a:ln>
        </p:spPr>
        <p:txBody>
          <a:bodyPr/>
          <a:lstStyle/>
          <a:p>
            <a:endParaRPr/>
          </a:p>
        </p:txBody>
      </p:sp>
      <p:sp>
        <p:nvSpPr>
          <p:cNvPr id="10" name="Rectangle 9">
            <a:extLst>
              <a:ext uri="{FF2B5EF4-FFF2-40B4-BE49-F238E27FC236}">
                <a16:creationId xmlns:a16="http://schemas.microsoft.com/office/drawing/2014/main" id="{9C380524-8EF7-4CB6-A367-8A042AA73D9B}"/>
              </a:ext>
            </a:extLst>
          </p:cNvPr>
          <p:cNvSpPr>
            <a:spLocks noGrp="1"/>
          </p:cNvSpPr>
          <p:nvPr/>
        </p:nvSpPr>
        <p:spPr>
          <a:xfrm>
            <a:off x="6362700" y="2209800"/>
            <a:ext cx="66675" cy="2647950"/>
          </a:xfrm>
          <a:prstGeom prst="rect">
            <a:avLst/>
          </a:prstGeom>
          <a:solidFill>
            <a:srgbClr val="22C55E"/>
          </a:solidFill>
          <a:ln w="11430">
            <a:solidFill>
              <a:srgbClr val="22C55E"/>
            </a:solidFill>
            <a:prstDash val="solid"/>
          </a:ln>
        </p:spPr>
        <p:txBody>
          <a:bodyPr/>
          <a:lstStyle/>
          <a:p>
            <a:endParaRPr/>
          </a:p>
        </p:txBody>
      </p:sp>
      <p:sp>
        <p:nvSpPr>
          <p:cNvPr id="11" name="Rectangle 10">
            <a:extLst>
              <a:ext uri="{FF2B5EF4-FFF2-40B4-BE49-F238E27FC236}">
                <a16:creationId xmlns:a16="http://schemas.microsoft.com/office/drawing/2014/main" id="{C969CD5E-C529-4766-A51B-E890688A4F9A}"/>
              </a:ext>
            </a:extLst>
          </p:cNvPr>
          <p:cNvSpPr>
            <a:spLocks noGrp="1"/>
          </p:cNvSpPr>
          <p:nvPr/>
        </p:nvSpPr>
        <p:spPr>
          <a:xfrm>
            <a:off x="6572250" y="2381250"/>
            <a:ext cx="4533900" cy="438150"/>
          </a:xfrm>
          <a:prstGeom prst="rect">
            <a:avLst/>
          </a:prstGeom>
          <a:noFill/>
          <a:ln w="0">
            <a:noFill/>
            <a:prstDash val="solid"/>
          </a:ln>
        </p:spPr>
        <p:txBody>
          <a:bodyPr/>
          <a:lstStyle/>
          <a:p>
            <a:pPr algn="l">
              <a:buNone/>
              <a:defRPr sz="2250" b="1">
                <a:solidFill>
                  <a:srgbClr val="F8FAFC"/>
                </a:solidFill>
              </a:defRPr>
            </a:pPr>
            <a:r>
              <a:rPr sz="2250" b="1">
                <a:solidFill>
                  <a:srgbClr val="F8FAFC"/>
                </a:solidFill>
              </a:rPr>
              <a:t>Better</a:t>
            </a:r>
          </a:p>
        </p:txBody>
      </p:sp>
      <p:sp>
        <p:nvSpPr>
          <p:cNvPr id="12" name="Rectangle 11">
            <a:extLst>
              <a:ext uri="{FF2B5EF4-FFF2-40B4-BE49-F238E27FC236}">
                <a16:creationId xmlns:a16="http://schemas.microsoft.com/office/drawing/2014/main" id="{26036E8A-5708-4A8D-903A-961804833A8E}"/>
              </a:ext>
            </a:extLst>
          </p:cNvPr>
          <p:cNvSpPr>
            <a:spLocks noGrp="1"/>
          </p:cNvSpPr>
          <p:nvPr/>
        </p:nvSpPr>
        <p:spPr>
          <a:xfrm>
            <a:off x="6572250" y="3028950"/>
            <a:ext cx="4533900" cy="1828800"/>
          </a:xfrm>
          <a:prstGeom prst="rect">
            <a:avLst/>
          </a:prstGeom>
          <a:noFill/>
          <a:ln w="0">
            <a:noFill/>
            <a:prstDash val="solid"/>
          </a:ln>
        </p:spPr>
        <p:txBody>
          <a:bodyPr/>
          <a:lstStyle/>
          <a:p>
            <a:pPr algn="l">
              <a:buNone/>
              <a:defRPr sz="1875" b="0">
                <a:solidFill>
                  <a:srgbClr val="A8B6C7"/>
                </a:solidFill>
              </a:defRPr>
            </a:pPr>
            <a:r>
              <a:rPr sz="2400" b="0">
                <a:solidFill>
                  <a:srgbClr val="A8B6C7"/>
                </a:solidFill>
              </a:rPr>
              <a:t>Based on the current leave policy, eligibility depends on tenure. Cite policy and ask HR to confirm edge cases.</a:t>
            </a:r>
          </a:p>
        </p:txBody>
      </p:sp>
      <p:sp>
        <p:nvSpPr>
          <p:cNvPr id="13" name="Rectangle: Rounded Corners 12">
            <a:extLst>
              <a:ext uri="{FF2B5EF4-FFF2-40B4-BE49-F238E27FC236}">
                <a16:creationId xmlns:a16="http://schemas.microsoft.com/office/drawing/2014/main" id="{AE601FF9-7DB0-454F-B49F-407AA2742EE2}"/>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4" name="Rectangle 13">
            <a:extLst>
              <a:ext uri="{FF2B5EF4-FFF2-40B4-BE49-F238E27FC236}">
                <a16:creationId xmlns:a16="http://schemas.microsoft.com/office/drawing/2014/main" id="{ADCC4FB8-A869-432F-A839-8DD5520DF53B}"/>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REVIEW CUE</a:t>
            </a:r>
          </a:p>
        </p:txBody>
      </p:sp>
      <p:sp>
        <p:nvSpPr>
          <p:cNvPr id="15" name="Rectangle 14">
            <a:extLst>
              <a:ext uri="{FF2B5EF4-FFF2-40B4-BE49-F238E27FC236}">
                <a16:creationId xmlns:a16="http://schemas.microsoft.com/office/drawing/2014/main" id="{454622F1-E05C-4091-B590-F526C58F458D}"/>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Bounded answers are safer than confident guesses.</a:t>
            </a:r>
          </a:p>
        </p:txBody>
      </p:sp>
      <p:sp>
        <p:nvSpPr>
          <p:cNvPr id="17" name="Oval 16">
            <a:extLst>
              <a:ext uri="{FF2B5EF4-FFF2-40B4-BE49-F238E27FC236}">
                <a16:creationId xmlns:a16="http://schemas.microsoft.com/office/drawing/2014/main" id="{56734BD0-5487-41AC-BF87-7153105A7EA7}"/>
              </a:ext>
            </a:extLst>
          </p:cNvPr>
          <p:cNvSpPr>
            <a:spLocks noGrp="1"/>
          </p:cNvSpPr>
          <p:nvPr/>
        </p:nvSpPr>
        <p:spPr>
          <a:xfrm>
            <a:off x="5124450" y="2476500"/>
            <a:ext cx="438150" cy="438150"/>
          </a:xfrm>
          <a:prstGeom prst="ellipse">
            <a:avLst/>
          </a:prstGeom>
          <a:solidFill>
            <a:srgbClr val="05D6A4"/>
          </a:solidFill>
          <a:ln w="9525">
            <a:solidFill>
              <a:srgbClr val="0B1A2A"/>
            </a:solidFill>
            <a:prstDash val="solid"/>
          </a:ln>
        </p:spPr>
        <p:txBody>
          <a:bodyPr/>
          <a:lstStyle/>
          <a:p>
            <a:endParaRPr lang="en-SG"/>
          </a:p>
        </p:txBody>
      </p:sp>
      <p:pic>
        <p:nvPicPr>
          <p:cNvPr id="37" name="Graphic 36"/>
          <p:cNvPicPr>
            <a:picLocks noChangeAspect="1"/>
          </p:cNvPicPr>
          <p:nvPr/>
        </p:nvPicPr>
        <p:blipFill>
          <a:blip>
            <a:extLst>
              <a:ext uri="{96DAC541-7B7A-43D3-8B79-37D633B846F1}">
                <asvg:svgBlip xmlns:asvg="http://schemas.microsoft.com/office/drawing/2016/SVG/main" r:embed="rId3"/>
              </a:ext>
            </a:extLst>
          </a:blip>
          <a:stretch/>
        </p:blipFill>
        <p:spPr>
          <a:xfrm>
            <a:off x="5220843" y="2572893"/>
            <a:ext cx="245364" cy="245364"/>
          </a:xfrm>
          <a:prstGeom prst="rect">
            <a:avLst/>
          </a:prstGeom>
        </p:spPr>
      </p:pic>
      <p:sp>
        <p:nvSpPr>
          <p:cNvPr id="19" name="Oval 18">
            <a:extLst>
              <a:ext uri="{FF2B5EF4-FFF2-40B4-BE49-F238E27FC236}">
                <a16:creationId xmlns:a16="http://schemas.microsoft.com/office/drawing/2014/main" id="{8DB8C094-7973-4C85-A288-399156776183}"/>
              </a:ext>
            </a:extLst>
          </p:cNvPr>
          <p:cNvSpPr>
            <a:spLocks noGrp="1"/>
          </p:cNvSpPr>
          <p:nvPr/>
        </p:nvSpPr>
        <p:spPr>
          <a:xfrm>
            <a:off x="10610850" y="2476500"/>
            <a:ext cx="438150" cy="438150"/>
          </a:xfrm>
          <a:prstGeom prst="ellipse">
            <a:avLst/>
          </a:prstGeom>
          <a:solidFill>
            <a:srgbClr val="38BDF8"/>
          </a:solidFill>
          <a:ln w="9525">
            <a:solidFill>
              <a:srgbClr val="0B1A2A"/>
            </a:solidFill>
            <a:prstDash val="solid"/>
          </a:ln>
        </p:spPr>
        <p:txBody>
          <a:bodyPr/>
          <a:lstStyle/>
          <a:p>
            <a:endParaRPr lang="en-SG"/>
          </a:p>
        </p:txBody>
      </p:sp>
      <p:pic>
        <p:nvPicPr>
          <p:cNvPr id="39" name="Graphic 38"/>
          <p:cNvPicPr>
            <a:picLocks noChangeAspect="1"/>
          </p:cNvPicPr>
          <p:nvPr/>
        </p:nvPicPr>
        <p:blipFill>
          <a:blip>
            <a:extLst>
              <a:ext uri="{96DAC541-7B7A-43D3-8B79-37D633B846F1}">
                <asvg:svgBlip xmlns:asvg="http://schemas.microsoft.com/office/drawing/2016/SVG/main" r:embed="rId4"/>
              </a:ext>
            </a:extLst>
          </a:blip>
          <a:stretch/>
        </p:blipFill>
        <p:spPr>
          <a:xfrm>
            <a:off x="10707243" y="2572893"/>
            <a:ext cx="245364" cy="245364"/>
          </a:xfrm>
          <a:prstGeom prst="rect">
            <a:avLst/>
          </a:prstGeom>
        </p:spPr>
      </p:pic>
      <p:pic>
        <p:nvPicPr>
          <p:cNvPr id="20" name="Picture 19">
            <a:extLst>
              <a:ext uri="{FF2B5EF4-FFF2-40B4-BE49-F238E27FC236}">
                <a16:creationId xmlns:a16="http://schemas.microsoft.com/office/drawing/2014/main" id="{8C2F0D85-9C36-11B3-ADE0-D3E2A94213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388092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04A9369-218A-42C7-A7EA-16E20A6699A4}"/>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ACTIVITY</a:t>
            </a:r>
          </a:p>
        </p:txBody>
      </p:sp>
      <p:sp>
        <p:nvSpPr>
          <p:cNvPr id="2" name="Rectangle 1">
            <a:extLst>
              <a:ext uri="{FF2B5EF4-FFF2-40B4-BE49-F238E27FC236}">
                <a16:creationId xmlns:a16="http://schemas.microsoft.com/office/drawing/2014/main" id="{A5308C79-A886-45AD-A5D1-E754757C0727}"/>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Define citation and confidence rules</a:t>
            </a:r>
          </a:p>
        </p:txBody>
      </p:sp>
      <p:sp>
        <p:nvSpPr>
          <p:cNvPr id="3" name="Rectangle 2">
            <a:extLst>
              <a:ext uri="{FF2B5EF4-FFF2-40B4-BE49-F238E27FC236}">
                <a16:creationId xmlns:a16="http://schemas.microsoft.com/office/drawing/2014/main" id="{45100F50-4586-4B46-B246-4E4A041EAB6C}"/>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E0F32AF4-08D6-49CE-9D38-171ADA7B381E}"/>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32</a:t>
            </a:r>
          </a:p>
        </p:txBody>
      </p:sp>
      <p:sp>
        <p:nvSpPr>
          <p:cNvPr id="5" name="Rectangle 4">
            <a:extLst>
              <a:ext uri="{FF2B5EF4-FFF2-40B4-BE49-F238E27FC236}">
                <a16:creationId xmlns:a16="http://schemas.microsoft.com/office/drawing/2014/main" id="{9B44CCD3-F0AB-42A6-A19A-C8A467ED4430}"/>
              </a:ext>
            </a:extLst>
          </p:cNvPr>
          <p:cNvSpPr>
            <a:spLocks noGrp="1"/>
          </p:cNvSpPr>
          <p:nvPr/>
        </p:nvSpPr>
        <p:spPr>
          <a:xfrm>
            <a:off x="685800" y="1695450"/>
            <a:ext cx="8953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Decide what the system may answer, when it must cite, and when it must ask or escalate.</a:t>
            </a:r>
          </a:p>
        </p:txBody>
      </p:sp>
      <p:sp>
        <p:nvSpPr>
          <p:cNvPr id="6" name="Rectangle: Rounded Corners 5">
            <a:extLst>
              <a:ext uri="{FF2B5EF4-FFF2-40B4-BE49-F238E27FC236}">
                <a16:creationId xmlns:a16="http://schemas.microsoft.com/office/drawing/2014/main" id="{6B699E14-27E7-45E3-9956-3DF457BE5FC8}"/>
              </a:ext>
            </a:extLst>
          </p:cNvPr>
          <p:cNvSpPr>
            <a:spLocks noGrp="1"/>
          </p:cNvSpPr>
          <p:nvPr/>
        </p:nvSpPr>
        <p:spPr>
          <a:xfrm>
            <a:off x="1123950" y="2914650"/>
            <a:ext cx="2190750" cy="1543050"/>
          </a:xfrm>
          <a:prstGeom prst="roundRect">
            <a:avLst>
              <a:gd name="adj" fmla="val 7407"/>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34D237BF-226A-4388-8226-5108E7872E6F}"/>
              </a:ext>
            </a:extLst>
          </p:cNvPr>
          <p:cNvSpPr>
            <a:spLocks noGrp="1"/>
          </p:cNvSpPr>
          <p:nvPr/>
        </p:nvSpPr>
        <p:spPr>
          <a:xfrm>
            <a:off x="1123950" y="2914650"/>
            <a:ext cx="66675" cy="154305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6E37BA01-5825-4316-B154-4AE634163A8A}"/>
              </a:ext>
            </a:extLst>
          </p:cNvPr>
          <p:cNvSpPr>
            <a:spLocks noGrp="1"/>
          </p:cNvSpPr>
          <p:nvPr/>
        </p:nvSpPr>
        <p:spPr>
          <a:xfrm>
            <a:off x="1333500" y="3086100"/>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Choose use case</a:t>
            </a:r>
          </a:p>
        </p:txBody>
      </p:sp>
      <p:sp>
        <p:nvSpPr>
          <p:cNvPr id="9" name="Rectangle 8">
            <a:extLst>
              <a:ext uri="{FF2B5EF4-FFF2-40B4-BE49-F238E27FC236}">
                <a16:creationId xmlns:a16="http://schemas.microsoft.com/office/drawing/2014/main" id="{16A23FDD-B5BF-4DAF-B6A7-DB9943A24BBB}"/>
              </a:ext>
            </a:extLst>
          </p:cNvPr>
          <p:cNvSpPr>
            <a:spLocks noGrp="1"/>
          </p:cNvSpPr>
          <p:nvPr/>
        </p:nvSpPr>
        <p:spPr>
          <a:xfrm>
            <a:off x="1333500" y="3802761"/>
            <a:ext cx="1771650" cy="838200"/>
          </a:xfrm>
          <a:prstGeom prst="rect">
            <a:avLst/>
          </a:prstGeom>
          <a:noFill/>
          <a:ln w="0">
            <a:noFill/>
            <a:prstDash val="solid"/>
          </a:ln>
        </p:spPr>
        <p:txBody>
          <a:bodyPr/>
          <a:lstStyle/>
          <a:p>
            <a:pPr algn="ctr">
              <a:buNone/>
              <a:defRPr sz="1650" b="0">
                <a:solidFill>
                  <a:srgbClr val="A8B6C7"/>
                </a:solidFill>
              </a:defRPr>
            </a:pPr>
            <a:r>
              <a:rPr sz="1650" b="0" dirty="0">
                <a:solidFill>
                  <a:srgbClr val="A8B6C7"/>
                </a:solidFill>
              </a:rPr>
              <a:t>One question type.</a:t>
            </a:r>
          </a:p>
        </p:txBody>
      </p:sp>
      <p:sp>
        <p:nvSpPr>
          <p:cNvPr id="10" name="Rectangle: Rounded Corners 9">
            <a:extLst>
              <a:ext uri="{FF2B5EF4-FFF2-40B4-BE49-F238E27FC236}">
                <a16:creationId xmlns:a16="http://schemas.microsoft.com/office/drawing/2014/main" id="{DD6A8D0C-E7E0-42CA-820B-1C42EA280722}"/>
              </a:ext>
            </a:extLst>
          </p:cNvPr>
          <p:cNvSpPr>
            <a:spLocks noGrp="1"/>
          </p:cNvSpPr>
          <p:nvPr/>
        </p:nvSpPr>
        <p:spPr>
          <a:xfrm>
            <a:off x="3600450" y="2914650"/>
            <a:ext cx="2190750" cy="1543050"/>
          </a:xfrm>
          <a:prstGeom prst="roundRect">
            <a:avLst>
              <a:gd name="adj" fmla="val 7407"/>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0C185E6E-3114-4E98-A5D7-3062E0AF9347}"/>
              </a:ext>
            </a:extLst>
          </p:cNvPr>
          <p:cNvSpPr>
            <a:spLocks noGrp="1"/>
          </p:cNvSpPr>
          <p:nvPr/>
        </p:nvSpPr>
        <p:spPr>
          <a:xfrm>
            <a:off x="3600450" y="2914650"/>
            <a:ext cx="66675" cy="154305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0EEC6B09-C35F-4761-81BD-4C46A6DB1FD3}"/>
              </a:ext>
            </a:extLst>
          </p:cNvPr>
          <p:cNvSpPr>
            <a:spLocks noGrp="1"/>
          </p:cNvSpPr>
          <p:nvPr/>
        </p:nvSpPr>
        <p:spPr>
          <a:xfrm>
            <a:off x="3810000" y="3086100"/>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Set citation rule</a:t>
            </a:r>
          </a:p>
        </p:txBody>
      </p:sp>
      <p:sp>
        <p:nvSpPr>
          <p:cNvPr id="13" name="Rectangle 12">
            <a:extLst>
              <a:ext uri="{FF2B5EF4-FFF2-40B4-BE49-F238E27FC236}">
                <a16:creationId xmlns:a16="http://schemas.microsoft.com/office/drawing/2014/main" id="{0473BB1D-E7A4-4D5A-A5E8-A0CDE03F262B}"/>
              </a:ext>
            </a:extLst>
          </p:cNvPr>
          <p:cNvSpPr>
            <a:spLocks noGrp="1"/>
          </p:cNvSpPr>
          <p:nvPr/>
        </p:nvSpPr>
        <p:spPr>
          <a:xfrm>
            <a:off x="3862070" y="3783330"/>
            <a:ext cx="1771650" cy="838200"/>
          </a:xfrm>
          <a:prstGeom prst="rect">
            <a:avLst/>
          </a:prstGeom>
          <a:noFill/>
          <a:ln w="0">
            <a:noFill/>
            <a:prstDash val="solid"/>
          </a:ln>
        </p:spPr>
        <p:txBody>
          <a:bodyPr/>
          <a:lstStyle/>
          <a:p>
            <a:pPr algn="ctr">
              <a:buNone/>
              <a:defRPr sz="1650" b="0">
                <a:solidFill>
                  <a:srgbClr val="A8B6C7"/>
                </a:solidFill>
              </a:defRPr>
            </a:pPr>
            <a:r>
              <a:rPr sz="1650" b="0" dirty="0">
                <a:solidFill>
                  <a:srgbClr val="A8B6C7"/>
                </a:solidFill>
              </a:rPr>
              <a:t>Which source is required?</a:t>
            </a:r>
          </a:p>
        </p:txBody>
      </p:sp>
      <p:sp>
        <p:nvSpPr>
          <p:cNvPr id="14" name="Rectangle: Rounded Corners 13">
            <a:extLst>
              <a:ext uri="{FF2B5EF4-FFF2-40B4-BE49-F238E27FC236}">
                <a16:creationId xmlns:a16="http://schemas.microsoft.com/office/drawing/2014/main" id="{6424C917-BEAD-4759-8BFF-42BCEC0D12E5}"/>
              </a:ext>
            </a:extLst>
          </p:cNvPr>
          <p:cNvSpPr>
            <a:spLocks noGrp="1"/>
          </p:cNvSpPr>
          <p:nvPr/>
        </p:nvSpPr>
        <p:spPr>
          <a:xfrm>
            <a:off x="6076950" y="2914650"/>
            <a:ext cx="2190750" cy="1543050"/>
          </a:xfrm>
          <a:prstGeom prst="roundRect">
            <a:avLst>
              <a:gd name="adj" fmla="val 7407"/>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B07285A2-D0F2-47F7-8D09-EE129AAD33C8}"/>
              </a:ext>
            </a:extLst>
          </p:cNvPr>
          <p:cNvSpPr>
            <a:spLocks noGrp="1"/>
          </p:cNvSpPr>
          <p:nvPr/>
        </p:nvSpPr>
        <p:spPr>
          <a:xfrm>
            <a:off x="6076950" y="2914650"/>
            <a:ext cx="66675" cy="154305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D12F8523-9DDA-4E0F-ABA1-EC2B124B67A5}"/>
              </a:ext>
            </a:extLst>
          </p:cNvPr>
          <p:cNvSpPr>
            <a:spLocks noGrp="1"/>
          </p:cNvSpPr>
          <p:nvPr/>
        </p:nvSpPr>
        <p:spPr>
          <a:xfrm>
            <a:off x="6286500" y="3086100"/>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Set confidence rule</a:t>
            </a:r>
          </a:p>
        </p:txBody>
      </p:sp>
      <p:sp>
        <p:nvSpPr>
          <p:cNvPr id="17" name="Rectangle 16">
            <a:extLst>
              <a:ext uri="{FF2B5EF4-FFF2-40B4-BE49-F238E27FC236}">
                <a16:creationId xmlns:a16="http://schemas.microsoft.com/office/drawing/2014/main" id="{128E44F0-56E0-4802-87E0-B713EB2D79F4}"/>
              </a:ext>
            </a:extLst>
          </p:cNvPr>
          <p:cNvSpPr>
            <a:spLocks noGrp="1"/>
          </p:cNvSpPr>
          <p:nvPr/>
        </p:nvSpPr>
        <p:spPr>
          <a:xfrm>
            <a:off x="6338570" y="3802761"/>
            <a:ext cx="1771650" cy="838200"/>
          </a:xfrm>
          <a:prstGeom prst="rect">
            <a:avLst/>
          </a:prstGeom>
          <a:noFill/>
          <a:ln w="0">
            <a:noFill/>
            <a:prstDash val="solid"/>
          </a:ln>
        </p:spPr>
        <p:txBody>
          <a:bodyPr/>
          <a:lstStyle/>
          <a:p>
            <a:pPr algn="ctr">
              <a:buNone/>
              <a:defRPr sz="1650" b="0">
                <a:solidFill>
                  <a:srgbClr val="A8B6C7"/>
                </a:solidFill>
              </a:defRPr>
            </a:pPr>
            <a:r>
              <a:rPr sz="1650" b="0" dirty="0">
                <a:solidFill>
                  <a:srgbClr val="A8B6C7"/>
                </a:solidFill>
              </a:rPr>
              <a:t>What evidence is enough?</a:t>
            </a:r>
          </a:p>
        </p:txBody>
      </p:sp>
      <p:sp>
        <p:nvSpPr>
          <p:cNvPr id="18" name="Rectangle: Rounded Corners 17">
            <a:extLst>
              <a:ext uri="{FF2B5EF4-FFF2-40B4-BE49-F238E27FC236}">
                <a16:creationId xmlns:a16="http://schemas.microsoft.com/office/drawing/2014/main" id="{A44302A9-D6B7-435A-8DE2-8CCC81861D67}"/>
              </a:ext>
            </a:extLst>
          </p:cNvPr>
          <p:cNvSpPr>
            <a:spLocks noGrp="1"/>
          </p:cNvSpPr>
          <p:nvPr/>
        </p:nvSpPr>
        <p:spPr>
          <a:xfrm>
            <a:off x="8553450" y="2914650"/>
            <a:ext cx="2190750" cy="1543050"/>
          </a:xfrm>
          <a:prstGeom prst="roundRect">
            <a:avLst>
              <a:gd name="adj" fmla="val 7407"/>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3289852B-B854-4AF9-9636-04DC18F082AB}"/>
              </a:ext>
            </a:extLst>
          </p:cNvPr>
          <p:cNvSpPr>
            <a:spLocks noGrp="1"/>
          </p:cNvSpPr>
          <p:nvPr/>
        </p:nvSpPr>
        <p:spPr>
          <a:xfrm>
            <a:off x="8553450" y="2914650"/>
            <a:ext cx="66675" cy="1543050"/>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73D12D1C-60AA-4957-837A-B30F67233095}"/>
              </a:ext>
            </a:extLst>
          </p:cNvPr>
          <p:cNvSpPr>
            <a:spLocks noGrp="1"/>
          </p:cNvSpPr>
          <p:nvPr/>
        </p:nvSpPr>
        <p:spPr>
          <a:xfrm>
            <a:off x="8763000" y="3086100"/>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Set stop rule</a:t>
            </a:r>
          </a:p>
        </p:txBody>
      </p:sp>
      <p:sp>
        <p:nvSpPr>
          <p:cNvPr id="21" name="Rectangle 20">
            <a:extLst>
              <a:ext uri="{FF2B5EF4-FFF2-40B4-BE49-F238E27FC236}">
                <a16:creationId xmlns:a16="http://schemas.microsoft.com/office/drawing/2014/main" id="{B319A7D9-1656-48D4-9AC1-8475329466AE}"/>
              </a:ext>
            </a:extLst>
          </p:cNvPr>
          <p:cNvSpPr>
            <a:spLocks noGrp="1"/>
          </p:cNvSpPr>
          <p:nvPr/>
        </p:nvSpPr>
        <p:spPr>
          <a:xfrm>
            <a:off x="8763000" y="3619500"/>
            <a:ext cx="1771650" cy="838200"/>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When must it escalate?</a:t>
            </a:r>
          </a:p>
        </p:txBody>
      </p:sp>
      <p:sp>
        <p:nvSpPr>
          <p:cNvPr id="22" name="Rectangle: Rounded Corners 21">
            <a:extLst>
              <a:ext uri="{FF2B5EF4-FFF2-40B4-BE49-F238E27FC236}">
                <a16:creationId xmlns:a16="http://schemas.microsoft.com/office/drawing/2014/main" id="{77763682-ACE5-4C4A-BEFD-4C18A7EE090E}"/>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3" name="Rectangle 22">
            <a:extLst>
              <a:ext uri="{FF2B5EF4-FFF2-40B4-BE49-F238E27FC236}">
                <a16:creationId xmlns:a16="http://schemas.microsoft.com/office/drawing/2014/main" id="{0BF93658-5BA2-42F2-BB77-29A26567F4CC}"/>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DO THIS NOW</a:t>
            </a:r>
          </a:p>
        </p:txBody>
      </p:sp>
      <p:sp>
        <p:nvSpPr>
          <p:cNvPr id="24" name="Rectangle 23">
            <a:extLst>
              <a:ext uri="{FF2B5EF4-FFF2-40B4-BE49-F238E27FC236}">
                <a16:creationId xmlns:a16="http://schemas.microsoft.com/office/drawing/2014/main" id="{F005C2CE-FCF9-4762-83F9-B62FE5E399FF}"/>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Rules make answer behavior repeatable.</a:t>
            </a:r>
          </a:p>
        </p:txBody>
      </p:sp>
      <p:sp>
        <p:nvSpPr>
          <p:cNvPr id="26" name="Oval 25">
            <a:extLst>
              <a:ext uri="{FF2B5EF4-FFF2-40B4-BE49-F238E27FC236}">
                <a16:creationId xmlns:a16="http://schemas.microsoft.com/office/drawing/2014/main" id="{8055AA38-082E-4258-96DF-1383E0B513D7}"/>
              </a:ext>
            </a:extLst>
          </p:cNvPr>
          <p:cNvSpPr>
            <a:spLocks noGrp="1"/>
          </p:cNvSpPr>
          <p:nvPr/>
        </p:nvSpPr>
        <p:spPr>
          <a:xfrm>
            <a:off x="1102614" y="2712339"/>
            <a:ext cx="400050" cy="400050"/>
          </a:xfrm>
          <a:prstGeom prst="ellipse">
            <a:avLst/>
          </a:prstGeom>
          <a:solidFill>
            <a:srgbClr val="22C55E"/>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1190625" y="2800350"/>
            <a:ext cx="224028" cy="224028"/>
          </a:xfrm>
          <a:prstGeom prst="rect">
            <a:avLst/>
          </a:prstGeom>
        </p:spPr>
      </p:pic>
      <p:sp>
        <p:nvSpPr>
          <p:cNvPr id="28" name="Oval 27">
            <a:extLst>
              <a:ext uri="{FF2B5EF4-FFF2-40B4-BE49-F238E27FC236}">
                <a16:creationId xmlns:a16="http://schemas.microsoft.com/office/drawing/2014/main" id="{C998EFA4-660D-4DB0-8FDA-04B9E3979969}"/>
              </a:ext>
            </a:extLst>
          </p:cNvPr>
          <p:cNvSpPr>
            <a:spLocks noGrp="1"/>
          </p:cNvSpPr>
          <p:nvPr/>
        </p:nvSpPr>
        <p:spPr>
          <a:xfrm>
            <a:off x="3579114" y="2712339"/>
            <a:ext cx="400050" cy="400050"/>
          </a:xfrm>
          <a:prstGeom prst="ellipse">
            <a:avLst/>
          </a:prstGeom>
          <a:solidFill>
            <a:srgbClr val="38BDF8"/>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3667125" y="2800350"/>
            <a:ext cx="224028" cy="224028"/>
          </a:xfrm>
          <a:prstGeom prst="rect">
            <a:avLst/>
          </a:prstGeom>
        </p:spPr>
      </p:pic>
      <p:sp>
        <p:nvSpPr>
          <p:cNvPr id="30" name="Oval 29">
            <a:extLst>
              <a:ext uri="{FF2B5EF4-FFF2-40B4-BE49-F238E27FC236}">
                <a16:creationId xmlns:a16="http://schemas.microsoft.com/office/drawing/2014/main" id="{B1A0594F-AC97-476B-B719-0FE781FF4533}"/>
              </a:ext>
            </a:extLst>
          </p:cNvPr>
          <p:cNvSpPr>
            <a:spLocks noGrp="1"/>
          </p:cNvSpPr>
          <p:nvPr/>
        </p:nvSpPr>
        <p:spPr>
          <a:xfrm>
            <a:off x="6055614" y="2712339"/>
            <a:ext cx="400050" cy="400050"/>
          </a:xfrm>
          <a:prstGeom prst="ellipse">
            <a:avLst/>
          </a:prstGeom>
          <a:solidFill>
            <a:srgbClr val="05D6A4"/>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5"/>
              </a:ext>
            </a:extLst>
          </a:blip>
          <a:stretch/>
        </p:blipFill>
        <p:spPr>
          <a:xfrm>
            <a:off x="6143625" y="2800350"/>
            <a:ext cx="224028" cy="224028"/>
          </a:xfrm>
          <a:prstGeom prst="rect">
            <a:avLst/>
          </a:prstGeom>
        </p:spPr>
      </p:pic>
      <p:sp>
        <p:nvSpPr>
          <p:cNvPr id="32" name="Oval 31">
            <a:extLst>
              <a:ext uri="{FF2B5EF4-FFF2-40B4-BE49-F238E27FC236}">
                <a16:creationId xmlns:a16="http://schemas.microsoft.com/office/drawing/2014/main" id="{3B28E72D-358B-4E45-86C7-0A35FAE82F02}"/>
              </a:ext>
            </a:extLst>
          </p:cNvPr>
          <p:cNvSpPr>
            <a:spLocks noGrp="1"/>
          </p:cNvSpPr>
          <p:nvPr/>
        </p:nvSpPr>
        <p:spPr>
          <a:xfrm>
            <a:off x="8532114" y="2712339"/>
            <a:ext cx="400050" cy="400050"/>
          </a:xfrm>
          <a:prstGeom prst="ellipse">
            <a:avLst/>
          </a:prstGeom>
          <a:solidFill>
            <a:srgbClr val="05D6A4"/>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5"/>
              </a:ext>
            </a:extLst>
          </a:blip>
          <a:stretch/>
        </p:blipFill>
        <p:spPr>
          <a:xfrm>
            <a:off x="8620125" y="2800350"/>
            <a:ext cx="224028" cy="224028"/>
          </a:xfrm>
          <a:prstGeom prst="rect">
            <a:avLst/>
          </a:prstGeom>
        </p:spPr>
      </p:pic>
      <p:pic>
        <p:nvPicPr>
          <p:cNvPr id="29" name="Picture 28">
            <a:extLst>
              <a:ext uri="{FF2B5EF4-FFF2-40B4-BE49-F238E27FC236}">
                <a16:creationId xmlns:a16="http://schemas.microsoft.com/office/drawing/2014/main" id="{00C1B1EE-FDEE-DE56-43FA-08BFF88CDF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3808419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7F2B874-7D11-4E0A-BCAF-9CE6FA74360D}"/>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EVALUATION</a:t>
            </a:r>
          </a:p>
        </p:txBody>
      </p:sp>
      <p:sp>
        <p:nvSpPr>
          <p:cNvPr id="2" name="Rectangle 1">
            <a:extLst>
              <a:ext uri="{FF2B5EF4-FFF2-40B4-BE49-F238E27FC236}">
                <a16:creationId xmlns:a16="http://schemas.microsoft.com/office/drawing/2014/main" id="{3AA65634-9645-49BF-AF76-4C4F1EAD9F93}"/>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Evaluation questions test the system</a:t>
            </a:r>
          </a:p>
        </p:txBody>
      </p:sp>
      <p:sp>
        <p:nvSpPr>
          <p:cNvPr id="3" name="Rectangle 2">
            <a:extLst>
              <a:ext uri="{FF2B5EF4-FFF2-40B4-BE49-F238E27FC236}">
                <a16:creationId xmlns:a16="http://schemas.microsoft.com/office/drawing/2014/main" id="{5833E620-BAED-4DA4-AA2B-C2C74552BF50}"/>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3EAC3FC4-AA0C-49ED-8B8A-17B0583F9F36}"/>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33</a:t>
            </a:r>
          </a:p>
        </p:txBody>
      </p:sp>
      <p:sp>
        <p:nvSpPr>
          <p:cNvPr id="5" name="Rectangle 4">
            <a:extLst>
              <a:ext uri="{FF2B5EF4-FFF2-40B4-BE49-F238E27FC236}">
                <a16:creationId xmlns:a16="http://schemas.microsoft.com/office/drawing/2014/main" id="{B39EED6F-ADA4-485F-AAE5-487E702A7B2B}"/>
              </a:ext>
            </a:extLst>
          </p:cNvPr>
          <p:cNvSpPr>
            <a:spLocks noGrp="1"/>
          </p:cNvSpPr>
          <p:nvPr/>
        </p:nvSpPr>
        <p:spPr>
          <a:xfrm>
            <a:off x="685800" y="1428750"/>
            <a:ext cx="8572500" cy="876300"/>
          </a:xfrm>
          <a:prstGeom prst="rect">
            <a:avLst/>
          </a:prstGeom>
          <a:noFill/>
          <a:ln w="0">
            <a:noFill/>
            <a:prstDash val="solid"/>
          </a:ln>
        </p:spPr>
        <p:txBody>
          <a:bodyPr/>
          <a:lstStyle/>
          <a:p>
            <a:pPr algn="l">
              <a:buNone/>
              <a:defRPr sz="1875" b="0">
                <a:solidFill>
                  <a:srgbClr val="A8B6C7"/>
                </a:solidFill>
              </a:defRPr>
            </a:pPr>
            <a:r>
              <a:rPr sz="2000" b="0">
                <a:solidFill>
                  <a:srgbClr val="A8B6C7"/>
                </a:solidFill>
              </a:rPr>
              <a:t>A second brain needs questions with known sources, expected answers, </a:t>
            </a:r>
          </a:p>
          <a:p>
            <a:pPr algn="l">
              <a:buNone/>
              <a:defRPr sz="1875" b="0">
                <a:solidFill>
                  <a:srgbClr val="A8B6C7"/>
                </a:solidFill>
              </a:defRPr>
            </a:pPr>
            <a:r>
              <a:rPr sz="2000" b="0">
                <a:solidFill>
                  <a:srgbClr val="A8B6C7"/>
                </a:solidFill>
              </a:rPr>
              <a:t>and failure signals.</a:t>
            </a:r>
          </a:p>
        </p:txBody>
      </p:sp>
      <p:sp>
        <p:nvSpPr>
          <p:cNvPr id="6" name="Rectangle: Rounded Corners 5">
            <a:extLst>
              <a:ext uri="{FF2B5EF4-FFF2-40B4-BE49-F238E27FC236}">
                <a16:creationId xmlns:a16="http://schemas.microsoft.com/office/drawing/2014/main" id="{477B6B8C-7430-4089-B4E7-375BE796593C}"/>
              </a:ext>
            </a:extLst>
          </p:cNvPr>
          <p:cNvSpPr>
            <a:spLocks noGrp="1"/>
          </p:cNvSpPr>
          <p:nvPr/>
        </p:nvSpPr>
        <p:spPr>
          <a:xfrm>
            <a:off x="914400" y="2514600"/>
            <a:ext cx="2457450" cy="2443162"/>
          </a:xfrm>
          <a:prstGeom prst="roundRect">
            <a:avLst>
              <a:gd name="adj" fmla="val 4651"/>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66B4A7B9-172F-4B43-9849-68037E194B32}"/>
              </a:ext>
            </a:extLst>
          </p:cNvPr>
          <p:cNvSpPr>
            <a:spLocks noGrp="1"/>
          </p:cNvSpPr>
          <p:nvPr/>
        </p:nvSpPr>
        <p:spPr>
          <a:xfrm>
            <a:off x="1123950" y="2743200"/>
            <a:ext cx="2038350" cy="552450"/>
          </a:xfrm>
          <a:prstGeom prst="rect">
            <a:avLst/>
          </a:prstGeom>
          <a:noFill/>
          <a:ln w="0">
            <a:noFill/>
            <a:prstDash val="solid"/>
          </a:ln>
        </p:spPr>
        <p:txBody>
          <a:bodyPr/>
          <a:lstStyle/>
          <a:p>
            <a:pPr algn="ctr">
              <a:buNone/>
              <a:defRPr sz="1950" b="1">
                <a:solidFill>
                  <a:srgbClr val="F8FAFC"/>
                </a:solidFill>
              </a:defRPr>
            </a:pPr>
            <a:r>
              <a:rPr sz="1950" b="1">
                <a:solidFill>
                  <a:srgbClr val="F8FAFC"/>
                </a:solidFill>
              </a:rPr>
              <a:t>Normal</a:t>
            </a:r>
          </a:p>
        </p:txBody>
      </p:sp>
      <p:sp>
        <p:nvSpPr>
          <p:cNvPr id="8" name="Rectangle 7">
            <a:extLst>
              <a:ext uri="{FF2B5EF4-FFF2-40B4-BE49-F238E27FC236}">
                <a16:creationId xmlns:a16="http://schemas.microsoft.com/office/drawing/2014/main" id="{6234F3E0-134B-4F94-88F6-E17FF884A3A1}"/>
              </a:ext>
            </a:extLst>
          </p:cNvPr>
          <p:cNvSpPr>
            <a:spLocks noGrp="1"/>
          </p:cNvSpPr>
          <p:nvPr/>
        </p:nvSpPr>
        <p:spPr>
          <a:xfrm>
            <a:off x="1143000" y="3543300"/>
            <a:ext cx="2000250" cy="16573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A common question with a known answer.</a:t>
            </a:r>
          </a:p>
        </p:txBody>
      </p:sp>
      <p:sp>
        <p:nvSpPr>
          <p:cNvPr id="9" name="Rectangle: Rounded Corners 8">
            <a:extLst>
              <a:ext uri="{FF2B5EF4-FFF2-40B4-BE49-F238E27FC236}">
                <a16:creationId xmlns:a16="http://schemas.microsoft.com/office/drawing/2014/main" id="{393D2EA1-3E66-4043-B9B1-D25FB25A7A25}"/>
              </a:ext>
            </a:extLst>
          </p:cNvPr>
          <p:cNvSpPr>
            <a:spLocks noGrp="1"/>
          </p:cNvSpPr>
          <p:nvPr/>
        </p:nvSpPr>
        <p:spPr>
          <a:xfrm>
            <a:off x="3486150" y="2514600"/>
            <a:ext cx="2457450" cy="2443162"/>
          </a:xfrm>
          <a:prstGeom prst="roundRect">
            <a:avLst>
              <a:gd name="adj" fmla="val 4651"/>
            </a:avLst>
          </a:prstGeom>
          <a:solidFill>
            <a:srgbClr val="10243A"/>
          </a:solidFill>
          <a:ln w="11430">
            <a:solidFill>
              <a:srgbClr val="38BDF8"/>
            </a:solidFill>
            <a:prstDash val="solid"/>
          </a:ln>
        </p:spPr>
        <p:txBody>
          <a:bodyPr/>
          <a:lstStyle/>
          <a:p>
            <a:endParaRPr/>
          </a:p>
        </p:txBody>
      </p:sp>
      <p:sp>
        <p:nvSpPr>
          <p:cNvPr id="10" name="Rectangle 9">
            <a:extLst>
              <a:ext uri="{FF2B5EF4-FFF2-40B4-BE49-F238E27FC236}">
                <a16:creationId xmlns:a16="http://schemas.microsoft.com/office/drawing/2014/main" id="{C56BA461-48AE-4A22-9975-C328C36CD726}"/>
              </a:ext>
            </a:extLst>
          </p:cNvPr>
          <p:cNvSpPr>
            <a:spLocks noGrp="1"/>
          </p:cNvSpPr>
          <p:nvPr/>
        </p:nvSpPr>
        <p:spPr>
          <a:xfrm>
            <a:off x="3695700" y="2743200"/>
            <a:ext cx="2038350" cy="552450"/>
          </a:xfrm>
          <a:prstGeom prst="rect">
            <a:avLst/>
          </a:prstGeom>
          <a:noFill/>
          <a:ln w="0">
            <a:noFill/>
            <a:prstDash val="solid"/>
          </a:ln>
        </p:spPr>
        <p:txBody>
          <a:bodyPr/>
          <a:lstStyle/>
          <a:p>
            <a:pPr algn="ctr">
              <a:buNone/>
              <a:defRPr sz="1950" b="1">
                <a:solidFill>
                  <a:srgbClr val="F8FAFC"/>
                </a:solidFill>
              </a:defRPr>
            </a:pPr>
            <a:r>
              <a:rPr sz="1950" b="1">
                <a:solidFill>
                  <a:srgbClr val="F8FAFC"/>
                </a:solidFill>
              </a:rPr>
              <a:t>Edge case</a:t>
            </a:r>
          </a:p>
        </p:txBody>
      </p:sp>
      <p:sp>
        <p:nvSpPr>
          <p:cNvPr id="11" name="Rectangle 10">
            <a:extLst>
              <a:ext uri="{FF2B5EF4-FFF2-40B4-BE49-F238E27FC236}">
                <a16:creationId xmlns:a16="http://schemas.microsoft.com/office/drawing/2014/main" id="{6782E674-8C82-4C67-80A1-DBC47B168FD0}"/>
              </a:ext>
            </a:extLst>
          </p:cNvPr>
          <p:cNvSpPr>
            <a:spLocks noGrp="1"/>
          </p:cNvSpPr>
          <p:nvPr/>
        </p:nvSpPr>
        <p:spPr>
          <a:xfrm>
            <a:off x="3714750" y="3543300"/>
            <a:ext cx="2000250" cy="16573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A question that requires careful conditions.</a:t>
            </a:r>
          </a:p>
        </p:txBody>
      </p:sp>
      <p:sp>
        <p:nvSpPr>
          <p:cNvPr id="12" name="Rectangle: Rounded Corners 11">
            <a:extLst>
              <a:ext uri="{FF2B5EF4-FFF2-40B4-BE49-F238E27FC236}">
                <a16:creationId xmlns:a16="http://schemas.microsoft.com/office/drawing/2014/main" id="{505AC3F9-94D1-4D75-A418-E9467A3ABBF2}"/>
              </a:ext>
            </a:extLst>
          </p:cNvPr>
          <p:cNvSpPr>
            <a:spLocks noGrp="1"/>
          </p:cNvSpPr>
          <p:nvPr/>
        </p:nvSpPr>
        <p:spPr>
          <a:xfrm>
            <a:off x="6057900" y="2514600"/>
            <a:ext cx="2457450" cy="2443162"/>
          </a:xfrm>
          <a:prstGeom prst="roundRect">
            <a:avLst>
              <a:gd name="adj" fmla="val 4651"/>
            </a:avLst>
          </a:prstGeom>
          <a:solidFill>
            <a:srgbClr val="10243A"/>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8A414D78-4997-4ECD-96A8-E9C64A5EC5F7}"/>
              </a:ext>
            </a:extLst>
          </p:cNvPr>
          <p:cNvSpPr>
            <a:spLocks noGrp="1"/>
          </p:cNvSpPr>
          <p:nvPr/>
        </p:nvSpPr>
        <p:spPr>
          <a:xfrm>
            <a:off x="6267450" y="2743200"/>
            <a:ext cx="2038350" cy="552450"/>
          </a:xfrm>
          <a:prstGeom prst="rect">
            <a:avLst/>
          </a:prstGeom>
          <a:noFill/>
          <a:ln w="0">
            <a:noFill/>
            <a:prstDash val="solid"/>
          </a:ln>
        </p:spPr>
        <p:txBody>
          <a:bodyPr/>
          <a:lstStyle/>
          <a:p>
            <a:pPr algn="ctr">
              <a:buNone/>
              <a:defRPr sz="1950" b="1">
                <a:solidFill>
                  <a:srgbClr val="F8FAFC"/>
                </a:solidFill>
              </a:defRPr>
            </a:pPr>
            <a:r>
              <a:rPr sz="1950" b="1">
                <a:solidFill>
                  <a:srgbClr val="F8FAFC"/>
                </a:solidFill>
              </a:rPr>
              <a:t>Restricted</a:t>
            </a:r>
          </a:p>
        </p:txBody>
      </p:sp>
      <p:sp>
        <p:nvSpPr>
          <p:cNvPr id="14" name="Rectangle 13">
            <a:extLst>
              <a:ext uri="{FF2B5EF4-FFF2-40B4-BE49-F238E27FC236}">
                <a16:creationId xmlns:a16="http://schemas.microsoft.com/office/drawing/2014/main" id="{D054B40F-124A-42D3-99DF-B284157F22D0}"/>
              </a:ext>
            </a:extLst>
          </p:cNvPr>
          <p:cNvSpPr>
            <a:spLocks noGrp="1"/>
          </p:cNvSpPr>
          <p:nvPr/>
        </p:nvSpPr>
        <p:spPr>
          <a:xfrm>
            <a:off x="6286500" y="3543300"/>
            <a:ext cx="2000250" cy="16573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A question that should not be answered.</a:t>
            </a:r>
          </a:p>
        </p:txBody>
      </p:sp>
      <p:sp>
        <p:nvSpPr>
          <p:cNvPr id="15" name="Rectangle: Rounded Corners 14">
            <a:extLst>
              <a:ext uri="{FF2B5EF4-FFF2-40B4-BE49-F238E27FC236}">
                <a16:creationId xmlns:a16="http://schemas.microsoft.com/office/drawing/2014/main" id="{3B0FBB37-15AC-4599-AFD8-9ED1F4F5BA76}"/>
              </a:ext>
            </a:extLst>
          </p:cNvPr>
          <p:cNvSpPr>
            <a:spLocks noGrp="1"/>
          </p:cNvSpPr>
          <p:nvPr/>
        </p:nvSpPr>
        <p:spPr>
          <a:xfrm>
            <a:off x="8629650" y="2514600"/>
            <a:ext cx="2457450" cy="2438401"/>
          </a:xfrm>
          <a:prstGeom prst="roundRect">
            <a:avLst>
              <a:gd name="adj" fmla="val 4651"/>
            </a:avLst>
          </a:prstGeom>
          <a:solidFill>
            <a:srgbClr val="10243A"/>
          </a:solidFill>
          <a:ln w="11430">
            <a:solidFill>
              <a:srgbClr val="22C55E"/>
            </a:solidFill>
            <a:prstDash val="solid"/>
          </a:ln>
        </p:spPr>
        <p:txBody>
          <a:bodyPr/>
          <a:lstStyle/>
          <a:p>
            <a:endParaRPr/>
          </a:p>
        </p:txBody>
      </p:sp>
      <p:sp>
        <p:nvSpPr>
          <p:cNvPr id="16" name="Rectangle 15">
            <a:extLst>
              <a:ext uri="{FF2B5EF4-FFF2-40B4-BE49-F238E27FC236}">
                <a16:creationId xmlns:a16="http://schemas.microsoft.com/office/drawing/2014/main" id="{5C47B999-AEB5-42EA-85B4-972E12F20CF5}"/>
              </a:ext>
            </a:extLst>
          </p:cNvPr>
          <p:cNvSpPr>
            <a:spLocks noGrp="1"/>
          </p:cNvSpPr>
          <p:nvPr/>
        </p:nvSpPr>
        <p:spPr>
          <a:xfrm>
            <a:off x="8839200" y="2743200"/>
            <a:ext cx="2038350" cy="552450"/>
          </a:xfrm>
          <a:prstGeom prst="rect">
            <a:avLst/>
          </a:prstGeom>
          <a:noFill/>
          <a:ln w="0">
            <a:noFill/>
            <a:prstDash val="solid"/>
          </a:ln>
        </p:spPr>
        <p:txBody>
          <a:bodyPr/>
          <a:lstStyle/>
          <a:p>
            <a:pPr algn="ctr">
              <a:buNone/>
              <a:defRPr sz="1950" b="1">
                <a:solidFill>
                  <a:srgbClr val="F8FAFC"/>
                </a:solidFill>
              </a:defRPr>
            </a:pPr>
            <a:r>
              <a:rPr sz="1950" b="1">
                <a:solidFill>
                  <a:srgbClr val="F8FAFC"/>
                </a:solidFill>
              </a:rPr>
              <a:t>Stale source</a:t>
            </a:r>
          </a:p>
        </p:txBody>
      </p:sp>
      <p:sp>
        <p:nvSpPr>
          <p:cNvPr id="17" name="Rectangle 16">
            <a:extLst>
              <a:ext uri="{FF2B5EF4-FFF2-40B4-BE49-F238E27FC236}">
                <a16:creationId xmlns:a16="http://schemas.microsoft.com/office/drawing/2014/main" id="{330292E7-E9BD-4889-BEB3-600784A618D5}"/>
              </a:ext>
            </a:extLst>
          </p:cNvPr>
          <p:cNvSpPr>
            <a:spLocks noGrp="1"/>
          </p:cNvSpPr>
          <p:nvPr/>
        </p:nvSpPr>
        <p:spPr>
          <a:xfrm>
            <a:off x="8858250" y="3543300"/>
            <a:ext cx="2000250" cy="16573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A question that exposes old evidence.</a:t>
            </a:r>
          </a:p>
        </p:txBody>
      </p:sp>
      <p:sp>
        <p:nvSpPr>
          <p:cNvPr id="18" name="Rectangle: Rounded Corners 17">
            <a:extLst>
              <a:ext uri="{FF2B5EF4-FFF2-40B4-BE49-F238E27FC236}">
                <a16:creationId xmlns:a16="http://schemas.microsoft.com/office/drawing/2014/main" id="{052C4662-595E-4BCF-BB77-2EA780D13CE8}"/>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5BFFBD88-6D17-48F3-962D-4BA620B723BB}"/>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DECISION</a:t>
            </a:r>
          </a:p>
        </p:txBody>
      </p:sp>
      <p:sp>
        <p:nvSpPr>
          <p:cNvPr id="20" name="Rectangle 19">
            <a:extLst>
              <a:ext uri="{FF2B5EF4-FFF2-40B4-BE49-F238E27FC236}">
                <a16:creationId xmlns:a16="http://schemas.microsoft.com/office/drawing/2014/main" id="{4D713B4E-C29E-4AAF-B60E-51ACD45EA446}"/>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If you cannot test it, you cannot trust it.</a:t>
            </a:r>
          </a:p>
        </p:txBody>
      </p:sp>
      <p:sp>
        <p:nvSpPr>
          <p:cNvPr id="22" name="Oval 21">
            <a:extLst>
              <a:ext uri="{FF2B5EF4-FFF2-40B4-BE49-F238E27FC236}">
                <a16:creationId xmlns:a16="http://schemas.microsoft.com/office/drawing/2014/main" id="{3D6BB5C7-71FD-4566-A55D-33C8C09F7084}"/>
              </a:ext>
            </a:extLst>
          </p:cNvPr>
          <p:cNvSpPr>
            <a:spLocks noGrp="1"/>
          </p:cNvSpPr>
          <p:nvPr/>
        </p:nvSpPr>
        <p:spPr>
          <a:xfrm>
            <a:off x="876300" y="2395538"/>
            <a:ext cx="400050" cy="400050"/>
          </a:xfrm>
          <a:prstGeom prst="ellipse">
            <a:avLst/>
          </a:prstGeom>
          <a:solidFill>
            <a:srgbClr val="22C55E"/>
          </a:solidFill>
          <a:ln w="9525">
            <a:solidFill>
              <a:srgbClr val="0B1A2A"/>
            </a:solidFill>
            <a:prstDash val="solid"/>
          </a:ln>
        </p:spPr>
        <p:txBody>
          <a:bodyPr/>
          <a:lstStyle/>
          <a:p>
            <a:endParaRPr lang="en-SG"/>
          </a:p>
        </p:txBody>
      </p:sp>
      <p:pic>
        <p:nvPicPr>
          <p:cNvPr id="51" name="Graphic 50"/>
          <p:cNvPicPr>
            <a:picLocks noChangeAspect="1"/>
          </p:cNvPicPr>
          <p:nvPr/>
        </p:nvPicPr>
        <p:blipFill>
          <a:blip>
            <a:extLst>
              <a:ext uri="{96DAC541-7B7A-43D3-8B79-37D633B846F1}">
                <asvg:svgBlip xmlns:asvg="http://schemas.microsoft.com/office/drawing/2016/SVG/main" r:embed="rId3"/>
              </a:ext>
            </a:extLst>
          </a:blip>
          <a:stretch/>
        </p:blipFill>
        <p:spPr>
          <a:xfrm>
            <a:off x="964311" y="2483549"/>
            <a:ext cx="224028" cy="224028"/>
          </a:xfrm>
          <a:prstGeom prst="rect">
            <a:avLst/>
          </a:prstGeom>
        </p:spPr>
      </p:pic>
      <p:sp>
        <p:nvSpPr>
          <p:cNvPr id="24" name="Oval 23">
            <a:extLst>
              <a:ext uri="{FF2B5EF4-FFF2-40B4-BE49-F238E27FC236}">
                <a16:creationId xmlns:a16="http://schemas.microsoft.com/office/drawing/2014/main" id="{87FD26E6-31A3-4CE8-AD5B-49EFF3BEE284}"/>
              </a:ext>
            </a:extLst>
          </p:cNvPr>
          <p:cNvSpPr>
            <a:spLocks noGrp="1"/>
          </p:cNvSpPr>
          <p:nvPr/>
        </p:nvSpPr>
        <p:spPr>
          <a:xfrm>
            <a:off x="3448050" y="2395538"/>
            <a:ext cx="400050" cy="400050"/>
          </a:xfrm>
          <a:prstGeom prst="ellipse">
            <a:avLst/>
          </a:prstGeom>
          <a:solidFill>
            <a:srgbClr val="22C55E"/>
          </a:solidFill>
          <a:ln w="9525">
            <a:solidFill>
              <a:srgbClr val="0B1A2A"/>
            </a:solidFill>
            <a:prstDash val="solid"/>
          </a:ln>
        </p:spPr>
        <p:txBody>
          <a:bodyPr/>
          <a:lstStyle/>
          <a:p>
            <a:endParaRPr lang="en-SG"/>
          </a:p>
        </p:txBody>
      </p:sp>
      <p:pic>
        <p:nvPicPr>
          <p:cNvPr id="53" name="Graphic 52"/>
          <p:cNvPicPr>
            <a:picLocks noChangeAspect="1"/>
          </p:cNvPicPr>
          <p:nvPr/>
        </p:nvPicPr>
        <p:blipFill>
          <a:blip>
            <a:extLst>
              <a:ext uri="{96DAC541-7B7A-43D3-8B79-37D633B846F1}">
                <asvg:svgBlip xmlns:asvg="http://schemas.microsoft.com/office/drawing/2016/SVG/main" r:embed="rId3"/>
              </a:ext>
            </a:extLst>
          </a:blip>
          <a:stretch/>
        </p:blipFill>
        <p:spPr>
          <a:xfrm>
            <a:off x="3536061" y="2483549"/>
            <a:ext cx="224028" cy="224028"/>
          </a:xfrm>
          <a:prstGeom prst="rect">
            <a:avLst/>
          </a:prstGeom>
        </p:spPr>
      </p:pic>
      <p:sp>
        <p:nvSpPr>
          <p:cNvPr id="26" name="Oval 25">
            <a:extLst>
              <a:ext uri="{FF2B5EF4-FFF2-40B4-BE49-F238E27FC236}">
                <a16:creationId xmlns:a16="http://schemas.microsoft.com/office/drawing/2014/main" id="{6920464E-54B5-4245-8C27-F7BB5DF91B2C}"/>
              </a:ext>
            </a:extLst>
          </p:cNvPr>
          <p:cNvSpPr>
            <a:spLocks noGrp="1"/>
          </p:cNvSpPr>
          <p:nvPr/>
        </p:nvSpPr>
        <p:spPr>
          <a:xfrm>
            <a:off x="6019800" y="2395538"/>
            <a:ext cx="400050" cy="400050"/>
          </a:xfrm>
          <a:prstGeom prst="ellipse">
            <a:avLst/>
          </a:prstGeom>
          <a:solidFill>
            <a:srgbClr val="A78BFA"/>
          </a:solidFill>
          <a:ln w="9525">
            <a:solidFill>
              <a:srgbClr val="0B1A2A"/>
            </a:solidFill>
            <a:prstDash val="solid"/>
          </a:ln>
        </p:spPr>
        <p:txBody>
          <a:bodyPr/>
          <a:lstStyle/>
          <a:p>
            <a:endParaRPr lang="en-SG"/>
          </a:p>
        </p:txBody>
      </p:sp>
      <p:pic>
        <p:nvPicPr>
          <p:cNvPr id="55" name="Graphic 54"/>
          <p:cNvPicPr>
            <a:picLocks noChangeAspect="1"/>
          </p:cNvPicPr>
          <p:nvPr/>
        </p:nvPicPr>
        <p:blipFill>
          <a:blip>
            <a:extLst>
              <a:ext uri="{96DAC541-7B7A-43D3-8B79-37D633B846F1}">
                <asvg:svgBlip xmlns:asvg="http://schemas.microsoft.com/office/drawing/2016/SVG/main" r:embed="rId4"/>
              </a:ext>
            </a:extLst>
          </a:blip>
          <a:stretch/>
        </p:blipFill>
        <p:spPr>
          <a:xfrm>
            <a:off x="6107811" y="2483549"/>
            <a:ext cx="224028" cy="224028"/>
          </a:xfrm>
          <a:prstGeom prst="rect">
            <a:avLst/>
          </a:prstGeom>
        </p:spPr>
      </p:pic>
      <p:sp>
        <p:nvSpPr>
          <p:cNvPr id="28" name="Oval 27">
            <a:extLst>
              <a:ext uri="{FF2B5EF4-FFF2-40B4-BE49-F238E27FC236}">
                <a16:creationId xmlns:a16="http://schemas.microsoft.com/office/drawing/2014/main" id="{A48448E2-DCC1-4AE0-85AD-BA40D841E002}"/>
              </a:ext>
            </a:extLst>
          </p:cNvPr>
          <p:cNvSpPr>
            <a:spLocks noGrp="1"/>
          </p:cNvSpPr>
          <p:nvPr/>
        </p:nvSpPr>
        <p:spPr>
          <a:xfrm>
            <a:off x="8591550" y="2395538"/>
            <a:ext cx="400050" cy="400050"/>
          </a:xfrm>
          <a:prstGeom prst="ellipse">
            <a:avLst/>
          </a:prstGeom>
          <a:solidFill>
            <a:srgbClr val="38BDF8"/>
          </a:solidFill>
          <a:ln w="9525">
            <a:solidFill>
              <a:srgbClr val="0B1A2A"/>
            </a:solidFill>
            <a:prstDash val="solid"/>
          </a:ln>
        </p:spPr>
        <p:txBody>
          <a:bodyPr/>
          <a:lstStyle/>
          <a:p>
            <a:endParaRPr lang="en-SG"/>
          </a:p>
        </p:txBody>
      </p:sp>
      <p:pic>
        <p:nvPicPr>
          <p:cNvPr id="57" name="Graphic 56"/>
          <p:cNvPicPr>
            <a:picLocks noChangeAspect="1"/>
          </p:cNvPicPr>
          <p:nvPr/>
        </p:nvPicPr>
        <p:blipFill>
          <a:blip>
            <a:extLst>
              <a:ext uri="{96DAC541-7B7A-43D3-8B79-37D633B846F1}">
                <asvg:svgBlip xmlns:asvg="http://schemas.microsoft.com/office/drawing/2016/SVG/main" r:embed="rId5"/>
              </a:ext>
            </a:extLst>
          </a:blip>
          <a:stretch/>
        </p:blipFill>
        <p:spPr>
          <a:xfrm>
            <a:off x="8679561" y="2483549"/>
            <a:ext cx="224028" cy="224028"/>
          </a:xfrm>
          <a:prstGeom prst="rect">
            <a:avLst/>
          </a:prstGeom>
        </p:spPr>
      </p:pic>
    </p:spTree>
    <p:extLst>
      <p:ext uri="{BB962C8B-B14F-4D97-AF65-F5344CB8AC3E}">
        <p14:creationId xmlns:p14="http://schemas.microsoft.com/office/powerpoint/2010/main" val="1606979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3E6E4F8-7CE6-44CC-977D-D29F7DDFC20A}"/>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WORKED EXAMPLE</a:t>
            </a:r>
          </a:p>
        </p:txBody>
      </p:sp>
      <p:sp>
        <p:nvSpPr>
          <p:cNvPr id="2" name="Rectangle 1">
            <a:extLst>
              <a:ext uri="{FF2B5EF4-FFF2-40B4-BE49-F238E27FC236}">
                <a16:creationId xmlns:a16="http://schemas.microsoft.com/office/drawing/2014/main" id="{F397243D-E234-4920-AB3D-04220F147C94}"/>
              </a:ext>
            </a:extLst>
          </p:cNvPr>
          <p:cNvSpPr>
            <a:spLocks noGrp="1"/>
          </p:cNvSpPr>
          <p:nvPr/>
        </p:nvSpPr>
        <p:spPr>
          <a:xfrm>
            <a:off x="685799" y="838200"/>
            <a:ext cx="10583883"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A good evaluation question has a failure signal</a:t>
            </a:r>
          </a:p>
        </p:txBody>
      </p:sp>
      <p:sp>
        <p:nvSpPr>
          <p:cNvPr id="3" name="Rectangle 2">
            <a:extLst>
              <a:ext uri="{FF2B5EF4-FFF2-40B4-BE49-F238E27FC236}">
                <a16:creationId xmlns:a16="http://schemas.microsoft.com/office/drawing/2014/main" id="{6B6E9EE0-BEE2-41B4-B825-E0DF2ECBF4BF}"/>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55B71232-8631-4C96-83D5-2D4931EF39BD}"/>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34</a:t>
            </a:r>
          </a:p>
        </p:txBody>
      </p:sp>
      <p:sp>
        <p:nvSpPr>
          <p:cNvPr id="5" name="Rectangle 4">
            <a:extLst>
              <a:ext uri="{FF2B5EF4-FFF2-40B4-BE49-F238E27FC236}">
                <a16:creationId xmlns:a16="http://schemas.microsoft.com/office/drawing/2014/main" id="{3BDF77AC-CE1D-4F4E-A6AD-238764CC2EE7}"/>
              </a:ext>
            </a:extLst>
          </p:cNvPr>
          <p:cNvSpPr>
            <a:spLocks noGrp="1"/>
          </p:cNvSpPr>
          <p:nvPr/>
        </p:nvSpPr>
        <p:spPr>
          <a:xfrm>
            <a:off x="685799" y="1504950"/>
            <a:ext cx="8572500" cy="876300"/>
          </a:xfrm>
          <a:prstGeom prst="rect">
            <a:avLst/>
          </a:prstGeom>
          <a:noFill/>
          <a:ln w="0">
            <a:noFill/>
            <a:prstDash val="solid"/>
          </a:ln>
        </p:spPr>
        <p:txBody>
          <a:bodyPr/>
          <a:lstStyle/>
          <a:p>
            <a:pPr algn="l">
              <a:buNone/>
              <a:defRPr sz="1875" b="0">
                <a:solidFill>
                  <a:srgbClr val="A8B6C7"/>
                </a:solidFill>
              </a:defRPr>
            </a:pPr>
            <a:r>
              <a:rPr sz="2000" b="0">
                <a:solidFill>
                  <a:srgbClr val="A8B6C7"/>
                </a:solidFill>
              </a:rPr>
              <a:t>The test should tell reviewers what a correct answer must include and what would count as failure.</a:t>
            </a:r>
          </a:p>
        </p:txBody>
      </p:sp>
      <p:sp>
        <p:nvSpPr>
          <p:cNvPr id="6" name="Rectangle: Rounded Corners 5">
            <a:extLst>
              <a:ext uri="{FF2B5EF4-FFF2-40B4-BE49-F238E27FC236}">
                <a16:creationId xmlns:a16="http://schemas.microsoft.com/office/drawing/2014/main" id="{F63DBFA5-B29E-4195-9F27-35E02F524293}"/>
              </a:ext>
            </a:extLst>
          </p:cNvPr>
          <p:cNvSpPr>
            <a:spLocks noGrp="1"/>
          </p:cNvSpPr>
          <p:nvPr/>
        </p:nvSpPr>
        <p:spPr>
          <a:xfrm>
            <a:off x="952500" y="2598801"/>
            <a:ext cx="2457450" cy="2362200"/>
          </a:xfrm>
          <a:prstGeom prst="roundRect">
            <a:avLst>
              <a:gd name="adj" fmla="val 4651"/>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E2ABD008-5CBC-47A3-9BCB-DFB75E317604}"/>
              </a:ext>
            </a:extLst>
          </p:cNvPr>
          <p:cNvSpPr>
            <a:spLocks noGrp="1"/>
          </p:cNvSpPr>
          <p:nvPr/>
        </p:nvSpPr>
        <p:spPr>
          <a:xfrm>
            <a:off x="1143000" y="2957322"/>
            <a:ext cx="2038350" cy="552450"/>
          </a:xfrm>
          <a:prstGeom prst="rect">
            <a:avLst/>
          </a:prstGeom>
          <a:noFill/>
          <a:ln w="0">
            <a:noFill/>
            <a:prstDash val="solid"/>
          </a:ln>
        </p:spPr>
        <p:txBody>
          <a:bodyPr/>
          <a:lstStyle/>
          <a:p>
            <a:pPr algn="ctr">
              <a:buNone/>
              <a:defRPr sz="1950" b="1">
                <a:solidFill>
                  <a:srgbClr val="F8FAFC"/>
                </a:solidFill>
              </a:defRPr>
            </a:pPr>
            <a:r>
              <a:rPr sz="1950" b="1" dirty="0">
                <a:solidFill>
                  <a:srgbClr val="F8FAFC"/>
                </a:solidFill>
              </a:rPr>
              <a:t>Question</a:t>
            </a:r>
          </a:p>
        </p:txBody>
      </p:sp>
      <p:sp>
        <p:nvSpPr>
          <p:cNvPr id="8" name="Rectangle 7">
            <a:extLst>
              <a:ext uri="{FF2B5EF4-FFF2-40B4-BE49-F238E27FC236}">
                <a16:creationId xmlns:a16="http://schemas.microsoft.com/office/drawing/2014/main" id="{DD166715-E367-4ADA-B3B8-CDE1C4839B01}"/>
              </a:ext>
            </a:extLst>
          </p:cNvPr>
          <p:cNvSpPr>
            <a:spLocks noGrp="1"/>
          </p:cNvSpPr>
          <p:nvPr/>
        </p:nvSpPr>
        <p:spPr>
          <a:xfrm>
            <a:off x="1181100" y="3627501"/>
            <a:ext cx="2000250" cy="16573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What should the user ask?</a:t>
            </a:r>
          </a:p>
        </p:txBody>
      </p:sp>
      <p:sp>
        <p:nvSpPr>
          <p:cNvPr id="9" name="Rectangle: Rounded Corners 8">
            <a:extLst>
              <a:ext uri="{FF2B5EF4-FFF2-40B4-BE49-F238E27FC236}">
                <a16:creationId xmlns:a16="http://schemas.microsoft.com/office/drawing/2014/main" id="{7BF8C85F-F276-4CED-A823-17690F88D9D2}"/>
              </a:ext>
            </a:extLst>
          </p:cNvPr>
          <p:cNvSpPr>
            <a:spLocks noGrp="1"/>
          </p:cNvSpPr>
          <p:nvPr/>
        </p:nvSpPr>
        <p:spPr>
          <a:xfrm>
            <a:off x="3524250" y="2598801"/>
            <a:ext cx="2457450" cy="2362200"/>
          </a:xfrm>
          <a:prstGeom prst="roundRect">
            <a:avLst>
              <a:gd name="adj" fmla="val 4651"/>
            </a:avLst>
          </a:prstGeom>
          <a:solidFill>
            <a:srgbClr val="10243A"/>
          </a:solidFill>
          <a:ln w="11430">
            <a:solidFill>
              <a:srgbClr val="38BDF8"/>
            </a:solidFill>
            <a:prstDash val="solid"/>
          </a:ln>
        </p:spPr>
        <p:txBody>
          <a:bodyPr/>
          <a:lstStyle/>
          <a:p>
            <a:endParaRPr/>
          </a:p>
        </p:txBody>
      </p:sp>
      <p:sp>
        <p:nvSpPr>
          <p:cNvPr id="10" name="Rectangle 9">
            <a:extLst>
              <a:ext uri="{FF2B5EF4-FFF2-40B4-BE49-F238E27FC236}">
                <a16:creationId xmlns:a16="http://schemas.microsoft.com/office/drawing/2014/main" id="{730895A5-75D8-43D1-A52D-B9F67E99BD95}"/>
              </a:ext>
            </a:extLst>
          </p:cNvPr>
          <p:cNvSpPr>
            <a:spLocks noGrp="1"/>
          </p:cNvSpPr>
          <p:nvPr/>
        </p:nvSpPr>
        <p:spPr>
          <a:xfrm>
            <a:off x="3714750" y="2957322"/>
            <a:ext cx="2038350" cy="552450"/>
          </a:xfrm>
          <a:prstGeom prst="rect">
            <a:avLst/>
          </a:prstGeom>
          <a:noFill/>
          <a:ln w="0">
            <a:noFill/>
            <a:prstDash val="solid"/>
          </a:ln>
        </p:spPr>
        <p:txBody>
          <a:bodyPr/>
          <a:lstStyle/>
          <a:p>
            <a:pPr algn="ctr">
              <a:buNone/>
              <a:defRPr sz="1950" b="1">
                <a:solidFill>
                  <a:srgbClr val="F8FAFC"/>
                </a:solidFill>
              </a:defRPr>
            </a:pPr>
            <a:r>
              <a:rPr sz="1950" b="1" dirty="0">
                <a:solidFill>
                  <a:srgbClr val="F8FAFC"/>
                </a:solidFill>
              </a:rPr>
              <a:t>Expected source</a:t>
            </a:r>
          </a:p>
        </p:txBody>
      </p:sp>
      <p:sp>
        <p:nvSpPr>
          <p:cNvPr id="11" name="Rectangle 10">
            <a:extLst>
              <a:ext uri="{FF2B5EF4-FFF2-40B4-BE49-F238E27FC236}">
                <a16:creationId xmlns:a16="http://schemas.microsoft.com/office/drawing/2014/main" id="{92288282-0121-4AC0-8197-BDA279C31229}"/>
              </a:ext>
            </a:extLst>
          </p:cNvPr>
          <p:cNvSpPr>
            <a:spLocks noGrp="1"/>
          </p:cNvSpPr>
          <p:nvPr/>
        </p:nvSpPr>
        <p:spPr>
          <a:xfrm>
            <a:off x="3752850" y="3627501"/>
            <a:ext cx="2000250" cy="16573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Which source should answer?</a:t>
            </a:r>
          </a:p>
        </p:txBody>
      </p:sp>
      <p:sp>
        <p:nvSpPr>
          <p:cNvPr id="12" name="Rectangle: Rounded Corners 11">
            <a:extLst>
              <a:ext uri="{FF2B5EF4-FFF2-40B4-BE49-F238E27FC236}">
                <a16:creationId xmlns:a16="http://schemas.microsoft.com/office/drawing/2014/main" id="{AF8F8A28-628B-4248-A9CC-80F9CD0A1A4A}"/>
              </a:ext>
            </a:extLst>
          </p:cNvPr>
          <p:cNvSpPr>
            <a:spLocks noGrp="1"/>
          </p:cNvSpPr>
          <p:nvPr/>
        </p:nvSpPr>
        <p:spPr>
          <a:xfrm>
            <a:off x="6096000" y="2598801"/>
            <a:ext cx="2457450" cy="2362200"/>
          </a:xfrm>
          <a:prstGeom prst="roundRect">
            <a:avLst>
              <a:gd name="adj" fmla="val 4651"/>
            </a:avLst>
          </a:prstGeom>
          <a:solidFill>
            <a:srgbClr val="10243A"/>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56BB492B-48D4-4433-ADCB-3DC2FD3498C0}"/>
              </a:ext>
            </a:extLst>
          </p:cNvPr>
          <p:cNvSpPr>
            <a:spLocks noGrp="1"/>
          </p:cNvSpPr>
          <p:nvPr/>
        </p:nvSpPr>
        <p:spPr>
          <a:xfrm>
            <a:off x="6286500" y="2957322"/>
            <a:ext cx="2038350" cy="552450"/>
          </a:xfrm>
          <a:prstGeom prst="rect">
            <a:avLst/>
          </a:prstGeom>
          <a:noFill/>
          <a:ln w="0">
            <a:noFill/>
            <a:prstDash val="solid"/>
          </a:ln>
        </p:spPr>
        <p:txBody>
          <a:bodyPr/>
          <a:lstStyle/>
          <a:p>
            <a:pPr algn="ctr">
              <a:buNone/>
              <a:defRPr sz="1950" b="1">
                <a:solidFill>
                  <a:srgbClr val="F8FAFC"/>
                </a:solidFill>
              </a:defRPr>
            </a:pPr>
            <a:r>
              <a:rPr sz="1950" b="1">
                <a:solidFill>
                  <a:srgbClr val="F8FAFC"/>
                </a:solidFill>
              </a:rPr>
              <a:t>Expected answer</a:t>
            </a:r>
          </a:p>
        </p:txBody>
      </p:sp>
      <p:sp>
        <p:nvSpPr>
          <p:cNvPr id="14" name="Rectangle 13">
            <a:extLst>
              <a:ext uri="{FF2B5EF4-FFF2-40B4-BE49-F238E27FC236}">
                <a16:creationId xmlns:a16="http://schemas.microsoft.com/office/drawing/2014/main" id="{A2A189B2-6B07-4F8D-A7E5-9597B8B5C161}"/>
              </a:ext>
            </a:extLst>
          </p:cNvPr>
          <p:cNvSpPr>
            <a:spLocks noGrp="1"/>
          </p:cNvSpPr>
          <p:nvPr/>
        </p:nvSpPr>
        <p:spPr>
          <a:xfrm>
            <a:off x="6324600" y="3627501"/>
            <a:ext cx="2000250" cy="16573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What must be true?</a:t>
            </a:r>
          </a:p>
        </p:txBody>
      </p:sp>
      <p:sp>
        <p:nvSpPr>
          <p:cNvPr id="15" name="Rectangle: Rounded Corners 14">
            <a:extLst>
              <a:ext uri="{FF2B5EF4-FFF2-40B4-BE49-F238E27FC236}">
                <a16:creationId xmlns:a16="http://schemas.microsoft.com/office/drawing/2014/main" id="{B9C694DB-9910-4550-8749-04562A2C7BCF}"/>
              </a:ext>
            </a:extLst>
          </p:cNvPr>
          <p:cNvSpPr>
            <a:spLocks noGrp="1"/>
          </p:cNvSpPr>
          <p:nvPr/>
        </p:nvSpPr>
        <p:spPr>
          <a:xfrm>
            <a:off x="8667750" y="2598801"/>
            <a:ext cx="2457450" cy="2362200"/>
          </a:xfrm>
          <a:prstGeom prst="roundRect">
            <a:avLst>
              <a:gd name="adj" fmla="val 4651"/>
            </a:avLst>
          </a:prstGeom>
          <a:solidFill>
            <a:srgbClr val="10243A"/>
          </a:solidFill>
          <a:ln w="11430">
            <a:solidFill>
              <a:srgbClr val="22C55E"/>
            </a:solidFill>
            <a:prstDash val="solid"/>
          </a:ln>
        </p:spPr>
        <p:txBody>
          <a:bodyPr/>
          <a:lstStyle/>
          <a:p>
            <a:endParaRPr/>
          </a:p>
        </p:txBody>
      </p:sp>
      <p:sp>
        <p:nvSpPr>
          <p:cNvPr id="16" name="Rectangle 15">
            <a:extLst>
              <a:ext uri="{FF2B5EF4-FFF2-40B4-BE49-F238E27FC236}">
                <a16:creationId xmlns:a16="http://schemas.microsoft.com/office/drawing/2014/main" id="{8FD0BE20-7E85-4AB4-AB9B-8D04BDB13874}"/>
              </a:ext>
            </a:extLst>
          </p:cNvPr>
          <p:cNvSpPr>
            <a:spLocks noGrp="1"/>
          </p:cNvSpPr>
          <p:nvPr/>
        </p:nvSpPr>
        <p:spPr>
          <a:xfrm>
            <a:off x="8858250" y="2957322"/>
            <a:ext cx="2038350" cy="552450"/>
          </a:xfrm>
          <a:prstGeom prst="rect">
            <a:avLst/>
          </a:prstGeom>
          <a:noFill/>
          <a:ln w="0">
            <a:noFill/>
            <a:prstDash val="solid"/>
          </a:ln>
        </p:spPr>
        <p:txBody>
          <a:bodyPr/>
          <a:lstStyle/>
          <a:p>
            <a:pPr algn="ctr">
              <a:buNone/>
              <a:defRPr sz="1950" b="1">
                <a:solidFill>
                  <a:srgbClr val="F8FAFC"/>
                </a:solidFill>
              </a:defRPr>
            </a:pPr>
            <a:r>
              <a:rPr sz="1950" b="1">
                <a:solidFill>
                  <a:srgbClr val="F8FAFC"/>
                </a:solidFill>
              </a:rPr>
              <a:t>Failure signal</a:t>
            </a:r>
          </a:p>
        </p:txBody>
      </p:sp>
      <p:sp>
        <p:nvSpPr>
          <p:cNvPr id="17" name="Rectangle 16">
            <a:extLst>
              <a:ext uri="{FF2B5EF4-FFF2-40B4-BE49-F238E27FC236}">
                <a16:creationId xmlns:a16="http://schemas.microsoft.com/office/drawing/2014/main" id="{98DCAD30-BFD0-48C6-B3CB-AADDEC85D2D3}"/>
              </a:ext>
            </a:extLst>
          </p:cNvPr>
          <p:cNvSpPr>
            <a:spLocks noGrp="1"/>
          </p:cNvSpPr>
          <p:nvPr/>
        </p:nvSpPr>
        <p:spPr>
          <a:xfrm>
            <a:off x="8896350" y="3627501"/>
            <a:ext cx="2000250" cy="16573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What would worry us?</a:t>
            </a:r>
          </a:p>
        </p:txBody>
      </p:sp>
      <p:sp>
        <p:nvSpPr>
          <p:cNvPr id="18" name="Rectangle: Rounded Corners 17">
            <a:extLst>
              <a:ext uri="{FF2B5EF4-FFF2-40B4-BE49-F238E27FC236}">
                <a16:creationId xmlns:a16="http://schemas.microsoft.com/office/drawing/2014/main" id="{DFE8F940-1A05-4E71-AF33-E8C487783B54}"/>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FEA630AE-32FA-42A7-8F0A-1111637F97D0}"/>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DECISION</a:t>
            </a:r>
          </a:p>
        </p:txBody>
      </p:sp>
      <p:sp>
        <p:nvSpPr>
          <p:cNvPr id="20" name="Rectangle 19">
            <a:extLst>
              <a:ext uri="{FF2B5EF4-FFF2-40B4-BE49-F238E27FC236}">
                <a16:creationId xmlns:a16="http://schemas.microsoft.com/office/drawing/2014/main" id="{1AEBB47F-4621-43D9-B5A0-16648E02226E}"/>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Good tests catch both wrong answers and unsupported answers.</a:t>
            </a:r>
          </a:p>
        </p:txBody>
      </p:sp>
      <p:sp>
        <p:nvSpPr>
          <p:cNvPr id="22" name="Oval 21">
            <a:extLst>
              <a:ext uri="{FF2B5EF4-FFF2-40B4-BE49-F238E27FC236}">
                <a16:creationId xmlns:a16="http://schemas.microsoft.com/office/drawing/2014/main" id="{042E303F-1718-4AD9-953C-334CC4660A41}"/>
              </a:ext>
            </a:extLst>
          </p:cNvPr>
          <p:cNvSpPr>
            <a:spLocks noGrp="1"/>
          </p:cNvSpPr>
          <p:nvPr/>
        </p:nvSpPr>
        <p:spPr>
          <a:xfrm>
            <a:off x="869061" y="2457450"/>
            <a:ext cx="400050" cy="400050"/>
          </a:xfrm>
          <a:prstGeom prst="ellipse">
            <a:avLst/>
          </a:prstGeom>
          <a:solidFill>
            <a:srgbClr val="22C55E"/>
          </a:solidFill>
          <a:ln w="9525">
            <a:solidFill>
              <a:srgbClr val="0B1A2A"/>
            </a:solidFill>
            <a:prstDash val="solid"/>
          </a:ln>
        </p:spPr>
        <p:txBody>
          <a:bodyPr/>
          <a:lstStyle/>
          <a:p>
            <a:endParaRPr lang="en-SG"/>
          </a:p>
        </p:txBody>
      </p:sp>
      <p:pic>
        <p:nvPicPr>
          <p:cNvPr id="51" name="Graphic 50"/>
          <p:cNvPicPr>
            <a:picLocks noChangeAspect="1"/>
          </p:cNvPicPr>
          <p:nvPr/>
        </p:nvPicPr>
        <p:blipFill>
          <a:blip>
            <a:extLst>
              <a:ext uri="{96DAC541-7B7A-43D3-8B79-37D633B846F1}">
                <asvg:svgBlip xmlns:asvg="http://schemas.microsoft.com/office/drawing/2016/SVG/main" r:embed="rId3"/>
              </a:ext>
            </a:extLst>
          </a:blip>
          <a:stretch/>
        </p:blipFill>
        <p:spPr>
          <a:xfrm>
            <a:off x="957072" y="2545461"/>
            <a:ext cx="224028" cy="224028"/>
          </a:xfrm>
          <a:prstGeom prst="rect">
            <a:avLst/>
          </a:prstGeom>
        </p:spPr>
      </p:pic>
      <p:sp>
        <p:nvSpPr>
          <p:cNvPr id="24" name="Oval 23">
            <a:extLst>
              <a:ext uri="{FF2B5EF4-FFF2-40B4-BE49-F238E27FC236}">
                <a16:creationId xmlns:a16="http://schemas.microsoft.com/office/drawing/2014/main" id="{0322C1A6-2685-458C-94FF-3AEA1F8C57BE}"/>
              </a:ext>
            </a:extLst>
          </p:cNvPr>
          <p:cNvSpPr>
            <a:spLocks noGrp="1"/>
          </p:cNvSpPr>
          <p:nvPr/>
        </p:nvSpPr>
        <p:spPr>
          <a:xfrm>
            <a:off x="3440811" y="2457450"/>
            <a:ext cx="400050" cy="400050"/>
          </a:xfrm>
          <a:prstGeom prst="ellipse">
            <a:avLst/>
          </a:prstGeom>
          <a:solidFill>
            <a:srgbClr val="38BDF8"/>
          </a:solidFill>
          <a:ln w="9525">
            <a:solidFill>
              <a:srgbClr val="0B1A2A"/>
            </a:solidFill>
            <a:prstDash val="solid"/>
          </a:ln>
        </p:spPr>
        <p:txBody>
          <a:bodyPr/>
          <a:lstStyle/>
          <a:p>
            <a:endParaRPr lang="en-SG"/>
          </a:p>
        </p:txBody>
      </p:sp>
      <p:pic>
        <p:nvPicPr>
          <p:cNvPr id="53" name="Graphic 52"/>
          <p:cNvPicPr>
            <a:picLocks noChangeAspect="1"/>
          </p:cNvPicPr>
          <p:nvPr/>
        </p:nvPicPr>
        <p:blipFill>
          <a:blip>
            <a:extLst>
              <a:ext uri="{96DAC541-7B7A-43D3-8B79-37D633B846F1}">
                <asvg:svgBlip xmlns:asvg="http://schemas.microsoft.com/office/drawing/2016/SVG/main" r:embed="rId4"/>
              </a:ext>
            </a:extLst>
          </a:blip>
          <a:stretch/>
        </p:blipFill>
        <p:spPr>
          <a:xfrm>
            <a:off x="3528822" y="2545461"/>
            <a:ext cx="224028" cy="224028"/>
          </a:xfrm>
          <a:prstGeom prst="rect">
            <a:avLst/>
          </a:prstGeom>
        </p:spPr>
      </p:pic>
      <p:sp>
        <p:nvSpPr>
          <p:cNvPr id="26" name="Oval 25">
            <a:extLst>
              <a:ext uri="{FF2B5EF4-FFF2-40B4-BE49-F238E27FC236}">
                <a16:creationId xmlns:a16="http://schemas.microsoft.com/office/drawing/2014/main" id="{641639C6-5689-45EC-A105-D09AEA64BC43}"/>
              </a:ext>
            </a:extLst>
          </p:cNvPr>
          <p:cNvSpPr>
            <a:spLocks noGrp="1"/>
          </p:cNvSpPr>
          <p:nvPr/>
        </p:nvSpPr>
        <p:spPr>
          <a:xfrm>
            <a:off x="6012561" y="2457450"/>
            <a:ext cx="400050" cy="400050"/>
          </a:xfrm>
          <a:prstGeom prst="ellipse">
            <a:avLst/>
          </a:prstGeom>
          <a:solidFill>
            <a:srgbClr val="22C55E"/>
          </a:solidFill>
          <a:ln w="9525">
            <a:solidFill>
              <a:srgbClr val="0B1A2A"/>
            </a:solidFill>
            <a:prstDash val="solid"/>
          </a:ln>
        </p:spPr>
        <p:txBody>
          <a:bodyPr/>
          <a:lstStyle/>
          <a:p>
            <a:endParaRPr lang="en-SG"/>
          </a:p>
        </p:txBody>
      </p:sp>
      <p:pic>
        <p:nvPicPr>
          <p:cNvPr id="55" name="Graphic 54"/>
          <p:cNvPicPr>
            <a:picLocks noChangeAspect="1"/>
          </p:cNvPicPr>
          <p:nvPr/>
        </p:nvPicPr>
        <p:blipFill>
          <a:blip>
            <a:extLst>
              <a:ext uri="{96DAC541-7B7A-43D3-8B79-37D633B846F1}">
                <asvg:svgBlip xmlns:asvg="http://schemas.microsoft.com/office/drawing/2016/SVG/main" r:embed="rId3"/>
              </a:ext>
            </a:extLst>
          </a:blip>
          <a:stretch/>
        </p:blipFill>
        <p:spPr>
          <a:xfrm>
            <a:off x="6100572" y="2545461"/>
            <a:ext cx="224028" cy="224028"/>
          </a:xfrm>
          <a:prstGeom prst="rect">
            <a:avLst/>
          </a:prstGeom>
        </p:spPr>
      </p:pic>
      <p:sp>
        <p:nvSpPr>
          <p:cNvPr id="28" name="Oval 27">
            <a:extLst>
              <a:ext uri="{FF2B5EF4-FFF2-40B4-BE49-F238E27FC236}">
                <a16:creationId xmlns:a16="http://schemas.microsoft.com/office/drawing/2014/main" id="{55CE3CE0-D8E2-4B08-9CC4-2DE9C9CDE842}"/>
              </a:ext>
            </a:extLst>
          </p:cNvPr>
          <p:cNvSpPr>
            <a:spLocks noGrp="1"/>
          </p:cNvSpPr>
          <p:nvPr/>
        </p:nvSpPr>
        <p:spPr>
          <a:xfrm>
            <a:off x="8584311" y="2457450"/>
            <a:ext cx="400050" cy="400050"/>
          </a:xfrm>
          <a:prstGeom prst="ellipse">
            <a:avLst/>
          </a:prstGeom>
          <a:solidFill>
            <a:srgbClr val="F87171"/>
          </a:solidFill>
          <a:ln w="9525">
            <a:solidFill>
              <a:srgbClr val="0B1A2A"/>
            </a:solidFill>
            <a:prstDash val="solid"/>
          </a:ln>
        </p:spPr>
        <p:txBody>
          <a:bodyPr/>
          <a:lstStyle/>
          <a:p>
            <a:endParaRPr lang="en-SG"/>
          </a:p>
        </p:txBody>
      </p:sp>
      <p:pic>
        <p:nvPicPr>
          <p:cNvPr id="57" name="Graphic 56"/>
          <p:cNvPicPr>
            <a:picLocks noChangeAspect="1"/>
          </p:cNvPicPr>
          <p:nvPr/>
        </p:nvPicPr>
        <p:blipFill>
          <a:blip>
            <a:extLst>
              <a:ext uri="{96DAC541-7B7A-43D3-8B79-37D633B846F1}">
                <asvg:svgBlip xmlns:asvg="http://schemas.microsoft.com/office/drawing/2016/SVG/main" r:embed="rId5"/>
              </a:ext>
            </a:extLst>
          </a:blip>
          <a:stretch/>
        </p:blipFill>
        <p:spPr>
          <a:xfrm>
            <a:off x="8672322" y="2545461"/>
            <a:ext cx="224028" cy="224028"/>
          </a:xfrm>
          <a:prstGeom prst="rect">
            <a:avLst/>
          </a:prstGeom>
        </p:spPr>
      </p:pic>
      <p:pic>
        <p:nvPicPr>
          <p:cNvPr id="25" name="Picture 24">
            <a:extLst>
              <a:ext uri="{FF2B5EF4-FFF2-40B4-BE49-F238E27FC236}">
                <a16:creationId xmlns:a16="http://schemas.microsoft.com/office/drawing/2014/main" id="{1398B85C-95C0-D784-6259-4CF64018B0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285435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8415C3A-6DC6-4A34-9FCA-DCABEB3A60A4}"/>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ACTIVITY</a:t>
            </a:r>
          </a:p>
        </p:txBody>
      </p:sp>
      <p:sp>
        <p:nvSpPr>
          <p:cNvPr id="2" name="Rectangle 1">
            <a:extLst>
              <a:ext uri="{FF2B5EF4-FFF2-40B4-BE49-F238E27FC236}">
                <a16:creationId xmlns:a16="http://schemas.microsoft.com/office/drawing/2014/main" id="{853819F5-893A-42CF-B951-EBC1DAAFC12C}"/>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Write evaluation questions</a:t>
            </a:r>
          </a:p>
        </p:txBody>
      </p:sp>
      <p:sp>
        <p:nvSpPr>
          <p:cNvPr id="3" name="Rectangle 2">
            <a:extLst>
              <a:ext uri="{FF2B5EF4-FFF2-40B4-BE49-F238E27FC236}">
                <a16:creationId xmlns:a16="http://schemas.microsoft.com/office/drawing/2014/main" id="{F19FE1D1-20F6-4195-8A74-7DC4F792936A}"/>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2926C53B-CDF6-4882-9797-2BA4E8BE5AE5}"/>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35</a:t>
            </a:r>
          </a:p>
        </p:txBody>
      </p:sp>
      <p:sp>
        <p:nvSpPr>
          <p:cNvPr id="5" name="Rectangle 4">
            <a:extLst>
              <a:ext uri="{FF2B5EF4-FFF2-40B4-BE49-F238E27FC236}">
                <a16:creationId xmlns:a16="http://schemas.microsoft.com/office/drawing/2014/main" id="{B66D8866-5745-4474-9E08-F0CFC9F0279E}"/>
              </a:ext>
            </a:extLst>
          </p:cNvPr>
          <p:cNvSpPr>
            <a:spLocks noGrp="1"/>
          </p:cNvSpPr>
          <p:nvPr/>
        </p:nvSpPr>
        <p:spPr>
          <a:xfrm>
            <a:off x="685800" y="1695450"/>
            <a:ext cx="8953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Create a small test set that proves your second brain can answer safely.</a:t>
            </a:r>
          </a:p>
        </p:txBody>
      </p:sp>
      <p:sp>
        <p:nvSpPr>
          <p:cNvPr id="6" name="Rectangle: Rounded Corners 5">
            <a:extLst>
              <a:ext uri="{FF2B5EF4-FFF2-40B4-BE49-F238E27FC236}">
                <a16:creationId xmlns:a16="http://schemas.microsoft.com/office/drawing/2014/main" id="{E4B1EF12-5A67-4141-AB4E-69A76623C881}"/>
              </a:ext>
            </a:extLst>
          </p:cNvPr>
          <p:cNvSpPr>
            <a:spLocks noGrp="1"/>
          </p:cNvSpPr>
          <p:nvPr/>
        </p:nvSpPr>
        <p:spPr>
          <a:xfrm>
            <a:off x="1123950" y="2914650"/>
            <a:ext cx="2190750" cy="1543050"/>
          </a:xfrm>
          <a:prstGeom prst="roundRect">
            <a:avLst>
              <a:gd name="adj" fmla="val 7407"/>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67BEF53F-D1E6-443B-B621-A829A92D7390}"/>
              </a:ext>
            </a:extLst>
          </p:cNvPr>
          <p:cNvSpPr>
            <a:spLocks noGrp="1"/>
          </p:cNvSpPr>
          <p:nvPr/>
        </p:nvSpPr>
        <p:spPr>
          <a:xfrm>
            <a:off x="1123950" y="2914650"/>
            <a:ext cx="66675" cy="154305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2636EEBF-CEC6-4541-AA15-AE608E333B50}"/>
              </a:ext>
            </a:extLst>
          </p:cNvPr>
          <p:cNvSpPr>
            <a:spLocks noGrp="1"/>
          </p:cNvSpPr>
          <p:nvPr/>
        </p:nvSpPr>
        <p:spPr>
          <a:xfrm>
            <a:off x="1229106" y="3093339"/>
            <a:ext cx="1771650" cy="438150"/>
          </a:xfrm>
          <a:prstGeom prst="rect">
            <a:avLst/>
          </a:prstGeom>
          <a:noFill/>
          <a:ln w="0">
            <a:noFill/>
            <a:prstDash val="solid"/>
          </a:ln>
        </p:spPr>
        <p:txBody>
          <a:bodyPr/>
          <a:lstStyle/>
          <a:p>
            <a:pPr algn="ctr">
              <a:buNone/>
              <a:defRPr sz="2025" b="1">
                <a:solidFill>
                  <a:srgbClr val="F8FAFC"/>
                </a:solidFill>
              </a:defRPr>
            </a:pPr>
            <a:r>
              <a:rPr sz="2025" b="1" dirty="0">
                <a:solidFill>
                  <a:srgbClr val="F8FAFC"/>
                </a:solidFill>
              </a:rPr>
              <a:t>3 normal</a:t>
            </a:r>
          </a:p>
        </p:txBody>
      </p:sp>
      <p:sp>
        <p:nvSpPr>
          <p:cNvPr id="9" name="Rectangle 8">
            <a:extLst>
              <a:ext uri="{FF2B5EF4-FFF2-40B4-BE49-F238E27FC236}">
                <a16:creationId xmlns:a16="http://schemas.microsoft.com/office/drawing/2014/main" id="{D54479D1-D894-4355-BF86-1A783EA7431B}"/>
              </a:ext>
            </a:extLst>
          </p:cNvPr>
          <p:cNvSpPr>
            <a:spLocks noGrp="1"/>
          </p:cNvSpPr>
          <p:nvPr/>
        </p:nvSpPr>
        <p:spPr>
          <a:xfrm>
            <a:off x="1333500" y="3619500"/>
            <a:ext cx="1771650" cy="838200"/>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Known-answer questions.</a:t>
            </a:r>
          </a:p>
        </p:txBody>
      </p:sp>
      <p:sp>
        <p:nvSpPr>
          <p:cNvPr id="10" name="Rectangle: Rounded Corners 9">
            <a:extLst>
              <a:ext uri="{FF2B5EF4-FFF2-40B4-BE49-F238E27FC236}">
                <a16:creationId xmlns:a16="http://schemas.microsoft.com/office/drawing/2014/main" id="{651B3DE8-EA07-4A7C-A0DD-B8C29FF796B8}"/>
              </a:ext>
            </a:extLst>
          </p:cNvPr>
          <p:cNvSpPr>
            <a:spLocks noGrp="1"/>
          </p:cNvSpPr>
          <p:nvPr/>
        </p:nvSpPr>
        <p:spPr>
          <a:xfrm>
            <a:off x="3600450" y="2914650"/>
            <a:ext cx="2190750" cy="1543050"/>
          </a:xfrm>
          <a:prstGeom prst="roundRect">
            <a:avLst>
              <a:gd name="adj" fmla="val 7407"/>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9C2ABF10-6206-4348-807D-84C857D2EA7B}"/>
              </a:ext>
            </a:extLst>
          </p:cNvPr>
          <p:cNvSpPr>
            <a:spLocks noGrp="1"/>
          </p:cNvSpPr>
          <p:nvPr/>
        </p:nvSpPr>
        <p:spPr>
          <a:xfrm>
            <a:off x="3600450" y="2914650"/>
            <a:ext cx="66675" cy="154305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3D9BFAF5-E9DE-4888-9CF8-6FB4BC5A9D93}"/>
              </a:ext>
            </a:extLst>
          </p:cNvPr>
          <p:cNvSpPr>
            <a:spLocks noGrp="1"/>
          </p:cNvSpPr>
          <p:nvPr/>
        </p:nvSpPr>
        <p:spPr>
          <a:xfrm>
            <a:off x="3705606" y="3093339"/>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2 edge</a:t>
            </a:r>
          </a:p>
        </p:txBody>
      </p:sp>
      <p:sp>
        <p:nvSpPr>
          <p:cNvPr id="13" name="Rectangle 12">
            <a:extLst>
              <a:ext uri="{FF2B5EF4-FFF2-40B4-BE49-F238E27FC236}">
                <a16:creationId xmlns:a16="http://schemas.microsoft.com/office/drawing/2014/main" id="{D336A44F-52D5-4141-BFA8-F2C78B8C09A7}"/>
              </a:ext>
            </a:extLst>
          </p:cNvPr>
          <p:cNvSpPr>
            <a:spLocks noGrp="1"/>
          </p:cNvSpPr>
          <p:nvPr/>
        </p:nvSpPr>
        <p:spPr>
          <a:xfrm>
            <a:off x="3810000" y="3619500"/>
            <a:ext cx="1771650" cy="838200"/>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Questions with conditions.</a:t>
            </a:r>
          </a:p>
        </p:txBody>
      </p:sp>
      <p:sp>
        <p:nvSpPr>
          <p:cNvPr id="14" name="Rectangle: Rounded Corners 13">
            <a:extLst>
              <a:ext uri="{FF2B5EF4-FFF2-40B4-BE49-F238E27FC236}">
                <a16:creationId xmlns:a16="http://schemas.microsoft.com/office/drawing/2014/main" id="{9BF1F52E-A59F-4C04-9E7D-0B3BBFE0F8BF}"/>
              </a:ext>
            </a:extLst>
          </p:cNvPr>
          <p:cNvSpPr>
            <a:spLocks noGrp="1"/>
          </p:cNvSpPr>
          <p:nvPr/>
        </p:nvSpPr>
        <p:spPr>
          <a:xfrm>
            <a:off x="6076950" y="2914650"/>
            <a:ext cx="2190750" cy="1543050"/>
          </a:xfrm>
          <a:prstGeom prst="roundRect">
            <a:avLst>
              <a:gd name="adj" fmla="val 7407"/>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76642ACA-2775-4ABD-B868-4CF41AA8805B}"/>
              </a:ext>
            </a:extLst>
          </p:cNvPr>
          <p:cNvSpPr>
            <a:spLocks noGrp="1"/>
          </p:cNvSpPr>
          <p:nvPr/>
        </p:nvSpPr>
        <p:spPr>
          <a:xfrm>
            <a:off x="6076950" y="2914650"/>
            <a:ext cx="66675" cy="154305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B8E358FF-7EBB-4CCE-BF33-ECB49B75E465}"/>
              </a:ext>
            </a:extLst>
          </p:cNvPr>
          <p:cNvSpPr>
            <a:spLocks noGrp="1"/>
          </p:cNvSpPr>
          <p:nvPr/>
        </p:nvSpPr>
        <p:spPr>
          <a:xfrm>
            <a:off x="6182106" y="3093339"/>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1 restricted</a:t>
            </a:r>
          </a:p>
        </p:txBody>
      </p:sp>
      <p:sp>
        <p:nvSpPr>
          <p:cNvPr id="17" name="Rectangle 16">
            <a:extLst>
              <a:ext uri="{FF2B5EF4-FFF2-40B4-BE49-F238E27FC236}">
                <a16:creationId xmlns:a16="http://schemas.microsoft.com/office/drawing/2014/main" id="{CAF5BA56-EC9A-4C71-9815-0D084483C12E}"/>
              </a:ext>
            </a:extLst>
          </p:cNvPr>
          <p:cNvSpPr>
            <a:spLocks noGrp="1"/>
          </p:cNvSpPr>
          <p:nvPr/>
        </p:nvSpPr>
        <p:spPr>
          <a:xfrm>
            <a:off x="6286500" y="3619500"/>
            <a:ext cx="1771650" cy="838200"/>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Question it should refuse.</a:t>
            </a:r>
          </a:p>
        </p:txBody>
      </p:sp>
      <p:sp>
        <p:nvSpPr>
          <p:cNvPr id="18" name="Rectangle: Rounded Corners 17">
            <a:extLst>
              <a:ext uri="{FF2B5EF4-FFF2-40B4-BE49-F238E27FC236}">
                <a16:creationId xmlns:a16="http://schemas.microsoft.com/office/drawing/2014/main" id="{5434B08C-7577-4EEC-941A-AAE9BAF44C1B}"/>
              </a:ext>
            </a:extLst>
          </p:cNvPr>
          <p:cNvSpPr>
            <a:spLocks noGrp="1"/>
          </p:cNvSpPr>
          <p:nvPr/>
        </p:nvSpPr>
        <p:spPr>
          <a:xfrm>
            <a:off x="8553450" y="2914650"/>
            <a:ext cx="2190750" cy="1543050"/>
          </a:xfrm>
          <a:prstGeom prst="roundRect">
            <a:avLst>
              <a:gd name="adj" fmla="val 7407"/>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C6C5E30B-585A-4AF5-83A7-7801C88539AD}"/>
              </a:ext>
            </a:extLst>
          </p:cNvPr>
          <p:cNvSpPr>
            <a:spLocks noGrp="1"/>
          </p:cNvSpPr>
          <p:nvPr/>
        </p:nvSpPr>
        <p:spPr>
          <a:xfrm>
            <a:off x="8553450" y="2914650"/>
            <a:ext cx="66675" cy="1543050"/>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54E9BA02-CEBA-4D17-9278-2B73F45F8BA1}"/>
              </a:ext>
            </a:extLst>
          </p:cNvPr>
          <p:cNvSpPr>
            <a:spLocks noGrp="1"/>
          </p:cNvSpPr>
          <p:nvPr/>
        </p:nvSpPr>
        <p:spPr>
          <a:xfrm>
            <a:off x="8658606" y="3093339"/>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1 stale</a:t>
            </a:r>
          </a:p>
        </p:txBody>
      </p:sp>
      <p:sp>
        <p:nvSpPr>
          <p:cNvPr id="21" name="Rectangle 20">
            <a:extLst>
              <a:ext uri="{FF2B5EF4-FFF2-40B4-BE49-F238E27FC236}">
                <a16:creationId xmlns:a16="http://schemas.microsoft.com/office/drawing/2014/main" id="{35FFF301-4FD7-4F2F-A6BC-A75FC1AF2902}"/>
              </a:ext>
            </a:extLst>
          </p:cNvPr>
          <p:cNvSpPr>
            <a:spLocks noGrp="1"/>
          </p:cNvSpPr>
          <p:nvPr/>
        </p:nvSpPr>
        <p:spPr>
          <a:xfrm>
            <a:off x="8763000" y="3619500"/>
            <a:ext cx="1771650" cy="838200"/>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Question that catches old content.</a:t>
            </a:r>
          </a:p>
        </p:txBody>
      </p:sp>
      <p:sp>
        <p:nvSpPr>
          <p:cNvPr id="22" name="Rectangle: Rounded Corners 21">
            <a:extLst>
              <a:ext uri="{FF2B5EF4-FFF2-40B4-BE49-F238E27FC236}">
                <a16:creationId xmlns:a16="http://schemas.microsoft.com/office/drawing/2014/main" id="{83B36673-6A6F-4308-9BF6-5966316E7835}"/>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3" name="Rectangle 22">
            <a:extLst>
              <a:ext uri="{FF2B5EF4-FFF2-40B4-BE49-F238E27FC236}">
                <a16:creationId xmlns:a16="http://schemas.microsoft.com/office/drawing/2014/main" id="{F78962DE-EFFE-4FE8-9684-45407A26B917}"/>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DO THIS NOW</a:t>
            </a:r>
          </a:p>
        </p:txBody>
      </p:sp>
      <p:sp>
        <p:nvSpPr>
          <p:cNvPr id="24" name="Rectangle 23">
            <a:extLst>
              <a:ext uri="{FF2B5EF4-FFF2-40B4-BE49-F238E27FC236}">
                <a16:creationId xmlns:a16="http://schemas.microsoft.com/office/drawing/2014/main" id="{CB8D1BAB-9D12-451E-AA51-FD2156FF8833}"/>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Tests should reflect the work people really do.</a:t>
            </a:r>
          </a:p>
        </p:txBody>
      </p:sp>
      <p:sp>
        <p:nvSpPr>
          <p:cNvPr id="26" name="Oval 25">
            <a:extLst>
              <a:ext uri="{FF2B5EF4-FFF2-40B4-BE49-F238E27FC236}">
                <a16:creationId xmlns:a16="http://schemas.microsoft.com/office/drawing/2014/main" id="{2B495AC9-3776-4F34-AB25-E4D070DF7642}"/>
              </a:ext>
            </a:extLst>
          </p:cNvPr>
          <p:cNvSpPr>
            <a:spLocks noGrp="1"/>
          </p:cNvSpPr>
          <p:nvPr/>
        </p:nvSpPr>
        <p:spPr>
          <a:xfrm>
            <a:off x="1102614" y="2750439"/>
            <a:ext cx="400050" cy="400050"/>
          </a:xfrm>
          <a:prstGeom prst="ellipse">
            <a:avLst/>
          </a:prstGeom>
          <a:solidFill>
            <a:srgbClr val="22C55E"/>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1190625" y="2838450"/>
            <a:ext cx="224028" cy="224028"/>
          </a:xfrm>
          <a:prstGeom prst="rect">
            <a:avLst/>
          </a:prstGeom>
        </p:spPr>
      </p:pic>
      <p:sp>
        <p:nvSpPr>
          <p:cNvPr id="28" name="Oval 27">
            <a:extLst>
              <a:ext uri="{FF2B5EF4-FFF2-40B4-BE49-F238E27FC236}">
                <a16:creationId xmlns:a16="http://schemas.microsoft.com/office/drawing/2014/main" id="{1387FAB4-C3FA-4E7C-B4ED-F59A5B7387C0}"/>
              </a:ext>
            </a:extLst>
          </p:cNvPr>
          <p:cNvSpPr>
            <a:spLocks noGrp="1"/>
          </p:cNvSpPr>
          <p:nvPr/>
        </p:nvSpPr>
        <p:spPr>
          <a:xfrm>
            <a:off x="3579114" y="2750439"/>
            <a:ext cx="400050" cy="400050"/>
          </a:xfrm>
          <a:prstGeom prst="ellipse">
            <a:avLst/>
          </a:prstGeom>
          <a:solidFill>
            <a:srgbClr val="22C55E"/>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3"/>
              </a:ext>
            </a:extLst>
          </a:blip>
          <a:stretch/>
        </p:blipFill>
        <p:spPr>
          <a:xfrm>
            <a:off x="3667125" y="2838450"/>
            <a:ext cx="224028" cy="224028"/>
          </a:xfrm>
          <a:prstGeom prst="rect">
            <a:avLst/>
          </a:prstGeom>
        </p:spPr>
      </p:pic>
      <p:sp>
        <p:nvSpPr>
          <p:cNvPr id="30" name="Oval 29">
            <a:extLst>
              <a:ext uri="{FF2B5EF4-FFF2-40B4-BE49-F238E27FC236}">
                <a16:creationId xmlns:a16="http://schemas.microsoft.com/office/drawing/2014/main" id="{C8D389B6-8B03-436F-A1B7-E3009D479D7C}"/>
              </a:ext>
            </a:extLst>
          </p:cNvPr>
          <p:cNvSpPr>
            <a:spLocks noGrp="1"/>
          </p:cNvSpPr>
          <p:nvPr/>
        </p:nvSpPr>
        <p:spPr>
          <a:xfrm>
            <a:off x="6055614" y="2750439"/>
            <a:ext cx="400050" cy="400050"/>
          </a:xfrm>
          <a:prstGeom prst="ellipse">
            <a:avLst/>
          </a:prstGeom>
          <a:solidFill>
            <a:srgbClr val="A78BFA"/>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4"/>
              </a:ext>
            </a:extLst>
          </a:blip>
          <a:stretch/>
        </p:blipFill>
        <p:spPr>
          <a:xfrm>
            <a:off x="6143625" y="2838450"/>
            <a:ext cx="224028" cy="224028"/>
          </a:xfrm>
          <a:prstGeom prst="rect">
            <a:avLst/>
          </a:prstGeom>
        </p:spPr>
      </p:pic>
      <p:sp>
        <p:nvSpPr>
          <p:cNvPr id="32" name="Oval 31">
            <a:extLst>
              <a:ext uri="{FF2B5EF4-FFF2-40B4-BE49-F238E27FC236}">
                <a16:creationId xmlns:a16="http://schemas.microsoft.com/office/drawing/2014/main" id="{E9FB5C3E-3E70-4B22-9042-2E3E13B59DB6}"/>
              </a:ext>
            </a:extLst>
          </p:cNvPr>
          <p:cNvSpPr>
            <a:spLocks noGrp="1"/>
          </p:cNvSpPr>
          <p:nvPr/>
        </p:nvSpPr>
        <p:spPr>
          <a:xfrm>
            <a:off x="8532114" y="2750439"/>
            <a:ext cx="400050" cy="400050"/>
          </a:xfrm>
          <a:prstGeom prst="ellipse">
            <a:avLst/>
          </a:prstGeom>
          <a:solidFill>
            <a:srgbClr val="22C55E"/>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3"/>
              </a:ext>
            </a:extLst>
          </a:blip>
          <a:stretch/>
        </p:blipFill>
        <p:spPr>
          <a:xfrm>
            <a:off x="8620125" y="2838450"/>
            <a:ext cx="224028" cy="224028"/>
          </a:xfrm>
          <a:prstGeom prst="rect">
            <a:avLst/>
          </a:prstGeom>
        </p:spPr>
      </p:pic>
      <p:pic>
        <p:nvPicPr>
          <p:cNvPr id="29" name="Picture 28">
            <a:extLst>
              <a:ext uri="{FF2B5EF4-FFF2-40B4-BE49-F238E27FC236}">
                <a16:creationId xmlns:a16="http://schemas.microsoft.com/office/drawing/2014/main" id="{3E4CD945-4B72-4B3B-F756-57F52ADAAD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5783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2C195767-5D8F-463E-9802-F854FC8685F5}"/>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RISKS</a:t>
            </a:r>
          </a:p>
        </p:txBody>
      </p:sp>
      <p:sp>
        <p:nvSpPr>
          <p:cNvPr id="2" name="Rectangle 1">
            <a:extLst>
              <a:ext uri="{FF2B5EF4-FFF2-40B4-BE49-F238E27FC236}">
                <a16:creationId xmlns:a16="http://schemas.microsoft.com/office/drawing/2014/main" id="{9D813CBB-3CE3-4ADF-8353-0F3317E53A68}"/>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Second brains fail in predictable ways</a:t>
            </a:r>
          </a:p>
        </p:txBody>
      </p:sp>
      <p:sp>
        <p:nvSpPr>
          <p:cNvPr id="3" name="Rectangle 2">
            <a:extLst>
              <a:ext uri="{FF2B5EF4-FFF2-40B4-BE49-F238E27FC236}">
                <a16:creationId xmlns:a16="http://schemas.microsoft.com/office/drawing/2014/main" id="{37395734-59AB-4CD9-AA4F-EABF625CBFEC}"/>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128CB243-2EB8-4C68-8460-19851EEB4C31}"/>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36</a:t>
            </a:r>
          </a:p>
        </p:txBody>
      </p:sp>
      <p:sp>
        <p:nvSpPr>
          <p:cNvPr id="5" name="Rectangle 4">
            <a:extLst>
              <a:ext uri="{FF2B5EF4-FFF2-40B4-BE49-F238E27FC236}">
                <a16:creationId xmlns:a16="http://schemas.microsoft.com/office/drawing/2014/main" id="{BFD60015-4351-4E1D-8861-0573803CFC8C}"/>
              </a:ext>
            </a:extLst>
          </p:cNvPr>
          <p:cNvSpPr>
            <a:spLocks noGrp="1"/>
          </p:cNvSpPr>
          <p:nvPr/>
        </p:nvSpPr>
        <p:spPr>
          <a:xfrm>
            <a:off x="685800" y="1714500"/>
            <a:ext cx="8763000"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Most failures are not model failures. They are operating-model failures.</a:t>
            </a:r>
          </a:p>
        </p:txBody>
      </p:sp>
      <p:sp>
        <p:nvSpPr>
          <p:cNvPr id="6" name="Rectangle: Rounded Corners 5">
            <a:extLst>
              <a:ext uri="{FF2B5EF4-FFF2-40B4-BE49-F238E27FC236}">
                <a16:creationId xmlns:a16="http://schemas.microsoft.com/office/drawing/2014/main" id="{CABC6CB2-B97D-45C1-82E3-4A8770394B91}"/>
              </a:ext>
            </a:extLst>
          </p:cNvPr>
          <p:cNvSpPr>
            <a:spLocks noGrp="1"/>
          </p:cNvSpPr>
          <p:nvPr/>
        </p:nvSpPr>
        <p:spPr>
          <a:xfrm>
            <a:off x="752475" y="2400300"/>
            <a:ext cx="3333750" cy="1200150"/>
          </a:xfrm>
          <a:prstGeom prst="roundRect">
            <a:avLst>
              <a:gd name="adj" fmla="val 9524"/>
            </a:avLst>
          </a:prstGeom>
          <a:solidFill>
            <a:srgbClr val="10243A"/>
          </a:solidFill>
          <a:ln w="11430">
            <a:solidFill>
              <a:srgbClr val="FBBF24"/>
            </a:solidFill>
            <a:prstDash val="solid"/>
          </a:ln>
        </p:spPr>
        <p:txBody>
          <a:bodyPr/>
          <a:lstStyle/>
          <a:p>
            <a:endParaRPr/>
          </a:p>
        </p:txBody>
      </p:sp>
      <p:sp>
        <p:nvSpPr>
          <p:cNvPr id="7" name="Rectangle 6">
            <a:extLst>
              <a:ext uri="{FF2B5EF4-FFF2-40B4-BE49-F238E27FC236}">
                <a16:creationId xmlns:a16="http://schemas.microsoft.com/office/drawing/2014/main" id="{7AE3C146-2A4A-40DE-9481-4119FC813CD6}"/>
              </a:ext>
            </a:extLst>
          </p:cNvPr>
          <p:cNvSpPr>
            <a:spLocks noGrp="1"/>
          </p:cNvSpPr>
          <p:nvPr/>
        </p:nvSpPr>
        <p:spPr>
          <a:xfrm>
            <a:off x="752475" y="2400300"/>
            <a:ext cx="66675" cy="1200150"/>
          </a:xfrm>
          <a:prstGeom prst="rect">
            <a:avLst/>
          </a:prstGeom>
          <a:solidFill>
            <a:srgbClr val="FBBF24"/>
          </a:solidFill>
          <a:ln w="11430">
            <a:solidFill>
              <a:srgbClr val="FBBF24"/>
            </a:solidFill>
            <a:prstDash val="solid"/>
          </a:ln>
        </p:spPr>
        <p:txBody>
          <a:bodyPr/>
          <a:lstStyle/>
          <a:p>
            <a:endParaRPr/>
          </a:p>
        </p:txBody>
      </p:sp>
      <p:sp>
        <p:nvSpPr>
          <p:cNvPr id="8" name="Rectangle 7">
            <a:extLst>
              <a:ext uri="{FF2B5EF4-FFF2-40B4-BE49-F238E27FC236}">
                <a16:creationId xmlns:a16="http://schemas.microsoft.com/office/drawing/2014/main" id="{D2EAB69A-C836-4471-85A2-AAC19661FA3F}"/>
              </a:ext>
            </a:extLst>
          </p:cNvPr>
          <p:cNvSpPr>
            <a:spLocks noGrp="1"/>
          </p:cNvSpPr>
          <p:nvPr/>
        </p:nvSpPr>
        <p:spPr>
          <a:xfrm>
            <a:off x="96202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Stale sources</a:t>
            </a:r>
          </a:p>
        </p:txBody>
      </p:sp>
      <p:sp>
        <p:nvSpPr>
          <p:cNvPr id="9" name="Rectangle 8">
            <a:extLst>
              <a:ext uri="{FF2B5EF4-FFF2-40B4-BE49-F238E27FC236}">
                <a16:creationId xmlns:a16="http://schemas.microsoft.com/office/drawing/2014/main" id="{5D9242C6-FF17-4CE2-A8C5-1829DE94EB58}"/>
              </a:ext>
            </a:extLst>
          </p:cNvPr>
          <p:cNvSpPr>
            <a:spLocks noGrp="1"/>
          </p:cNvSpPr>
          <p:nvPr/>
        </p:nvSpPr>
        <p:spPr>
          <a:xfrm>
            <a:off x="962025" y="2947797"/>
            <a:ext cx="2914650" cy="514350"/>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The answer is based on </a:t>
            </a:r>
            <a:endParaRPr lang="en-SG" sz="1725" b="0" dirty="0">
              <a:solidFill>
                <a:srgbClr val="A8B6C7"/>
              </a:solidFill>
            </a:endParaRPr>
          </a:p>
          <a:p>
            <a:pPr algn="l">
              <a:buNone/>
              <a:defRPr sz="1725" b="0">
                <a:solidFill>
                  <a:srgbClr val="A8B6C7"/>
                </a:solidFill>
              </a:defRPr>
            </a:pPr>
            <a:r>
              <a:rPr sz="1725" b="0" dirty="0">
                <a:solidFill>
                  <a:srgbClr val="A8B6C7"/>
                </a:solidFill>
              </a:rPr>
              <a:t>old truth.</a:t>
            </a:r>
          </a:p>
        </p:txBody>
      </p:sp>
      <p:sp>
        <p:nvSpPr>
          <p:cNvPr id="10" name="Rectangle: Rounded Corners 9">
            <a:extLst>
              <a:ext uri="{FF2B5EF4-FFF2-40B4-BE49-F238E27FC236}">
                <a16:creationId xmlns:a16="http://schemas.microsoft.com/office/drawing/2014/main" id="{34404F89-5C49-4682-BA2E-52A491E28A8A}"/>
              </a:ext>
            </a:extLst>
          </p:cNvPr>
          <p:cNvSpPr>
            <a:spLocks noGrp="1"/>
          </p:cNvSpPr>
          <p:nvPr/>
        </p:nvSpPr>
        <p:spPr>
          <a:xfrm>
            <a:off x="4429125" y="2400300"/>
            <a:ext cx="3333750" cy="1200150"/>
          </a:xfrm>
          <a:prstGeom prst="roundRect">
            <a:avLst>
              <a:gd name="adj" fmla="val 9524"/>
            </a:avLst>
          </a:prstGeom>
          <a:solidFill>
            <a:srgbClr val="10243A"/>
          </a:solidFill>
          <a:ln w="11430">
            <a:solidFill>
              <a:srgbClr val="F87171"/>
            </a:solidFill>
            <a:prstDash val="solid"/>
          </a:ln>
        </p:spPr>
        <p:txBody>
          <a:bodyPr/>
          <a:lstStyle/>
          <a:p>
            <a:endParaRPr/>
          </a:p>
        </p:txBody>
      </p:sp>
      <p:sp>
        <p:nvSpPr>
          <p:cNvPr id="11" name="Rectangle 10">
            <a:extLst>
              <a:ext uri="{FF2B5EF4-FFF2-40B4-BE49-F238E27FC236}">
                <a16:creationId xmlns:a16="http://schemas.microsoft.com/office/drawing/2014/main" id="{162A0EB3-21BC-46E1-A23A-9B7DDA40EA7D}"/>
              </a:ext>
            </a:extLst>
          </p:cNvPr>
          <p:cNvSpPr>
            <a:spLocks noGrp="1"/>
          </p:cNvSpPr>
          <p:nvPr/>
        </p:nvSpPr>
        <p:spPr>
          <a:xfrm>
            <a:off x="4429125" y="2400300"/>
            <a:ext cx="66675" cy="1200150"/>
          </a:xfrm>
          <a:prstGeom prst="rect">
            <a:avLst/>
          </a:prstGeom>
          <a:solidFill>
            <a:srgbClr val="F87171"/>
          </a:solidFill>
          <a:ln w="11430">
            <a:solidFill>
              <a:srgbClr val="F87171"/>
            </a:solidFill>
            <a:prstDash val="solid"/>
          </a:ln>
        </p:spPr>
        <p:txBody>
          <a:bodyPr/>
          <a:lstStyle/>
          <a:p>
            <a:endParaRPr/>
          </a:p>
        </p:txBody>
      </p:sp>
      <p:sp>
        <p:nvSpPr>
          <p:cNvPr id="12" name="Rectangle 11">
            <a:extLst>
              <a:ext uri="{FF2B5EF4-FFF2-40B4-BE49-F238E27FC236}">
                <a16:creationId xmlns:a16="http://schemas.microsoft.com/office/drawing/2014/main" id="{A23DA92C-ABC3-408C-BB84-3DBAFB80F5F2}"/>
              </a:ext>
            </a:extLst>
          </p:cNvPr>
          <p:cNvSpPr>
            <a:spLocks noGrp="1"/>
          </p:cNvSpPr>
          <p:nvPr/>
        </p:nvSpPr>
        <p:spPr>
          <a:xfrm>
            <a:off x="463867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Wrong access</a:t>
            </a:r>
          </a:p>
        </p:txBody>
      </p:sp>
      <p:sp>
        <p:nvSpPr>
          <p:cNvPr id="13" name="Rectangle 12">
            <a:extLst>
              <a:ext uri="{FF2B5EF4-FFF2-40B4-BE49-F238E27FC236}">
                <a16:creationId xmlns:a16="http://schemas.microsoft.com/office/drawing/2014/main" id="{B726C1F4-2B69-4E94-AAE3-7D865318D525}"/>
              </a:ext>
            </a:extLst>
          </p:cNvPr>
          <p:cNvSpPr>
            <a:spLocks noGrp="1"/>
          </p:cNvSpPr>
          <p:nvPr/>
        </p:nvSpPr>
        <p:spPr>
          <a:xfrm>
            <a:off x="4638675" y="2928747"/>
            <a:ext cx="2914650" cy="514350"/>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Sensitive knowledge </a:t>
            </a:r>
            <a:endParaRPr lang="en-SG" sz="1725" b="0" dirty="0">
              <a:solidFill>
                <a:srgbClr val="A8B6C7"/>
              </a:solidFill>
            </a:endParaRPr>
          </a:p>
          <a:p>
            <a:pPr algn="l">
              <a:buNone/>
              <a:defRPr sz="1725" b="0">
                <a:solidFill>
                  <a:srgbClr val="A8B6C7"/>
                </a:solidFill>
              </a:defRPr>
            </a:pPr>
            <a:r>
              <a:rPr sz="1725" b="0" dirty="0">
                <a:solidFill>
                  <a:srgbClr val="A8B6C7"/>
                </a:solidFill>
              </a:rPr>
              <a:t>reaches the wrong user.</a:t>
            </a:r>
          </a:p>
        </p:txBody>
      </p:sp>
      <p:sp>
        <p:nvSpPr>
          <p:cNvPr id="14" name="Rectangle: Rounded Corners 13">
            <a:extLst>
              <a:ext uri="{FF2B5EF4-FFF2-40B4-BE49-F238E27FC236}">
                <a16:creationId xmlns:a16="http://schemas.microsoft.com/office/drawing/2014/main" id="{F644723B-73A5-4646-87BB-B2F659FD3DD6}"/>
              </a:ext>
            </a:extLst>
          </p:cNvPr>
          <p:cNvSpPr>
            <a:spLocks noGrp="1"/>
          </p:cNvSpPr>
          <p:nvPr/>
        </p:nvSpPr>
        <p:spPr>
          <a:xfrm>
            <a:off x="8105775" y="2400300"/>
            <a:ext cx="3333750" cy="1200150"/>
          </a:xfrm>
          <a:prstGeom prst="roundRect">
            <a:avLst>
              <a:gd name="adj" fmla="val 9524"/>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75C3BD33-7009-4840-8459-B72E87EB9C40}"/>
              </a:ext>
            </a:extLst>
          </p:cNvPr>
          <p:cNvSpPr>
            <a:spLocks noGrp="1"/>
          </p:cNvSpPr>
          <p:nvPr/>
        </p:nvSpPr>
        <p:spPr>
          <a:xfrm>
            <a:off x="8105775" y="2400300"/>
            <a:ext cx="66675" cy="120015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EDCF9D3E-4B25-4B0A-B992-70C495A700F9}"/>
              </a:ext>
            </a:extLst>
          </p:cNvPr>
          <p:cNvSpPr>
            <a:spLocks noGrp="1"/>
          </p:cNvSpPr>
          <p:nvPr/>
        </p:nvSpPr>
        <p:spPr>
          <a:xfrm>
            <a:off x="831532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Weak metadata</a:t>
            </a:r>
          </a:p>
        </p:txBody>
      </p:sp>
      <p:sp>
        <p:nvSpPr>
          <p:cNvPr id="17" name="Rectangle 16">
            <a:extLst>
              <a:ext uri="{FF2B5EF4-FFF2-40B4-BE49-F238E27FC236}">
                <a16:creationId xmlns:a16="http://schemas.microsoft.com/office/drawing/2014/main" id="{AD1CC1C5-68D1-4D12-AA0D-6CDC0C752178}"/>
              </a:ext>
            </a:extLst>
          </p:cNvPr>
          <p:cNvSpPr>
            <a:spLocks noGrp="1"/>
          </p:cNvSpPr>
          <p:nvPr/>
        </p:nvSpPr>
        <p:spPr>
          <a:xfrm>
            <a:off x="8348662" y="2928747"/>
            <a:ext cx="2914650" cy="514350"/>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The system retrieves </a:t>
            </a:r>
            <a:endParaRPr lang="en-SG" sz="1725" b="0" dirty="0">
              <a:solidFill>
                <a:srgbClr val="A8B6C7"/>
              </a:solidFill>
            </a:endParaRPr>
          </a:p>
          <a:p>
            <a:pPr algn="l">
              <a:buNone/>
              <a:defRPr sz="1725" b="0">
                <a:solidFill>
                  <a:srgbClr val="A8B6C7"/>
                </a:solidFill>
              </a:defRPr>
            </a:pPr>
            <a:r>
              <a:rPr sz="1725" b="0" dirty="0">
                <a:solidFill>
                  <a:srgbClr val="A8B6C7"/>
                </a:solidFill>
              </a:rPr>
              <a:t>the wrong evidence.</a:t>
            </a:r>
          </a:p>
        </p:txBody>
      </p:sp>
      <p:sp>
        <p:nvSpPr>
          <p:cNvPr id="18" name="Rectangle: Rounded Corners 17">
            <a:extLst>
              <a:ext uri="{FF2B5EF4-FFF2-40B4-BE49-F238E27FC236}">
                <a16:creationId xmlns:a16="http://schemas.microsoft.com/office/drawing/2014/main" id="{9858372F-BA29-43EB-A0B5-AEC98418A0B3}"/>
              </a:ext>
            </a:extLst>
          </p:cNvPr>
          <p:cNvSpPr>
            <a:spLocks noGrp="1"/>
          </p:cNvSpPr>
          <p:nvPr/>
        </p:nvSpPr>
        <p:spPr>
          <a:xfrm>
            <a:off x="752475" y="3810000"/>
            <a:ext cx="3333750" cy="1200150"/>
          </a:xfrm>
          <a:prstGeom prst="roundRect">
            <a:avLst>
              <a:gd name="adj" fmla="val 9524"/>
            </a:avLst>
          </a:prstGeom>
          <a:solidFill>
            <a:srgbClr val="10243A"/>
          </a:solidFill>
          <a:ln w="11430">
            <a:solidFill>
              <a:srgbClr val="38BDF8"/>
            </a:solidFill>
            <a:prstDash val="solid"/>
          </a:ln>
        </p:spPr>
        <p:txBody>
          <a:bodyPr/>
          <a:lstStyle/>
          <a:p>
            <a:endParaRPr/>
          </a:p>
        </p:txBody>
      </p:sp>
      <p:sp>
        <p:nvSpPr>
          <p:cNvPr id="19" name="Rectangle 18">
            <a:extLst>
              <a:ext uri="{FF2B5EF4-FFF2-40B4-BE49-F238E27FC236}">
                <a16:creationId xmlns:a16="http://schemas.microsoft.com/office/drawing/2014/main" id="{01FD3BB0-A162-4B89-A0F6-599672470A22}"/>
              </a:ext>
            </a:extLst>
          </p:cNvPr>
          <p:cNvSpPr>
            <a:spLocks noGrp="1"/>
          </p:cNvSpPr>
          <p:nvPr/>
        </p:nvSpPr>
        <p:spPr>
          <a:xfrm>
            <a:off x="752475" y="3810000"/>
            <a:ext cx="66675" cy="1200150"/>
          </a:xfrm>
          <a:prstGeom prst="rect">
            <a:avLst/>
          </a:prstGeom>
          <a:solidFill>
            <a:srgbClr val="38BDF8"/>
          </a:solidFill>
          <a:ln w="11430">
            <a:solidFill>
              <a:srgbClr val="38BDF8"/>
            </a:solidFill>
            <a:prstDash val="solid"/>
          </a:ln>
        </p:spPr>
        <p:txBody>
          <a:bodyPr/>
          <a:lstStyle/>
          <a:p>
            <a:endParaRPr/>
          </a:p>
        </p:txBody>
      </p:sp>
      <p:sp>
        <p:nvSpPr>
          <p:cNvPr id="20" name="Rectangle 19">
            <a:extLst>
              <a:ext uri="{FF2B5EF4-FFF2-40B4-BE49-F238E27FC236}">
                <a16:creationId xmlns:a16="http://schemas.microsoft.com/office/drawing/2014/main" id="{30E75E99-B6F1-4342-8F0B-D38307B65CEC}"/>
              </a:ext>
            </a:extLst>
          </p:cNvPr>
          <p:cNvSpPr>
            <a:spLocks noGrp="1"/>
          </p:cNvSpPr>
          <p:nvPr/>
        </p:nvSpPr>
        <p:spPr>
          <a:xfrm>
            <a:off x="962025" y="39814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No owner</a:t>
            </a:r>
          </a:p>
        </p:txBody>
      </p:sp>
      <p:sp>
        <p:nvSpPr>
          <p:cNvPr id="21" name="Rectangle 20">
            <a:extLst>
              <a:ext uri="{FF2B5EF4-FFF2-40B4-BE49-F238E27FC236}">
                <a16:creationId xmlns:a16="http://schemas.microsoft.com/office/drawing/2014/main" id="{983FDC9C-72CC-45F9-B7E0-4EE7519C940F}"/>
              </a:ext>
            </a:extLst>
          </p:cNvPr>
          <p:cNvSpPr>
            <a:spLocks noGrp="1"/>
          </p:cNvSpPr>
          <p:nvPr/>
        </p:nvSpPr>
        <p:spPr>
          <a:xfrm>
            <a:off x="962025" y="4495800"/>
            <a:ext cx="2914650" cy="51435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Nobody fixes bad answers.</a:t>
            </a:r>
          </a:p>
        </p:txBody>
      </p:sp>
      <p:sp>
        <p:nvSpPr>
          <p:cNvPr id="22" name="Rectangle: Rounded Corners 21">
            <a:extLst>
              <a:ext uri="{FF2B5EF4-FFF2-40B4-BE49-F238E27FC236}">
                <a16:creationId xmlns:a16="http://schemas.microsoft.com/office/drawing/2014/main" id="{18B13881-49A3-415E-B437-FAB98326E696}"/>
              </a:ext>
            </a:extLst>
          </p:cNvPr>
          <p:cNvSpPr>
            <a:spLocks noGrp="1"/>
          </p:cNvSpPr>
          <p:nvPr/>
        </p:nvSpPr>
        <p:spPr>
          <a:xfrm>
            <a:off x="4429125" y="3810000"/>
            <a:ext cx="3333750" cy="1200150"/>
          </a:xfrm>
          <a:prstGeom prst="roundRect">
            <a:avLst>
              <a:gd name="adj" fmla="val 9524"/>
            </a:avLst>
          </a:prstGeom>
          <a:solidFill>
            <a:srgbClr val="10243A"/>
          </a:solidFill>
          <a:ln w="11430">
            <a:solidFill>
              <a:srgbClr val="22C55E"/>
            </a:solidFill>
            <a:prstDash val="solid"/>
          </a:ln>
        </p:spPr>
        <p:txBody>
          <a:bodyPr/>
          <a:lstStyle/>
          <a:p>
            <a:endParaRPr/>
          </a:p>
        </p:txBody>
      </p:sp>
      <p:sp>
        <p:nvSpPr>
          <p:cNvPr id="23" name="Rectangle 22">
            <a:extLst>
              <a:ext uri="{FF2B5EF4-FFF2-40B4-BE49-F238E27FC236}">
                <a16:creationId xmlns:a16="http://schemas.microsoft.com/office/drawing/2014/main" id="{C834ABCF-187A-4910-A0C8-204B9A94678D}"/>
              </a:ext>
            </a:extLst>
          </p:cNvPr>
          <p:cNvSpPr>
            <a:spLocks noGrp="1"/>
          </p:cNvSpPr>
          <p:nvPr/>
        </p:nvSpPr>
        <p:spPr>
          <a:xfrm>
            <a:off x="4429125" y="3810000"/>
            <a:ext cx="66675" cy="1200150"/>
          </a:xfrm>
          <a:prstGeom prst="rect">
            <a:avLst/>
          </a:prstGeom>
          <a:solidFill>
            <a:srgbClr val="22C55E"/>
          </a:solidFill>
          <a:ln w="11430">
            <a:solidFill>
              <a:srgbClr val="22C55E"/>
            </a:solidFill>
            <a:prstDash val="solid"/>
          </a:ln>
        </p:spPr>
        <p:txBody>
          <a:bodyPr/>
          <a:lstStyle/>
          <a:p>
            <a:endParaRPr/>
          </a:p>
        </p:txBody>
      </p:sp>
      <p:sp>
        <p:nvSpPr>
          <p:cNvPr id="24" name="Rectangle 23">
            <a:extLst>
              <a:ext uri="{FF2B5EF4-FFF2-40B4-BE49-F238E27FC236}">
                <a16:creationId xmlns:a16="http://schemas.microsoft.com/office/drawing/2014/main" id="{E621766C-7945-4D33-B10F-DEC2A58058A4}"/>
              </a:ext>
            </a:extLst>
          </p:cNvPr>
          <p:cNvSpPr>
            <a:spLocks noGrp="1"/>
          </p:cNvSpPr>
          <p:nvPr/>
        </p:nvSpPr>
        <p:spPr>
          <a:xfrm>
            <a:off x="4638675" y="39814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No feedback</a:t>
            </a:r>
          </a:p>
        </p:txBody>
      </p:sp>
      <p:sp>
        <p:nvSpPr>
          <p:cNvPr id="25" name="Rectangle 24">
            <a:extLst>
              <a:ext uri="{FF2B5EF4-FFF2-40B4-BE49-F238E27FC236}">
                <a16:creationId xmlns:a16="http://schemas.microsoft.com/office/drawing/2014/main" id="{03AACCE3-50FB-4451-B9E7-36AB62CCEC7D}"/>
              </a:ext>
            </a:extLst>
          </p:cNvPr>
          <p:cNvSpPr>
            <a:spLocks noGrp="1"/>
          </p:cNvSpPr>
          <p:nvPr/>
        </p:nvSpPr>
        <p:spPr>
          <a:xfrm>
            <a:off x="4638675" y="4349877"/>
            <a:ext cx="2914650" cy="514350"/>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Errors repeat because </a:t>
            </a:r>
            <a:endParaRPr lang="en-SG" sz="1725" b="0" dirty="0">
              <a:solidFill>
                <a:srgbClr val="A8B6C7"/>
              </a:solidFill>
            </a:endParaRPr>
          </a:p>
          <a:p>
            <a:pPr algn="l">
              <a:buNone/>
              <a:defRPr sz="1725" b="0">
                <a:solidFill>
                  <a:srgbClr val="A8B6C7"/>
                </a:solidFill>
              </a:defRPr>
            </a:pPr>
            <a:r>
              <a:rPr sz="1725" b="0" dirty="0">
                <a:solidFill>
                  <a:srgbClr val="A8B6C7"/>
                </a:solidFill>
              </a:rPr>
              <a:t>learning is not captured.</a:t>
            </a:r>
          </a:p>
        </p:txBody>
      </p:sp>
      <p:sp>
        <p:nvSpPr>
          <p:cNvPr id="26" name="Rectangle: Rounded Corners 25">
            <a:extLst>
              <a:ext uri="{FF2B5EF4-FFF2-40B4-BE49-F238E27FC236}">
                <a16:creationId xmlns:a16="http://schemas.microsoft.com/office/drawing/2014/main" id="{DA3968A8-FA30-4E2A-806A-42E202815183}"/>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7" name="Rectangle 26">
            <a:extLst>
              <a:ext uri="{FF2B5EF4-FFF2-40B4-BE49-F238E27FC236}">
                <a16:creationId xmlns:a16="http://schemas.microsoft.com/office/drawing/2014/main" id="{DC476C27-4862-4A54-8764-1D8A16D0F82A}"/>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8" name="Rectangle 27">
            <a:extLst>
              <a:ext uri="{FF2B5EF4-FFF2-40B4-BE49-F238E27FC236}">
                <a16:creationId xmlns:a16="http://schemas.microsoft.com/office/drawing/2014/main" id="{B49FEE8D-478D-4B92-A555-42A1A1874700}"/>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Each failure needs a control, not a complaint.</a:t>
            </a:r>
          </a:p>
        </p:txBody>
      </p:sp>
      <p:sp>
        <p:nvSpPr>
          <p:cNvPr id="30" name="Oval 29">
            <a:extLst>
              <a:ext uri="{FF2B5EF4-FFF2-40B4-BE49-F238E27FC236}">
                <a16:creationId xmlns:a16="http://schemas.microsoft.com/office/drawing/2014/main" id="{E61D3973-A5D6-494E-857E-9F9C0672F68F}"/>
              </a:ext>
            </a:extLst>
          </p:cNvPr>
          <p:cNvSpPr>
            <a:spLocks noGrp="1"/>
          </p:cNvSpPr>
          <p:nvPr/>
        </p:nvSpPr>
        <p:spPr>
          <a:xfrm>
            <a:off x="3381375" y="2667000"/>
            <a:ext cx="438150" cy="438150"/>
          </a:xfrm>
          <a:prstGeom prst="ellipse">
            <a:avLst/>
          </a:prstGeom>
          <a:solidFill>
            <a:srgbClr val="38BDF8"/>
          </a:solidFill>
          <a:ln w="9525">
            <a:solidFill>
              <a:srgbClr val="0B1A2A"/>
            </a:solidFill>
            <a:prstDash val="solid"/>
          </a:ln>
        </p:spPr>
        <p:txBody>
          <a:bodyPr/>
          <a:lstStyle/>
          <a:p>
            <a:endParaRPr lang="en-SG"/>
          </a:p>
        </p:txBody>
      </p:sp>
      <p:pic>
        <p:nvPicPr>
          <p:cNvPr id="69" name="Graphic 68"/>
          <p:cNvPicPr>
            <a:picLocks noChangeAspect="1"/>
          </p:cNvPicPr>
          <p:nvPr/>
        </p:nvPicPr>
        <p:blipFill>
          <a:blip>
            <a:extLst>
              <a:ext uri="{96DAC541-7B7A-43D3-8B79-37D633B846F1}">
                <asvg:svgBlip xmlns:asvg="http://schemas.microsoft.com/office/drawing/2016/SVG/main" r:embed="rId3"/>
              </a:ext>
            </a:extLst>
          </a:blip>
          <a:stretch/>
        </p:blipFill>
        <p:spPr>
          <a:xfrm>
            <a:off x="3477768" y="2763393"/>
            <a:ext cx="245364" cy="245364"/>
          </a:xfrm>
          <a:prstGeom prst="rect">
            <a:avLst/>
          </a:prstGeom>
        </p:spPr>
      </p:pic>
      <p:sp>
        <p:nvSpPr>
          <p:cNvPr id="32" name="Oval 31">
            <a:extLst>
              <a:ext uri="{FF2B5EF4-FFF2-40B4-BE49-F238E27FC236}">
                <a16:creationId xmlns:a16="http://schemas.microsoft.com/office/drawing/2014/main" id="{47BB4DC5-EE60-402C-A03A-BFB6EFFE096C}"/>
              </a:ext>
            </a:extLst>
          </p:cNvPr>
          <p:cNvSpPr>
            <a:spLocks noGrp="1"/>
          </p:cNvSpPr>
          <p:nvPr/>
        </p:nvSpPr>
        <p:spPr>
          <a:xfrm>
            <a:off x="7058025" y="2667000"/>
            <a:ext cx="438150" cy="438150"/>
          </a:xfrm>
          <a:prstGeom prst="ellipse">
            <a:avLst/>
          </a:prstGeom>
          <a:solidFill>
            <a:srgbClr val="A78BFA"/>
          </a:solidFill>
          <a:ln w="9525">
            <a:solidFill>
              <a:srgbClr val="0B1A2A"/>
            </a:solidFill>
            <a:prstDash val="solid"/>
          </a:ln>
        </p:spPr>
        <p:txBody>
          <a:bodyPr/>
          <a:lstStyle/>
          <a:p>
            <a:endParaRPr lang="en-SG"/>
          </a:p>
        </p:txBody>
      </p:sp>
      <p:pic>
        <p:nvPicPr>
          <p:cNvPr id="71" name="Graphic 70"/>
          <p:cNvPicPr>
            <a:picLocks noChangeAspect="1"/>
          </p:cNvPicPr>
          <p:nvPr/>
        </p:nvPicPr>
        <p:blipFill>
          <a:blip>
            <a:extLst>
              <a:ext uri="{96DAC541-7B7A-43D3-8B79-37D633B846F1}">
                <asvg:svgBlip xmlns:asvg="http://schemas.microsoft.com/office/drawing/2016/SVG/main" r:embed="rId4"/>
              </a:ext>
            </a:extLst>
          </a:blip>
          <a:stretch/>
        </p:blipFill>
        <p:spPr>
          <a:xfrm>
            <a:off x="7154418" y="2763393"/>
            <a:ext cx="245364" cy="245364"/>
          </a:xfrm>
          <a:prstGeom prst="rect">
            <a:avLst/>
          </a:prstGeom>
        </p:spPr>
      </p:pic>
      <p:sp>
        <p:nvSpPr>
          <p:cNvPr id="34" name="Oval 33">
            <a:extLst>
              <a:ext uri="{FF2B5EF4-FFF2-40B4-BE49-F238E27FC236}">
                <a16:creationId xmlns:a16="http://schemas.microsoft.com/office/drawing/2014/main" id="{16F66E42-CAA2-40EA-AB5B-2CB280DDE7D2}"/>
              </a:ext>
            </a:extLst>
          </p:cNvPr>
          <p:cNvSpPr>
            <a:spLocks noGrp="1"/>
          </p:cNvSpPr>
          <p:nvPr/>
        </p:nvSpPr>
        <p:spPr>
          <a:xfrm>
            <a:off x="10734675" y="2667000"/>
            <a:ext cx="438150" cy="438150"/>
          </a:xfrm>
          <a:prstGeom prst="ellipse">
            <a:avLst/>
          </a:prstGeom>
          <a:solidFill>
            <a:srgbClr val="05D6A4"/>
          </a:solidFill>
          <a:ln w="9525">
            <a:solidFill>
              <a:srgbClr val="0B1A2A"/>
            </a:solidFill>
            <a:prstDash val="solid"/>
          </a:ln>
        </p:spPr>
        <p:txBody>
          <a:bodyPr/>
          <a:lstStyle/>
          <a:p>
            <a:endParaRPr lang="en-SG"/>
          </a:p>
        </p:txBody>
      </p:sp>
      <p:pic>
        <p:nvPicPr>
          <p:cNvPr id="73" name="Graphic 72"/>
          <p:cNvPicPr>
            <a:picLocks noChangeAspect="1"/>
          </p:cNvPicPr>
          <p:nvPr/>
        </p:nvPicPr>
        <p:blipFill>
          <a:blip>
            <a:extLst>
              <a:ext uri="{96DAC541-7B7A-43D3-8B79-37D633B846F1}">
                <asvg:svgBlip xmlns:asvg="http://schemas.microsoft.com/office/drawing/2016/SVG/main" r:embed="rId5"/>
              </a:ext>
            </a:extLst>
          </a:blip>
          <a:stretch/>
        </p:blipFill>
        <p:spPr>
          <a:xfrm>
            <a:off x="10831068" y="2763393"/>
            <a:ext cx="245364" cy="245364"/>
          </a:xfrm>
          <a:prstGeom prst="rect">
            <a:avLst/>
          </a:prstGeom>
        </p:spPr>
      </p:pic>
      <p:sp>
        <p:nvSpPr>
          <p:cNvPr id="36" name="Oval 35">
            <a:extLst>
              <a:ext uri="{FF2B5EF4-FFF2-40B4-BE49-F238E27FC236}">
                <a16:creationId xmlns:a16="http://schemas.microsoft.com/office/drawing/2014/main" id="{9DDC371E-7952-44EE-8362-7A01B8ACD4B6}"/>
              </a:ext>
            </a:extLst>
          </p:cNvPr>
          <p:cNvSpPr>
            <a:spLocks noGrp="1"/>
          </p:cNvSpPr>
          <p:nvPr/>
        </p:nvSpPr>
        <p:spPr>
          <a:xfrm>
            <a:off x="3381375" y="4076700"/>
            <a:ext cx="438150" cy="438150"/>
          </a:xfrm>
          <a:prstGeom prst="ellipse">
            <a:avLst/>
          </a:prstGeom>
          <a:solidFill>
            <a:srgbClr val="22C55E"/>
          </a:solidFill>
          <a:ln w="9525">
            <a:solidFill>
              <a:srgbClr val="0B1A2A"/>
            </a:solidFill>
            <a:prstDash val="solid"/>
          </a:ln>
        </p:spPr>
        <p:txBody>
          <a:bodyPr/>
          <a:lstStyle/>
          <a:p>
            <a:endParaRPr lang="en-SG"/>
          </a:p>
        </p:txBody>
      </p:sp>
      <p:pic>
        <p:nvPicPr>
          <p:cNvPr id="75" name="Graphic 74"/>
          <p:cNvPicPr>
            <a:picLocks noChangeAspect="1"/>
          </p:cNvPicPr>
          <p:nvPr/>
        </p:nvPicPr>
        <p:blipFill>
          <a:blip>
            <a:extLst>
              <a:ext uri="{96DAC541-7B7A-43D3-8B79-37D633B846F1}">
                <asvg:svgBlip xmlns:asvg="http://schemas.microsoft.com/office/drawing/2016/SVG/main" r:embed="rId6"/>
              </a:ext>
            </a:extLst>
          </a:blip>
          <a:stretch/>
        </p:blipFill>
        <p:spPr>
          <a:xfrm>
            <a:off x="3477768" y="4173093"/>
            <a:ext cx="245364" cy="245364"/>
          </a:xfrm>
          <a:prstGeom prst="rect">
            <a:avLst/>
          </a:prstGeom>
        </p:spPr>
      </p:pic>
      <p:sp>
        <p:nvSpPr>
          <p:cNvPr id="38" name="Oval 37">
            <a:extLst>
              <a:ext uri="{FF2B5EF4-FFF2-40B4-BE49-F238E27FC236}">
                <a16:creationId xmlns:a16="http://schemas.microsoft.com/office/drawing/2014/main" id="{8E30196B-F7E4-4F7E-8E03-0CC2B02F31CF}"/>
              </a:ext>
            </a:extLst>
          </p:cNvPr>
          <p:cNvSpPr>
            <a:spLocks noGrp="1"/>
          </p:cNvSpPr>
          <p:nvPr/>
        </p:nvSpPr>
        <p:spPr>
          <a:xfrm>
            <a:off x="7058025" y="4076700"/>
            <a:ext cx="438150" cy="438150"/>
          </a:xfrm>
          <a:prstGeom prst="ellipse">
            <a:avLst/>
          </a:prstGeom>
          <a:solidFill>
            <a:srgbClr val="22C55E"/>
          </a:solidFill>
          <a:ln w="9525">
            <a:solidFill>
              <a:srgbClr val="0B1A2A"/>
            </a:solidFill>
            <a:prstDash val="solid"/>
          </a:ln>
        </p:spPr>
        <p:txBody>
          <a:bodyPr/>
          <a:lstStyle/>
          <a:p>
            <a:endParaRPr lang="en-SG"/>
          </a:p>
        </p:txBody>
      </p:sp>
      <p:pic>
        <p:nvPicPr>
          <p:cNvPr id="77" name="Graphic 76"/>
          <p:cNvPicPr>
            <a:picLocks noChangeAspect="1"/>
          </p:cNvPicPr>
          <p:nvPr/>
        </p:nvPicPr>
        <p:blipFill>
          <a:blip>
            <a:extLst>
              <a:ext uri="{96DAC541-7B7A-43D3-8B79-37D633B846F1}">
                <asvg:svgBlip xmlns:asvg="http://schemas.microsoft.com/office/drawing/2016/SVG/main" r:embed="rId7"/>
              </a:ext>
            </a:extLst>
          </a:blip>
          <a:stretch/>
        </p:blipFill>
        <p:spPr>
          <a:xfrm>
            <a:off x="7154418" y="4173093"/>
            <a:ext cx="245364" cy="245364"/>
          </a:xfrm>
          <a:prstGeom prst="rect">
            <a:avLst/>
          </a:prstGeom>
        </p:spPr>
      </p:pic>
      <p:pic>
        <p:nvPicPr>
          <p:cNvPr id="33" name="Picture 32">
            <a:extLst>
              <a:ext uri="{FF2B5EF4-FFF2-40B4-BE49-F238E27FC236}">
                <a16:creationId xmlns:a16="http://schemas.microsoft.com/office/drawing/2014/main" id="{C622E499-BB39-A7F5-CECC-93E904E420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502962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DF047C6-082F-4377-B997-34B48E71D826}"/>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FEEDBACK</a:t>
            </a:r>
          </a:p>
        </p:txBody>
      </p:sp>
      <p:sp>
        <p:nvSpPr>
          <p:cNvPr id="2" name="Rectangle 1">
            <a:extLst>
              <a:ext uri="{FF2B5EF4-FFF2-40B4-BE49-F238E27FC236}">
                <a16:creationId xmlns:a16="http://schemas.microsoft.com/office/drawing/2014/main" id="{F0FF1B16-8BB7-4E1A-B606-E0B3B68C33AF}"/>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Feedback keeps knowledge alive</a:t>
            </a:r>
          </a:p>
        </p:txBody>
      </p:sp>
      <p:sp>
        <p:nvSpPr>
          <p:cNvPr id="3" name="Rectangle 2">
            <a:extLst>
              <a:ext uri="{FF2B5EF4-FFF2-40B4-BE49-F238E27FC236}">
                <a16:creationId xmlns:a16="http://schemas.microsoft.com/office/drawing/2014/main" id="{0DA70D8E-1CAE-4F45-9E9C-943B2668FCED}"/>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54634A83-128C-4ACC-AD21-8708B2997D0E}"/>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37</a:t>
            </a:r>
          </a:p>
        </p:txBody>
      </p:sp>
      <p:sp>
        <p:nvSpPr>
          <p:cNvPr id="5" name="Oval 4">
            <a:extLst>
              <a:ext uri="{FF2B5EF4-FFF2-40B4-BE49-F238E27FC236}">
                <a16:creationId xmlns:a16="http://schemas.microsoft.com/office/drawing/2014/main" id="{3F5C7A71-5D26-435A-A4EE-C425F8C77562}"/>
              </a:ext>
            </a:extLst>
          </p:cNvPr>
          <p:cNvSpPr>
            <a:spLocks noGrp="1"/>
          </p:cNvSpPr>
          <p:nvPr/>
        </p:nvSpPr>
        <p:spPr>
          <a:xfrm>
            <a:off x="4781550" y="1752600"/>
            <a:ext cx="1866900" cy="876300"/>
          </a:xfrm>
          <a:prstGeom prst="ellipse">
            <a:avLst/>
          </a:prstGeom>
          <a:solidFill>
            <a:srgbClr val="0F2F46"/>
          </a:solidFill>
          <a:ln w="11430">
            <a:solidFill>
              <a:srgbClr val="05D6A4"/>
            </a:solidFill>
            <a:prstDash val="solid"/>
          </a:ln>
        </p:spPr>
        <p:txBody>
          <a:bodyPr/>
          <a:lstStyle/>
          <a:p>
            <a:endParaRPr/>
          </a:p>
        </p:txBody>
      </p:sp>
      <p:sp>
        <p:nvSpPr>
          <p:cNvPr id="6" name="Rectangle 5">
            <a:extLst>
              <a:ext uri="{FF2B5EF4-FFF2-40B4-BE49-F238E27FC236}">
                <a16:creationId xmlns:a16="http://schemas.microsoft.com/office/drawing/2014/main" id="{9CAEBB89-C9F4-4415-8E53-5B9DEA824C60}"/>
              </a:ext>
            </a:extLst>
          </p:cNvPr>
          <p:cNvSpPr>
            <a:spLocks noGrp="1"/>
          </p:cNvSpPr>
          <p:nvPr/>
        </p:nvSpPr>
        <p:spPr>
          <a:xfrm>
            <a:off x="4972050" y="2019300"/>
            <a:ext cx="1485900" cy="323850"/>
          </a:xfrm>
          <a:prstGeom prst="rect">
            <a:avLst/>
          </a:prstGeom>
          <a:noFill/>
          <a:ln w="0">
            <a:noFill/>
            <a:prstDash val="solid"/>
          </a:ln>
        </p:spPr>
        <p:txBody>
          <a:bodyPr/>
          <a:lstStyle/>
          <a:p>
            <a:pPr algn="ctr">
              <a:buNone/>
              <a:defRPr sz="1800" b="1">
                <a:solidFill>
                  <a:srgbClr val="F8FAFC"/>
                </a:solidFill>
              </a:defRPr>
            </a:pPr>
            <a:r>
              <a:rPr sz="1800" b="1">
                <a:solidFill>
                  <a:srgbClr val="F8FAFC"/>
                </a:solidFill>
              </a:rPr>
              <a:t>Correct answer</a:t>
            </a:r>
          </a:p>
        </p:txBody>
      </p:sp>
      <p:sp>
        <p:nvSpPr>
          <p:cNvPr id="7" name="Oval 6">
            <a:extLst>
              <a:ext uri="{FF2B5EF4-FFF2-40B4-BE49-F238E27FC236}">
                <a16:creationId xmlns:a16="http://schemas.microsoft.com/office/drawing/2014/main" id="{CD885379-A4E6-43A2-BBA2-76B4F6556D2F}"/>
              </a:ext>
            </a:extLst>
          </p:cNvPr>
          <p:cNvSpPr>
            <a:spLocks noGrp="1"/>
          </p:cNvSpPr>
          <p:nvPr/>
        </p:nvSpPr>
        <p:spPr>
          <a:xfrm>
            <a:off x="8020050" y="3143250"/>
            <a:ext cx="1866900" cy="876300"/>
          </a:xfrm>
          <a:prstGeom prst="ellipse">
            <a:avLst/>
          </a:prstGeom>
          <a:solidFill>
            <a:srgbClr val="0F2F46"/>
          </a:solidFill>
          <a:ln w="11430">
            <a:solidFill>
              <a:srgbClr val="38BDF8"/>
            </a:solidFill>
            <a:prstDash val="solid"/>
          </a:ln>
        </p:spPr>
        <p:txBody>
          <a:bodyPr/>
          <a:lstStyle/>
          <a:p>
            <a:endParaRPr/>
          </a:p>
        </p:txBody>
      </p:sp>
      <p:sp>
        <p:nvSpPr>
          <p:cNvPr id="8" name="Rectangle 7">
            <a:extLst>
              <a:ext uri="{FF2B5EF4-FFF2-40B4-BE49-F238E27FC236}">
                <a16:creationId xmlns:a16="http://schemas.microsoft.com/office/drawing/2014/main" id="{1EE9FFA0-52C1-4694-8CEC-1DC5CD2B302B}"/>
              </a:ext>
            </a:extLst>
          </p:cNvPr>
          <p:cNvSpPr>
            <a:spLocks noGrp="1"/>
          </p:cNvSpPr>
          <p:nvPr/>
        </p:nvSpPr>
        <p:spPr>
          <a:xfrm>
            <a:off x="8210550" y="3409950"/>
            <a:ext cx="1485900" cy="323850"/>
          </a:xfrm>
          <a:prstGeom prst="rect">
            <a:avLst/>
          </a:prstGeom>
          <a:noFill/>
          <a:ln w="0">
            <a:noFill/>
            <a:prstDash val="solid"/>
          </a:ln>
        </p:spPr>
        <p:txBody>
          <a:bodyPr/>
          <a:lstStyle/>
          <a:p>
            <a:pPr algn="ctr">
              <a:buNone/>
              <a:defRPr sz="1800" b="1">
                <a:solidFill>
                  <a:srgbClr val="F8FAFC"/>
                </a:solidFill>
              </a:defRPr>
            </a:pPr>
            <a:r>
              <a:rPr sz="1800" b="1">
                <a:solidFill>
                  <a:srgbClr val="F8FAFC"/>
                </a:solidFill>
              </a:rPr>
              <a:t>Source update</a:t>
            </a:r>
          </a:p>
        </p:txBody>
      </p:sp>
      <p:sp>
        <p:nvSpPr>
          <p:cNvPr id="9" name="Rectangle 8">
            <a:extLst>
              <a:ext uri="{FF2B5EF4-FFF2-40B4-BE49-F238E27FC236}">
                <a16:creationId xmlns:a16="http://schemas.microsoft.com/office/drawing/2014/main" id="{17D045F2-BCC3-4523-B4F4-E75B74D601C8}"/>
              </a:ext>
            </a:extLst>
          </p:cNvPr>
          <p:cNvSpPr>
            <a:spLocks noGrp="1"/>
          </p:cNvSpPr>
          <p:nvPr/>
        </p:nvSpPr>
        <p:spPr>
          <a:xfrm>
            <a:off x="6648450" y="2171700"/>
            <a:ext cx="1371600" cy="38100"/>
          </a:xfrm>
          <a:prstGeom prst="rect">
            <a:avLst/>
          </a:prstGeom>
          <a:solidFill>
            <a:srgbClr val="38BDF8"/>
          </a:solidFill>
          <a:ln w="11430">
            <a:solidFill>
              <a:srgbClr val="38BDF8"/>
            </a:solidFill>
            <a:prstDash val="solid"/>
          </a:ln>
        </p:spPr>
        <p:txBody>
          <a:bodyPr/>
          <a:lstStyle/>
          <a:p>
            <a:endParaRPr/>
          </a:p>
        </p:txBody>
      </p:sp>
      <p:sp>
        <p:nvSpPr>
          <p:cNvPr id="10" name="Oval 9">
            <a:extLst>
              <a:ext uri="{FF2B5EF4-FFF2-40B4-BE49-F238E27FC236}">
                <a16:creationId xmlns:a16="http://schemas.microsoft.com/office/drawing/2014/main" id="{512964AA-6973-472D-B58F-50F65314C0EF}"/>
              </a:ext>
            </a:extLst>
          </p:cNvPr>
          <p:cNvSpPr>
            <a:spLocks noGrp="1"/>
          </p:cNvSpPr>
          <p:nvPr/>
        </p:nvSpPr>
        <p:spPr>
          <a:xfrm>
            <a:off x="4781550" y="4495800"/>
            <a:ext cx="1866900" cy="876300"/>
          </a:xfrm>
          <a:prstGeom prst="ellipse">
            <a:avLst/>
          </a:prstGeom>
          <a:solidFill>
            <a:srgbClr val="0F2F46"/>
          </a:solidFill>
          <a:ln w="11430">
            <a:solidFill>
              <a:srgbClr val="22C55E"/>
            </a:solidFill>
            <a:prstDash val="solid"/>
          </a:ln>
        </p:spPr>
        <p:txBody>
          <a:bodyPr/>
          <a:lstStyle/>
          <a:p>
            <a:endParaRPr/>
          </a:p>
        </p:txBody>
      </p:sp>
      <p:sp>
        <p:nvSpPr>
          <p:cNvPr id="11" name="Rectangle 10">
            <a:extLst>
              <a:ext uri="{FF2B5EF4-FFF2-40B4-BE49-F238E27FC236}">
                <a16:creationId xmlns:a16="http://schemas.microsoft.com/office/drawing/2014/main" id="{AAF7D3EB-78B5-4611-B666-D4B6DF602BE5}"/>
              </a:ext>
            </a:extLst>
          </p:cNvPr>
          <p:cNvSpPr>
            <a:spLocks noGrp="1"/>
          </p:cNvSpPr>
          <p:nvPr/>
        </p:nvSpPr>
        <p:spPr>
          <a:xfrm>
            <a:off x="4972050" y="4762500"/>
            <a:ext cx="1485900" cy="323850"/>
          </a:xfrm>
          <a:prstGeom prst="rect">
            <a:avLst/>
          </a:prstGeom>
          <a:noFill/>
          <a:ln w="0">
            <a:noFill/>
            <a:prstDash val="solid"/>
          </a:ln>
        </p:spPr>
        <p:txBody>
          <a:bodyPr/>
          <a:lstStyle/>
          <a:p>
            <a:pPr algn="ctr">
              <a:buNone/>
              <a:defRPr sz="1800" b="1">
                <a:solidFill>
                  <a:srgbClr val="F8FAFC"/>
                </a:solidFill>
              </a:defRPr>
            </a:pPr>
            <a:r>
              <a:rPr sz="1800" b="1">
                <a:solidFill>
                  <a:srgbClr val="F8FAFC"/>
                </a:solidFill>
              </a:rPr>
              <a:t>Owner review</a:t>
            </a:r>
          </a:p>
        </p:txBody>
      </p:sp>
      <p:sp>
        <p:nvSpPr>
          <p:cNvPr id="12" name="Rectangle 11">
            <a:extLst>
              <a:ext uri="{FF2B5EF4-FFF2-40B4-BE49-F238E27FC236}">
                <a16:creationId xmlns:a16="http://schemas.microsoft.com/office/drawing/2014/main" id="{758F136C-EF65-4315-BEA1-2C3F1E53528C}"/>
              </a:ext>
            </a:extLst>
          </p:cNvPr>
          <p:cNvSpPr>
            <a:spLocks noGrp="1"/>
          </p:cNvSpPr>
          <p:nvPr/>
        </p:nvSpPr>
        <p:spPr>
          <a:xfrm>
            <a:off x="6648450" y="3562350"/>
            <a:ext cx="1371600" cy="38100"/>
          </a:xfrm>
          <a:prstGeom prst="rect">
            <a:avLst/>
          </a:prstGeom>
          <a:solidFill>
            <a:srgbClr val="22C55E"/>
          </a:solidFill>
          <a:ln w="11430">
            <a:solidFill>
              <a:srgbClr val="22C55E"/>
            </a:solidFill>
            <a:prstDash val="solid"/>
          </a:ln>
        </p:spPr>
        <p:txBody>
          <a:bodyPr/>
          <a:lstStyle/>
          <a:p>
            <a:endParaRPr/>
          </a:p>
        </p:txBody>
      </p:sp>
      <p:sp>
        <p:nvSpPr>
          <p:cNvPr id="13" name="Oval 12">
            <a:extLst>
              <a:ext uri="{FF2B5EF4-FFF2-40B4-BE49-F238E27FC236}">
                <a16:creationId xmlns:a16="http://schemas.microsoft.com/office/drawing/2014/main" id="{695C82E8-04D2-4875-9649-EDF20F72AC05}"/>
              </a:ext>
            </a:extLst>
          </p:cNvPr>
          <p:cNvSpPr>
            <a:spLocks noGrp="1"/>
          </p:cNvSpPr>
          <p:nvPr/>
        </p:nvSpPr>
        <p:spPr>
          <a:xfrm>
            <a:off x="1543050" y="3143250"/>
            <a:ext cx="1866900" cy="876300"/>
          </a:xfrm>
          <a:prstGeom prst="ellipse">
            <a:avLst/>
          </a:prstGeom>
          <a:solidFill>
            <a:srgbClr val="0F2F46"/>
          </a:solidFill>
          <a:ln w="11430">
            <a:solidFill>
              <a:srgbClr val="A78BFA"/>
            </a:solidFill>
            <a:prstDash val="solid"/>
          </a:ln>
        </p:spPr>
        <p:txBody>
          <a:bodyPr/>
          <a:lstStyle/>
          <a:p>
            <a:endParaRPr/>
          </a:p>
        </p:txBody>
      </p:sp>
      <p:sp>
        <p:nvSpPr>
          <p:cNvPr id="14" name="Rectangle 13">
            <a:extLst>
              <a:ext uri="{FF2B5EF4-FFF2-40B4-BE49-F238E27FC236}">
                <a16:creationId xmlns:a16="http://schemas.microsoft.com/office/drawing/2014/main" id="{778F4645-9F4A-4B9E-A7EA-BD2C52758D4E}"/>
              </a:ext>
            </a:extLst>
          </p:cNvPr>
          <p:cNvSpPr>
            <a:spLocks noGrp="1"/>
          </p:cNvSpPr>
          <p:nvPr/>
        </p:nvSpPr>
        <p:spPr>
          <a:xfrm>
            <a:off x="1733550" y="3409950"/>
            <a:ext cx="1485900" cy="323850"/>
          </a:xfrm>
          <a:prstGeom prst="rect">
            <a:avLst/>
          </a:prstGeom>
          <a:noFill/>
          <a:ln w="0">
            <a:noFill/>
            <a:prstDash val="solid"/>
          </a:ln>
        </p:spPr>
        <p:txBody>
          <a:bodyPr/>
          <a:lstStyle/>
          <a:p>
            <a:pPr algn="ctr">
              <a:buNone/>
              <a:defRPr sz="1800" b="1">
                <a:solidFill>
                  <a:srgbClr val="F8FAFC"/>
                </a:solidFill>
              </a:defRPr>
            </a:pPr>
            <a:r>
              <a:rPr sz="1800" b="1">
                <a:solidFill>
                  <a:srgbClr val="F8FAFC"/>
                </a:solidFill>
              </a:rPr>
              <a:t>Retest</a:t>
            </a:r>
          </a:p>
        </p:txBody>
      </p:sp>
      <p:sp>
        <p:nvSpPr>
          <p:cNvPr id="15" name="Rectangle 14">
            <a:extLst>
              <a:ext uri="{FF2B5EF4-FFF2-40B4-BE49-F238E27FC236}">
                <a16:creationId xmlns:a16="http://schemas.microsoft.com/office/drawing/2014/main" id="{AE573CB9-B7C6-4F75-AA4B-23DCC0E827AA}"/>
              </a:ext>
            </a:extLst>
          </p:cNvPr>
          <p:cNvSpPr>
            <a:spLocks noGrp="1"/>
          </p:cNvSpPr>
          <p:nvPr/>
        </p:nvSpPr>
        <p:spPr>
          <a:xfrm>
            <a:off x="3409950" y="3562350"/>
            <a:ext cx="1371600" cy="38100"/>
          </a:xfrm>
          <a:prstGeom prst="rect">
            <a:avLst/>
          </a:prstGeom>
          <a:solidFill>
            <a:srgbClr val="A78BFA"/>
          </a:solidFill>
          <a:ln w="11430">
            <a:solidFill>
              <a:srgbClr val="A78BFA"/>
            </a:solidFill>
            <a:prstDash val="solid"/>
          </a:ln>
        </p:spPr>
        <p:txBody>
          <a:bodyPr/>
          <a:lstStyle/>
          <a:p>
            <a:endParaRPr/>
          </a:p>
        </p:txBody>
      </p:sp>
      <p:sp>
        <p:nvSpPr>
          <p:cNvPr id="16" name="Rectangle: Rounded Corners 15">
            <a:extLst>
              <a:ext uri="{FF2B5EF4-FFF2-40B4-BE49-F238E27FC236}">
                <a16:creationId xmlns:a16="http://schemas.microsoft.com/office/drawing/2014/main" id="{89C60E1C-B90B-48B1-A22C-FBBC2B35740F}"/>
              </a:ext>
            </a:extLst>
          </p:cNvPr>
          <p:cNvSpPr>
            <a:spLocks noGrp="1"/>
          </p:cNvSpPr>
          <p:nvPr/>
        </p:nvSpPr>
        <p:spPr>
          <a:xfrm>
            <a:off x="4400550" y="3067050"/>
            <a:ext cx="3390900" cy="914400"/>
          </a:xfrm>
          <a:prstGeom prst="roundRect">
            <a:avLst>
              <a:gd name="adj" fmla="val 12500"/>
            </a:avLst>
          </a:prstGeom>
          <a:solidFill>
            <a:srgbClr val="0E2034"/>
          </a:solidFill>
          <a:ln w="11430">
            <a:solidFill>
              <a:srgbClr val="FBBF24"/>
            </a:solidFill>
            <a:prstDash val="solid"/>
          </a:ln>
        </p:spPr>
        <p:txBody>
          <a:bodyPr/>
          <a:lstStyle/>
          <a:p>
            <a:endParaRPr/>
          </a:p>
        </p:txBody>
      </p:sp>
      <p:sp>
        <p:nvSpPr>
          <p:cNvPr id="17" name="Rectangle 16">
            <a:extLst>
              <a:ext uri="{FF2B5EF4-FFF2-40B4-BE49-F238E27FC236}">
                <a16:creationId xmlns:a16="http://schemas.microsoft.com/office/drawing/2014/main" id="{D4704A89-6D2F-4098-B31F-1EFFA6FA28D4}"/>
              </a:ext>
            </a:extLst>
          </p:cNvPr>
          <p:cNvSpPr>
            <a:spLocks noGrp="1"/>
          </p:cNvSpPr>
          <p:nvPr/>
        </p:nvSpPr>
        <p:spPr>
          <a:xfrm>
            <a:off x="4686300" y="3314700"/>
            <a:ext cx="2819400" cy="400050"/>
          </a:xfrm>
          <a:prstGeom prst="rect">
            <a:avLst/>
          </a:prstGeom>
          <a:noFill/>
          <a:ln w="0">
            <a:noFill/>
            <a:prstDash val="solid"/>
          </a:ln>
        </p:spPr>
        <p:txBody>
          <a:bodyPr/>
          <a:lstStyle/>
          <a:p>
            <a:pPr algn="ctr">
              <a:buNone/>
              <a:defRPr sz="2175" b="1">
                <a:solidFill>
                  <a:srgbClr val="F8FAFC"/>
                </a:solidFill>
              </a:defRPr>
            </a:pPr>
            <a:r>
              <a:rPr sz="2175" b="1">
                <a:solidFill>
                  <a:srgbClr val="F8FAFC"/>
                </a:solidFill>
              </a:rPr>
              <a:t>Feedback keeps the brain alive</a:t>
            </a:r>
          </a:p>
        </p:txBody>
      </p:sp>
      <p:sp>
        <p:nvSpPr>
          <p:cNvPr id="18" name="Rectangle: Rounded Corners 17">
            <a:extLst>
              <a:ext uri="{FF2B5EF4-FFF2-40B4-BE49-F238E27FC236}">
                <a16:creationId xmlns:a16="http://schemas.microsoft.com/office/drawing/2014/main" id="{F609E0B8-2413-4BF1-8365-0C10FC2F79CC}"/>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B8696D20-0BC9-4AF0-A9E4-44EB0EABE6BD}"/>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OPERATING RULE</a:t>
            </a:r>
          </a:p>
        </p:txBody>
      </p:sp>
      <p:sp>
        <p:nvSpPr>
          <p:cNvPr id="20" name="Rectangle 19">
            <a:extLst>
              <a:ext uri="{FF2B5EF4-FFF2-40B4-BE49-F238E27FC236}">
                <a16:creationId xmlns:a16="http://schemas.microsoft.com/office/drawing/2014/main" id="{119DDB62-C748-448F-8B25-3F4B2E2C4B56}"/>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 second brain is maintained, not launched once.</a:t>
            </a:r>
          </a:p>
        </p:txBody>
      </p:sp>
      <p:sp>
        <p:nvSpPr>
          <p:cNvPr id="22" name="Oval 21">
            <a:extLst>
              <a:ext uri="{FF2B5EF4-FFF2-40B4-BE49-F238E27FC236}">
                <a16:creationId xmlns:a16="http://schemas.microsoft.com/office/drawing/2014/main" id="{FA79B165-D40B-479F-9022-92BEE5500FCB}"/>
              </a:ext>
            </a:extLst>
          </p:cNvPr>
          <p:cNvSpPr>
            <a:spLocks noGrp="1"/>
          </p:cNvSpPr>
          <p:nvPr/>
        </p:nvSpPr>
        <p:spPr>
          <a:xfrm>
            <a:off x="5903976" y="2882707"/>
            <a:ext cx="384048" cy="384048"/>
          </a:xfrm>
          <a:prstGeom prst="ellipse">
            <a:avLst/>
          </a:prstGeom>
          <a:solidFill>
            <a:srgbClr val="22C55E"/>
          </a:solidFill>
          <a:ln w="9525">
            <a:solidFill>
              <a:srgbClr val="0B1A2A"/>
            </a:solidFill>
            <a:prstDash val="solid"/>
          </a:ln>
        </p:spPr>
        <p:txBody>
          <a:bodyPr/>
          <a:lstStyle/>
          <a:p>
            <a:endParaRPr lang="en-SG"/>
          </a:p>
        </p:txBody>
      </p:sp>
      <p:pic>
        <p:nvPicPr>
          <p:cNvPr id="45" name="Graphic 44"/>
          <p:cNvPicPr>
            <a:picLocks noChangeAspect="1"/>
          </p:cNvPicPr>
          <p:nvPr/>
        </p:nvPicPr>
        <p:blipFill>
          <a:blip>
            <a:extLst>
              <a:ext uri="{96DAC541-7B7A-43D3-8B79-37D633B846F1}">
                <asvg:svgBlip xmlns:asvg="http://schemas.microsoft.com/office/drawing/2016/SVG/main" r:embed="rId3"/>
              </a:ext>
            </a:extLst>
          </a:blip>
          <a:stretch/>
        </p:blipFill>
        <p:spPr>
          <a:xfrm>
            <a:off x="5988467" y="2967198"/>
            <a:ext cx="215067" cy="215067"/>
          </a:xfrm>
          <a:prstGeom prst="rect">
            <a:avLst/>
          </a:prstGeom>
        </p:spPr>
      </p:pic>
      <p:pic>
        <p:nvPicPr>
          <p:cNvPr id="24" name="Picture 23">
            <a:extLst>
              <a:ext uri="{FF2B5EF4-FFF2-40B4-BE49-F238E27FC236}">
                <a16:creationId xmlns:a16="http://schemas.microsoft.com/office/drawing/2014/main" id="{1E009AC6-896C-67E3-2A21-B517017844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8088703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89D80AC-E305-4D0E-B474-E52198112F43}"/>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REVIEW</a:t>
            </a:r>
          </a:p>
        </p:txBody>
      </p:sp>
      <p:sp>
        <p:nvSpPr>
          <p:cNvPr id="2" name="Rectangle 1">
            <a:extLst>
              <a:ext uri="{FF2B5EF4-FFF2-40B4-BE49-F238E27FC236}">
                <a16:creationId xmlns:a16="http://schemas.microsoft.com/office/drawing/2014/main" id="{C844ABC5-42A3-43DC-914E-66674F4B49D8}"/>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Blueprint review checklist</a:t>
            </a:r>
          </a:p>
        </p:txBody>
      </p:sp>
      <p:sp>
        <p:nvSpPr>
          <p:cNvPr id="3" name="Rectangle 2">
            <a:extLst>
              <a:ext uri="{FF2B5EF4-FFF2-40B4-BE49-F238E27FC236}">
                <a16:creationId xmlns:a16="http://schemas.microsoft.com/office/drawing/2014/main" id="{8270C285-08B1-4111-B77D-7A3FAD244DFB}"/>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A1CFB32F-A991-483A-8483-7DC8B1D0A915}"/>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38</a:t>
            </a:r>
          </a:p>
        </p:txBody>
      </p:sp>
      <p:sp>
        <p:nvSpPr>
          <p:cNvPr id="5" name="Rectangle 4">
            <a:extLst>
              <a:ext uri="{FF2B5EF4-FFF2-40B4-BE49-F238E27FC236}">
                <a16:creationId xmlns:a16="http://schemas.microsoft.com/office/drawing/2014/main" id="{9A4B0DE0-FC0B-4200-A85F-4008D94D8848}"/>
              </a:ext>
            </a:extLst>
          </p:cNvPr>
          <p:cNvSpPr>
            <a:spLocks noGrp="1"/>
          </p:cNvSpPr>
          <p:nvPr/>
        </p:nvSpPr>
        <p:spPr>
          <a:xfrm>
            <a:off x="685800" y="1714500"/>
            <a:ext cx="8763000"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Before the design is ready, check whether every major control has a clear owner and rule.</a:t>
            </a:r>
          </a:p>
        </p:txBody>
      </p:sp>
      <p:sp>
        <p:nvSpPr>
          <p:cNvPr id="6" name="Rectangle: Rounded Corners 5">
            <a:extLst>
              <a:ext uri="{FF2B5EF4-FFF2-40B4-BE49-F238E27FC236}">
                <a16:creationId xmlns:a16="http://schemas.microsoft.com/office/drawing/2014/main" id="{16955249-2B1C-4145-A546-04BC5B0517F3}"/>
              </a:ext>
            </a:extLst>
          </p:cNvPr>
          <p:cNvSpPr>
            <a:spLocks noGrp="1"/>
          </p:cNvSpPr>
          <p:nvPr/>
        </p:nvSpPr>
        <p:spPr>
          <a:xfrm>
            <a:off x="752475" y="2400300"/>
            <a:ext cx="3333750" cy="1219200"/>
          </a:xfrm>
          <a:prstGeom prst="roundRect">
            <a:avLst>
              <a:gd name="adj" fmla="val 9375"/>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38C66EB7-3989-4935-8307-C382E3223EB1}"/>
              </a:ext>
            </a:extLst>
          </p:cNvPr>
          <p:cNvSpPr>
            <a:spLocks noGrp="1"/>
          </p:cNvSpPr>
          <p:nvPr/>
        </p:nvSpPr>
        <p:spPr>
          <a:xfrm>
            <a:off x="752475" y="2400300"/>
            <a:ext cx="66675" cy="121920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A636EF36-91BA-42EB-BCD5-2EC7A239514C}"/>
              </a:ext>
            </a:extLst>
          </p:cNvPr>
          <p:cNvSpPr>
            <a:spLocks noGrp="1"/>
          </p:cNvSpPr>
          <p:nvPr/>
        </p:nvSpPr>
        <p:spPr>
          <a:xfrm>
            <a:off x="96202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Sources</a:t>
            </a:r>
          </a:p>
        </p:txBody>
      </p:sp>
      <p:sp>
        <p:nvSpPr>
          <p:cNvPr id="9" name="Rectangle 8">
            <a:extLst>
              <a:ext uri="{FF2B5EF4-FFF2-40B4-BE49-F238E27FC236}">
                <a16:creationId xmlns:a16="http://schemas.microsoft.com/office/drawing/2014/main" id="{0C883DE7-B604-4F37-9C5C-F0688454BD23}"/>
              </a:ext>
            </a:extLst>
          </p:cNvPr>
          <p:cNvSpPr>
            <a:spLocks noGrp="1"/>
          </p:cNvSpPr>
          <p:nvPr/>
        </p:nvSpPr>
        <p:spPr>
          <a:xfrm>
            <a:off x="962025" y="308610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Trusted, owned, current.</a:t>
            </a:r>
          </a:p>
        </p:txBody>
      </p:sp>
      <p:sp>
        <p:nvSpPr>
          <p:cNvPr id="10" name="Rectangle: Rounded Corners 9">
            <a:extLst>
              <a:ext uri="{FF2B5EF4-FFF2-40B4-BE49-F238E27FC236}">
                <a16:creationId xmlns:a16="http://schemas.microsoft.com/office/drawing/2014/main" id="{87081700-C633-468C-9573-264D008EF60E}"/>
              </a:ext>
            </a:extLst>
          </p:cNvPr>
          <p:cNvSpPr>
            <a:spLocks noGrp="1"/>
          </p:cNvSpPr>
          <p:nvPr/>
        </p:nvSpPr>
        <p:spPr>
          <a:xfrm>
            <a:off x="4429125" y="2400300"/>
            <a:ext cx="3333750" cy="1219200"/>
          </a:xfrm>
          <a:prstGeom prst="roundRect">
            <a:avLst>
              <a:gd name="adj" fmla="val 9375"/>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01943183-7750-4950-9521-1F5086C130CA}"/>
              </a:ext>
            </a:extLst>
          </p:cNvPr>
          <p:cNvSpPr>
            <a:spLocks noGrp="1"/>
          </p:cNvSpPr>
          <p:nvPr/>
        </p:nvSpPr>
        <p:spPr>
          <a:xfrm>
            <a:off x="4429125" y="2400300"/>
            <a:ext cx="66675" cy="121920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5A6D3BC9-3FF1-4F17-984E-E236E5C740D9}"/>
              </a:ext>
            </a:extLst>
          </p:cNvPr>
          <p:cNvSpPr>
            <a:spLocks noGrp="1"/>
          </p:cNvSpPr>
          <p:nvPr/>
        </p:nvSpPr>
        <p:spPr>
          <a:xfrm>
            <a:off x="463867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Taxonomy</a:t>
            </a:r>
          </a:p>
        </p:txBody>
      </p:sp>
      <p:sp>
        <p:nvSpPr>
          <p:cNvPr id="13" name="Rectangle 12">
            <a:extLst>
              <a:ext uri="{FF2B5EF4-FFF2-40B4-BE49-F238E27FC236}">
                <a16:creationId xmlns:a16="http://schemas.microsoft.com/office/drawing/2014/main" id="{A4251532-D81F-4B14-9C1C-1B26876CFD09}"/>
              </a:ext>
            </a:extLst>
          </p:cNvPr>
          <p:cNvSpPr>
            <a:spLocks noGrp="1"/>
          </p:cNvSpPr>
          <p:nvPr/>
        </p:nvSpPr>
        <p:spPr>
          <a:xfrm>
            <a:off x="4638675" y="308610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Findable and maintainable.</a:t>
            </a:r>
          </a:p>
        </p:txBody>
      </p:sp>
      <p:sp>
        <p:nvSpPr>
          <p:cNvPr id="14" name="Rectangle: Rounded Corners 13">
            <a:extLst>
              <a:ext uri="{FF2B5EF4-FFF2-40B4-BE49-F238E27FC236}">
                <a16:creationId xmlns:a16="http://schemas.microsoft.com/office/drawing/2014/main" id="{B4A83E3A-B809-40E4-AB32-40BCA7CF73E2}"/>
              </a:ext>
            </a:extLst>
          </p:cNvPr>
          <p:cNvSpPr>
            <a:spLocks noGrp="1"/>
          </p:cNvSpPr>
          <p:nvPr/>
        </p:nvSpPr>
        <p:spPr>
          <a:xfrm>
            <a:off x="8105775" y="2400300"/>
            <a:ext cx="3333750" cy="1219200"/>
          </a:xfrm>
          <a:prstGeom prst="roundRect">
            <a:avLst>
              <a:gd name="adj" fmla="val 9375"/>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44F83E86-52A6-42A4-9050-4BD9FB14C18F}"/>
              </a:ext>
            </a:extLst>
          </p:cNvPr>
          <p:cNvSpPr>
            <a:spLocks noGrp="1"/>
          </p:cNvSpPr>
          <p:nvPr/>
        </p:nvSpPr>
        <p:spPr>
          <a:xfrm>
            <a:off x="8105775" y="2400300"/>
            <a:ext cx="66675" cy="121920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12045A85-7DA8-4720-BF44-0DBA5D346CE0}"/>
              </a:ext>
            </a:extLst>
          </p:cNvPr>
          <p:cNvSpPr>
            <a:spLocks noGrp="1"/>
          </p:cNvSpPr>
          <p:nvPr/>
        </p:nvSpPr>
        <p:spPr>
          <a:xfrm>
            <a:off x="831532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Access</a:t>
            </a:r>
          </a:p>
        </p:txBody>
      </p:sp>
      <p:sp>
        <p:nvSpPr>
          <p:cNvPr id="17" name="Rectangle 16">
            <a:extLst>
              <a:ext uri="{FF2B5EF4-FFF2-40B4-BE49-F238E27FC236}">
                <a16:creationId xmlns:a16="http://schemas.microsoft.com/office/drawing/2014/main" id="{EC14875B-5DF1-4AF7-B8B0-0ABC77D03557}"/>
              </a:ext>
            </a:extLst>
          </p:cNvPr>
          <p:cNvSpPr>
            <a:spLocks noGrp="1"/>
          </p:cNvSpPr>
          <p:nvPr/>
        </p:nvSpPr>
        <p:spPr>
          <a:xfrm>
            <a:off x="8315325" y="308610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Restricted where needed.</a:t>
            </a:r>
          </a:p>
        </p:txBody>
      </p:sp>
      <p:sp>
        <p:nvSpPr>
          <p:cNvPr id="18" name="Rectangle: Rounded Corners 17">
            <a:extLst>
              <a:ext uri="{FF2B5EF4-FFF2-40B4-BE49-F238E27FC236}">
                <a16:creationId xmlns:a16="http://schemas.microsoft.com/office/drawing/2014/main" id="{5E29F5ED-95AD-449C-B24A-A9076F507588}"/>
              </a:ext>
            </a:extLst>
          </p:cNvPr>
          <p:cNvSpPr>
            <a:spLocks noGrp="1"/>
          </p:cNvSpPr>
          <p:nvPr/>
        </p:nvSpPr>
        <p:spPr>
          <a:xfrm>
            <a:off x="752475" y="3829050"/>
            <a:ext cx="3333750" cy="1219200"/>
          </a:xfrm>
          <a:prstGeom prst="roundRect">
            <a:avLst>
              <a:gd name="adj" fmla="val 9375"/>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F310E17D-DCF1-4EB0-8B18-445988998DF4}"/>
              </a:ext>
            </a:extLst>
          </p:cNvPr>
          <p:cNvSpPr>
            <a:spLocks noGrp="1"/>
          </p:cNvSpPr>
          <p:nvPr/>
        </p:nvSpPr>
        <p:spPr>
          <a:xfrm>
            <a:off x="752475" y="3829050"/>
            <a:ext cx="66675" cy="1219200"/>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A8B1F012-BA48-4A39-9605-2C61EA4AB670}"/>
              </a:ext>
            </a:extLst>
          </p:cNvPr>
          <p:cNvSpPr>
            <a:spLocks noGrp="1"/>
          </p:cNvSpPr>
          <p:nvPr/>
        </p:nvSpPr>
        <p:spPr>
          <a:xfrm>
            <a:off x="962025" y="40005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Evaluation</a:t>
            </a:r>
          </a:p>
        </p:txBody>
      </p:sp>
      <p:sp>
        <p:nvSpPr>
          <p:cNvPr id="21" name="Rectangle 20">
            <a:extLst>
              <a:ext uri="{FF2B5EF4-FFF2-40B4-BE49-F238E27FC236}">
                <a16:creationId xmlns:a16="http://schemas.microsoft.com/office/drawing/2014/main" id="{0A11500F-2421-4022-A0F9-ED9A46C1E8BE}"/>
              </a:ext>
            </a:extLst>
          </p:cNvPr>
          <p:cNvSpPr>
            <a:spLocks noGrp="1"/>
          </p:cNvSpPr>
          <p:nvPr/>
        </p:nvSpPr>
        <p:spPr>
          <a:xfrm>
            <a:off x="962025" y="451485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Known-answer tests exist.</a:t>
            </a:r>
          </a:p>
        </p:txBody>
      </p:sp>
      <p:sp>
        <p:nvSpPr>
          <p:cNvPr id="22" name="Rectangle: Rounded Corners 21">
            <a:extLst>
              <a:ext uri="{FF2B5EF4-FFF2-40B4-BE49-F238E27FC236}">
                <a16:creationId xmlns:a16="http://schemas.microsoft.com/office/drawing/2014/main" id="{D1F31823-77B8-456B-ADB4-43654F1729D3}"/>
              </a:ext>
            </a:extLst>
          </p:cNvPr>
          <p:cNvSpPr>
            <a:spLocks noGrp="1"/>
          </p:cNvSpPr>
          <p:nvPr/>
        </p:nvSpPr>
        <p:spPr>
          <a:xfrm>
            <a:off x="4429125" y="3829050"/>
            <a:ext cx="3333750" cy="1219200"/>
          </a:xfrm>
          <a:prstGeom prst="roundRect">
            <a:avLst>
              <a:gd name="adj" fmla="val 9375"/>
            </a:avLst>
          </a:prstGeom>
          <a:solidFill>
            <a:srgbClr val="10243A"/>
          </a:solidFill>
          <a:ln w="11430">
            <a:solidFill>
              <a:srgbClr val="FBBF24"/>
            </a:solidFill>
            <a:prstDash val="solid"/>
          </a:ln>
        </p:spPr>
        <p:txBody>
          <a:bodyPr/>
          <a:lstStyle/>
          <a:p>
            <a:endParaRPr/>
          </a:p>
        </p:txBody>
      </p:sp>
      <p:sp>
        <p:nvSpPr>
          <p:cNvPr id="23" name="Rectangle 22">
            <a:extLst>
              <a:ext uri="{FF2B5EF4-FFF2-40B4-BE49-F238E27FC236}">
                <a16:creationId xmlns:a16="http://schemas.microsoft.com/office/drawing/2014/main" id="{6764AB8F-3566-44A6-842C-C101767ED83A}"/>
              </a:ext>
            </a:extLst>
          </p:cNvPr>
          <p:cNvSpPr>
            <a:spLocks noGrp="1"/>
          </p:cNvSpPr>
          <p:nvPr/>
        </p:nvSpPr>
        <p:spPr>
          <a:xfrm>
            <a:off x="4429125" y="3829050"/>
            <a:ext cx="66675" cy="1219200"/>
          </a:xfrm>
          <a:prstGeom prst="rect">
            <a:avLst/>
          </a:prstGeom>
          <a:solidFill>
            <a:srgbClr val="FBBF24"/>
          </a:solidFill>
          <a:ln w="11430">
            <a:solidFill>
              <a:srgbClr val="FBBF24"/>
            </a:solidFill>
            <a:prstDash val="solid"/>
          </a:ln>
        </p:spPr>
        <p:txBody>
          <a:bodyPr/>
          <a:lstStyle/>
          <a:p>
            <a:endParaRPr/>
          </a:p>
        </p:txBody>
      </p:sp>
      <p:sp>
        <p:nvSpPr>
          <p:cNvPr id="24" name="Rectangle 23">
            <a:extLst>
              <a:ext uri="{FF2B5EF4-FFF2-40B4-BE49-F238E27FC236}">
                <a16:creationId xmlns:a16="http://schemas.microsoft.com/office/drawing/2014/main" id="{7DBF42F8-7972-4B10-9FAC-B50F7ACA7EB7}"/>
              </a:ext>
            </a:extLst>
          </p:cNvPr>
          <p:cNvSpPr>
            <a:spLocks noGrp="1"/>
          </p:cNvSpPr>
          <p:nvPr/>
        </p:nvSpPr>
        <p:spPr>
          <a:xfrm>
            <a:off x="4638675" y="40005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Feedback</a:t>
            </a:r>
          </a:p>
        </p:txBody>
      </p:sp>
      <p:sp>
        <p:nvSpPr>
          <p:cNvPr id="25" name="Rectangle 24">
            <a:extLst>
              <a:ext uri="{FF2B5EF4-FFF2-40B4-BE49-F238E27FC236}">
                <a16:creationId xmlns:a16="http://schemas.microsoft.com/office/drawing/2014/main" id="{E10E3C49-1A5C-4DD8-B7E4-F44B0CFC9563}"/>
              </a:ext>
            </a:extLst>
          </p:cNvPr>
          <p:cNvSpPr>
            <a:spLocks noGrp="1"/>
          </p:cNvSpPr>
          <p:nvPr/>
        </p:nvSpPr>
        <p:spPr>
          <a:xfrm>
            <a:off x="4638675" y="451485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Bad answers create updates.</a:t>
            </a:r>
          </a:p>
        </p:txBody>
      </p:sp>
      <p:sp>
        <p:nvSpPr>
          <p:cNvPr id="26" name="Rectangle: Rounded Corners 25">
            <a:extLst>
              <a:ext uri="{FF2B5EF4-FFF2-40B4-BE49-F238E27FC236}">
                <a16:creationId xmlns:a16="http://schemas.microsoft.com/office/drawing/2014/main" id="{BF5CDAE1-8BDD-414C-85E0-BC790F4431B3}"/>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7" name="Rectangle 26">
            <a:extLst>
              <a:ext uri="{FF2B5EF4-FFF2-40B4-BE49-F238E27FC236}">
                <a16:creationId xmlns:a16="http://schemas.microsoft.com/office/drawing/2014/main" id="{B9BFD15C-9D99-41AF-B0B6-412DFF23E512}"/>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8" name="Rectangle 27">
            <a:extLst>
              <a:ext uri="{FF2B5EF4-FFF2-40B4-BE49-F238E27FC236}">
                <a16:creationId xmlns:a16="http://schemas.microsoft.com/office/drawing/2014/main" id="{D8112962-C73C-4B55-B6F1-E923671E7AE9}"/>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Completeness means another team can act on it.</a:t>
            </a:r>
          </a:p>
        </p:txBody>
      </p:sp>
      <p:sp>
        <p:nvSpPr>
          <p:cNvPr id="30" name="Oval 29">
            <a:extLst>
              <a:ext uri="{FF2B5EF4-FFF2-40B4-BE49-F238E27FC236}">
                <a16:creationId xmlns:a16="http://schemas.microsoft.com/office/drawing/2014/main" id="{0A10D2C7-DAC8-4F84-B892-F7D95E173325}"/>
              </a:ext>
            </a:extLst>
          </p:cNvPr>
          <p:cNvSpPr>
            <a:spLocks noGrp="1"/>
          </p:cNvSpPr>
          <p:nvPr/>
        </p:nvSpPr>
        <p:spPr>
          <a:xfrm>
            <a:off x="3381375" y="2667000"/>
            <a:ext cx="438150" cy="438150"/>
          </a:xfrm>
          <a:prstGeom prst="ellipse">
            <a:avLst/>
          </a:prstGeom>
          <a:solidFill>
            <a:srgbClr val="38BDF8"/>
          </a:solidFill>
          <a:ln w="9525">
            <a:solidFill>
              <a:srgbClr val="0B1A2A"/>
            </a:solidFill>
            <a:prstDash val="solid"/>
          </a:ln>
        </p:spPr>
        <p:txBody>
          <a:bodyPr/>
          <a:lstStyle/>
          <a:p>
            <a:endParaRPr lang="en-SG"/>
          </a:p>
        </p:txBody>
      </p:sp>
      <p:pic>
        <p:nvPicPr>
          <p:cNvPr id="69" name="Graphic 68"/>
          <p:cNvPicPr>
            <a:picLocks noChangeAspect="1"/>
          </p:cNvPicPr>
          <p:nvPr/>
        </p:nvPicPr>
        <p:blipFill>
          <a:blip>
            <a:extLst>
              <a:ext uri="{96DAC541-7B7A-43D3-8B79-37D633B846F1}">
                <asvg:svgBlip xmlns:asvg="http://schemas.microsoft.com/office/drawing/2016/SVG/main" r:embed="rId3"/>
              </a:ext>
            </a:extLst>
          </a:blip>
          <a:stretch/>
        </p:blipFill>
        <p:spPr>
          <a:xfrm>
            <a:off x="3477768" y="2763393"/>
            <a:ext cx="245364" cy="245364"/>
          </a:xfrm>
          <a:prstGeom prst="rect">
            <a:avLst/>
          </a:prstGeom>
        </p:spPr>
      </p:pic>
      <p:sp>
        <p:nvSpPr>
          <p:cNvPr id="32" name="Oval 31">
            <a:extLst>
              <a:ext uri="{FF2B5EF4-FFF2-40B4-BE49-F238E27FC236}">
                <a16:creationId xmlns:a16="http://schemas.microsoft.com/office/drawing/2014/main" id="{D3CFE008-AC53-4232-A947-08A34606E0B8}"/>
              </a:ext>
            </a:extLst>
          </p:cNvPr>
          <p:cNvSpPr>
            <a:spLocks noGrp="1"/>
          </p:cNvSpPr>
          <p:nvPr/>
        </p:nvSpPr>
        <p:spPr>
          <a:xfrm>
            <a:off x="7058025" y="2667000"/>
            <a:ext cx="438150" cy="438150"/>
          </a:xfrm>
          <a:prstGeom prst="ellipse">
            <a:avLst/>
          </a:prstGeom>
          <a:solidFill>
            <a:srgbClr val="05D6A4"/>
          </a:solidFill>
          <a:ln w="9525">
            <a:solidFill>
              <a:srgbClr val="0B1A2A"/>
            </a:solidFill>
            <a:prstDash val="solid"/>
          </a:ln>
        </p:spPr>
        <p:txBody>
          <a:bodyPr/>
          <a:lstStyle/>
          <a:p>
            <a:endParaRPr lang="en-SG"/>
          </a:p>
        </p:txBody>
      </p:sp>
      <p:pic>
        <p:nvPicPr>
          <p:cNvPr id="71" name="Graphic 70"/>
          <p:cNvPicPr>
            <a:picLocks noChangeAspect="1"/>
          </p:cNvPicPr>
          <p:nvPr/>
        </p:nvPicPr>
        <p:blipFill>
          <a:blip>
            <a:extLst>
              <a:ext uri="{96DAC541-7B7A-43D3-8B79-37D633B846F1}">
                <asvg:svgBlip xmlns:asvg="http://schemas.microsoft.com/office/drawing/2016/SVG/main" r:embed="rId4"/>
              </a:ext>
            </a:extLst>
          </a:blip>
          <a:stretch/>
        </p:blipFill>
        <p:spPr>
          <a:xfrm>
            <a:off x="7154418" y="2763393"/>
            <a:ext cx="245364" cy="245364"/>
          </a:xfrm>
          <a:prstGeom prst="rect">
            <a:avLst/>
          </a:prstGeom>
        </p:spPr>
      </p:pic>
      <p:sp>
        <p:nvSpPr>
          <p:cNvPr id="34" name="Oval 33">
            <a:extLst>
              <a:ext uri="{FF2B5EF4-FFF2-40B4-BE49-F238E27FC236}">
                <a16:creationId xmlns:a16="http://schemas.microsoft.com/office/drawing/2014/main" id="{53B94DD9-17DB-4F92-8C2B-52110AA780AD}"/>
              </a:ext>
            </a:extLst>
          </p:cNvPr>
          <p:cNvSpPr>
            <a:spLocks noGrp="1"/>
          </p:cNvSpPr>
          <p:nvPr/>
        </p:nvSpPr>
        <p:spPr>
          <a:xfrm>
            <a:off x="10734675" y="2667000"/>
            <a:ext cx="438150" cy="438150"/>
          </a:xfrm>
          <a:prstGeom prst="ellipse">
            <a:avLst/>
          </a:prstGeom>
          <a:solidFill>
            <a:srgbClr val="A78BFA"/>
          </a:solidFill>
          <a:ln w="9525">
            <a:solidFill>
              <a:srgbClr val="0B1A2A"/>
            </a:solidFill>
            <a:prstDash val="solid"/>
          </a:ln>
        </p:spPr>
        <p:txBody>
          <a:bodyPr/>
          <a:lstStyle/>
          <a:p>
            <a:endParaRPr lang="en-SG"/>
          </a:p>
        </p:txBody>
      </p:sp>
      <p:pic>
        <p:nvPicPr>
          <p:cNvPr id="73" name="Graphic 72"/>
          <p:cNvPicPr>
            <a:picLocks noChangeAspect="1"/>
          </p:cNvPicPr>
          <p:nvPr/>
        </p:nvPicPr>
        <p:blipFill>
          <a:blip>
            <a:extLst>
              <a:ext uri="{96DAC541-7B7A-43D3-8B79-37D633B846F1}">
                <asvg:svgBlip xmlns:asvg="http://schemas.microsoft.com/office/drawing/2016/SVG/main" r:embed="rId5"/>
              </a:ext>
            </a:extLst>
          </a:blip>
          <a:stretch/>
        </p:blipFill>
        <p:spPr>
          <a:xfrm>
            <a:off x="10831068" y="2763393"/>
            <a:ext cx="245364" cy="245364"/>
          </a:xfrm>
          <a:prstGeom prst="rect">
            <a:avLst/>
          </a:prstGeom>
        </p:spPr>
      </p:pic>
      <p:sp>
        <p:nvSpPr>
          <p:cNvPr id="36" name="Oval 35">
            <a:extLst>
              <a:ext uri="{FF2B5EF4-FFF2-40B4-BE49-F238E27FC236}">
                <a16:creationId xmlns:a16="http://schemas.microsoft.com/office/drawing/2014/main" id="{9B79B54F-82B4-48F7-B281-DC5F2F7B5801}"/>
              </a:ext>
            </a:extLst>
          </p:cNvPr>
          <p:cNvSpPr>
            <a:spLocks noGrp="1"/>
          </p:cNvSpPr>
          <p:nvPr/>
        </p:nvSpPr>
        <p:spPr>
          <a:xfrm>
            <a:off x="3381375" y="4095750"/>
            <a:ext cx="438150" cy="438150"/>
          </a:xfrm>
          <a:prstGeom prst="ellipse">
            <a:avLst/>
          </a:prstGeom>
          <a:solidFill>
            <a:srgbClr val="22C55E"/>
          </a:solidFill>
          <a:ln w="9525">
            <a:solidFill>
              <a:srgbClr val="0B1A2A"/>
            </a:solidFill>
            <a:prstDash val="solid"/>
          </a:ln>
        </p:spPr>
        <p:txBody>
          <a:bodyPr/>
          <a:lstStyle/>
          <a:p>
            <a:endParaRPr lang="en-SG"/>
          </a:p>
        </p:txBody>
      </p:sp>
      <p:pic>
        <p:nvPicPr>
          <p:cNvPr id="75" name="Graphic 74"/>
          <p:cNvPicPr>
            <a:picLocks noChangeAspect="1"/>
          </p:cNvPicPr>
          <p:nvPr/>
        </p:nvPicPr>
        <p:blipFill>
          <a:blip>
            <a:extLst>
              <a:ext uri="{96DAC541-7B7A-43D3-8B79-37D633B846F1}">
                <asvg:svgBlip xmlns:asvg="http://schemas.microsoft.com/office/drawing/2016/SVG/main" r:embed="rId6"/>
              </a:ext>
            </a:extLst>
          </a:blip>
          <a:stretch/>
        </p:blipFill>
        <p:spPr>
          <a:xfrm>
            <a:off x="3477768" y="4192143"/>
            <a:ext cx="245364" cy="245364"/>
          </a:xfrm>
          <a:prstGeom prst="rect">
            <a:avLst/>
          </a:prstGeom>
        </p:spPr>
      </p:pic>
      <p:sp>
        <p:nvSpPr>
          <p:cNvPr id="38" name="Oval 37">
            <a:extLst>
              <a:ext uri="{FF2B5EF4-FFF2-40B4-BE49-F238E27FC236}">
                <a16:creationId xmlns:a16="http://schemas.microsoft.com/office/drawing/2014/main" id="{55053FB1-51FD-4D05-B9C1-8966755AA0B7}"/>
              </a:ext>
            </a:extLst>
          </p:cNvPr>
          <p:cNvSpPr>
            <a:spLocks noGrp="1"/>
          </p:cNvSpPr>
          <p:nvPr/>
        </p:nvSpPr>
        <p:spPr>
          <a:xfrm>
            <a:off x="7058025" y="4095750"/>
            <a:ext cx="438150" cy="438150"/>
          </a:xfrm>
          <a:prstGeom prst="ellipse">
            <a:avLst/>
          </a:prstGeom>
          <a:solidFill>
            <a:srgbClr val="22C55E"/>
          </a:solidFill>
          <a:ln w="9525">
            <a:solidFill>
              <a:srgbClr val="0B1A2A"/>
            </a:solidFill>
            <a:prstDash val="solid"/>
          </a:ln>
        </p:spPr>
        <p:txBody>
          <a:bodyPr/>
          <a:lstStyle/>
          <a:p>
            <a:endParaRPr lang="en-SG"/>
          </a:p>
        </p:txBody>
      </p:sp>
      <p:pic>
        <p:nvPicPr>
          <p:cNvPr id="77" name="Graphic 76"/>
          <p:cNvPicPr>
            <a:picLocks noChangeAspect="1"/>
          </p:cNvPicPr>
          <p:nvPr/>
        </p:nvPicPr>
        <p:blipFill>
          <a:blip>
            <a:extLst>
              <a:ext uri="{96DAC541-7B7A-43D3-8B79-37D633B846F1}">
                <asvg:svgBlip xmlns:asvg="http://schemas.microsoft.com/office/drawing/2016/SVG/main" r:embed="rId6"/>
              </a:ext>
            </a:extLst>
          </a:blip>
          <a:stretch/>
        </p:blipFill>
        <p:spPr>
          <a:xfrm>
            <a:off x="7154418" y="4192143"/>
            <a:ext cx="245364" cy="245364"/>
          </a:xfrm>
          <a:prstGeom prst="rect">
            <a:avLst/>
          </a:prstGeom>
        </p:spPr>
      </p:pic>
      <p:pic>
        <p:nvPicPr>
          <p:cNvPr id="33" name="Picture 32">
            <a:extLst>
              <a:ext uri="{FF2B5EF4-FFF2-40B4-BE49-F238E27FC236}">
                <a16:creationId xmlns:a16="http://schemas.microsoft.com/office/drawing/2014/main" id="{2FF754BE-D9D1-75F4-01C6-BC5ECFC674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957297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00C3F00-9E8B-4F67-AAF8-61E592637A85}"/>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ACTIVITY</a:t>
            </a:r>
          </a:p>
        </p:txBody>
      </p:sp>
      <p:sp>
        <p:nvSpPr>
          <p:cNvPr id="2" name="Rectangle 1">
            <a:extLst>
              <a:ext uri="{FF2B5EF4-FFF2-40B4-BE49-F238E27FC236}">
                <a16:creationId xmlns:a16="http://schemas.microsoft.com/office/drawing/2014/main" id="{05D09542-1E95-4B25-B53A-E5AFFED36C63}"/>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Complete the second-brain blueprint</a:t>
            </a:r>
          </a:p>
        </p:txBody>
      </p:sp>
      <p:sp>
        <p:nvSpPr>
          <p:cNvPr id="3" name="Rectangle 2">
            <a:extLst>
              <a:ext uri="{FF2B5EF4-FFF2-40B4-BE49-F238E27FC236}">
                <a16:creationId xmlns:a16="http://schemas.microsoft.com/office/drawing/2014/main" id="{24AE30DD-C0E5-4989-8F64-1AE25E7BC9E1}"/>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E451DF5A-179D-4DDB-9C5D-227962A1EC9F}"/>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39</a:t>
            </a:r>
          </a:p>
        </p:txBody>
      </p:sp>
      <p:sp>
        <p:nvSpPr>
          <p:cNvPr id="5" name="Rectangle 4">
            <a:extLst>
              <a:ext uri="{FF2B5EF4-FFF2-40B4-BE49-F238E27FC236}">
                <a16:creationId xmlns:a16="http://schemas.microsoft.com/office/drawing/2014/main" id="{091BE6B6-D155-49AC-B4F9-F516E6C1929E}"/>
              </a:ext>
            </a:extLst>
          </p:cNvPr>
          <p:cNvSpPr>
            <a:spLocks noGrp="1"/>
          </p:cNvSpPr>
          <p:nvPr/>
        </p:nvSpPr>
        <p:spPr>
          <a:xfrm>
            <a:off x="685800" y="1695450"/>
            <a:ext cx="89535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Bring your source inventory, taxonomy, access matrix, and evaluation questions into one coherent design.</a:t>
            </a:r>
          </a:p>
        </p:txBody>
      </p:sp>
      <p:sp>
        <p:nvSpPr>
          <p:cNvPr id="6" name="Rectangle: Rounded Corners 5">
            <a:extLst>
              <a:ext uri="{FF2B5EF4-FFF2-40B4-BE49-F238E27FC236}">
                <a16:creationId xmlns:a16="http://schemas.microsoft.com/office/drawing/2014/main" id="{C554E9B9-EEBD-4F3F-86D0-986773053AF1}"/>
              </a:ext>
            </a:extLst>
          </p:cNvPr>
          <p:cNvSpPr>
            <a:spLocks noGrp="1"/>
          </p:cNvSpPr>
          <p:nvPr/>
        </p:nvSpPr>
        <p:spPr>
          <a:xfrm>
            <a:off x="1123950" y="2914650"/>
            <a:ext cx="2190750" cy="1543050"/>
          </a:xfrm>
          <a:prstGeom prst="roundRect">
            <a:avLst>
              <a:gd name="adj" fmla="val 7407"/>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A51E38F1-3E32-4633-BA61-AACBB39CD329}"/>
              </a:ext>
            </a:extLst>
          </p:cNvPr>
          <p:cNvSpPr>
            <a:spLocks noGrp="1"/>
          </p:cNvSpPr>
          <p:nvPr/>
        </p:nvSpPr>
        <p:spPr>
          <a:xfrm>
            <a:off x="1123950" y="2914650"/>
            <a:ext cx="66675" cy="154305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6B71E1B9-D0B2-4CFF-9C22-6341C5AA9B66}"/>
              </a:ext>
            </a:extLst>
          </p:cNvPr>
          <p:cNvSpPr>
            <a:spLocks noGrp="1"/>
          </p:cNvSpPr>
          <p:nvPr/>
        </p:nvSpPr>
        <p:spPr>
          <a:xfrm>
            <a:off x="1333500" y="3086100"/>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Consolidate</a:t>
            </a:r>
          </a:p>
        </p:txBody>
      </p:sp>
      <p:sp>
        <p:nvSpPr>
          <p:cNvPr id="9" name="Rectangle 8">
            <a:extLst>
              <a:ext uri="{FF2B5EF4-FFF2-40B4-BE49-F238E27FC236}">
                <a16:creationId xmlns:a16="http://schemas.microsoft.com/office/drawing/2014/main" id="{C25DBA01-204F-4AFE-9636-48468ABC18CC}"/>
              </a:ext>
            </a:extLst>
          </p:cNvPr>
          <p:cNvSpPr>
            <a:spLocks noGrp="1"/>
          </p:cNvSpPr>
          <p:nvPr/>
        </p:nvSpPr>
        <p:spPr>
          <a:xfrm>
            <a:off x="1333500" y="3619500"/>
            <a:ext cx="1771650" cy="838200"/>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Connect all artifacts.</a:t>
            </a:r>
          </a:p>
        </p:txBody>
      </p:sp>
      <p:sp>
        <p:nvSpPr>
          <p:cNvPr id="10" name="Rectangle: Rounded Corners 9">
            <a:extLst>
              <a:ext uri="{FF2B5EF4-FFF2-40B4-BE49-F238E27FC236}">
                <a16:creationId xmlns:a16="http://schemas.microsoft.com/office/drawing/2014/main" id="{E4DA1BE8-6CEF-46BF-86AC-2729F2C85BC9}"/>
              </a:ext>
            </a:extLst>
          </p:cNvPr>
          <p:cNvSpPr>
            <a:spLocks noGrp="1"/>
          </p:cNvSpPr>
          <p:nvPr/>
        </p:nvSpPr>
        <p:spPr>
          <a:xfrm>
            <a:off x="3600450" y="2914650"/>
            <a:ext cx="2190750" cy="1543050"/>
          </a:xfrm>
          <a:prstGeom prst="roundRect">
            <a:avLst>
              <a:gd name="adj" fmla="val 7407"/>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6A641FA0-BE92-42D4-871F-0B4DF060BECE}"/>
              </a:ext>
            </a:extLst>
          </p:cNvPr>
          <p:cNvSpPr>
            <a:spLocks noGrp="1"/>
          </p:cNvSpPr>
          <p:nvPr/>
        </p:nvSpPr>
        <p:spPr>
          <a:xfrm>
            <a:off x="3600450" y="2914650"/>
            <a:ext cx="66675" cy="154305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C59F5FF8-18DB-415E-823E-5C4EB0293840}"/>
              </a:ext>
            </a:extLst>
          </p:cNvPr>
          <p:cNvSpPr>
            <a:spLocks noGrp="1"/>
          </p:cNvSpPr>
          <p:nvPr/>
        </p:nvSpPr>
        <p:spPr>
          <a:xfrm>
            <a:off x="3810000" y="3086100"/>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Find gaps</a:t>
            </a:r>
          </a:p>
        </p:txBody>
      </p:sp>
      <p:sp>
        <p:nvSpPr>
          <p:cNvPr id="13" name="Rectangle 12">
            <a:extLst>
              <a:ext uri="{FF2B5EF4-FFF2-40B4-BE49-F238E27FC236}">
                <a16:creationId xmlns:a16="http://schemas.microsoft.com/office/drawing/2014/main" id="{1AD059CE-E6A2-4D67-946F-B95A519076A6}"/>
              </a:ext>
            </a:extLst>
          </p:cNvPr>
          <p:cNvSpPr>
            <a:spLocks noGrp="1"/>
          </p:cNvSpPr>
          <p:nvPr/>
        </p:nvSpPr>
        <p:spPr>
          <a:xfrm>
            <a:off x="3810000" y="3619500"/>
            <a:ext cx="1771650" cy="838200"/>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Mark missing owners or rules.</a:t>
            </a:r>
          </a:p>
        </p:txBody>
      </p:sp>
      <p:sp>
        <p:nvSpPr>
          <p:cNvPr id="14" name="Rectangle: Rounded Corners 13">
            <a:extLst>
              <a:ext uri="{FF2B5EF4-FFF2-40B4-BE49-F238E27FC236}">
                <a16:creationId xmlns:a16="http://schemas.microsoft.com/office/drawing/2014/main" id="{3EBC5E53-4659-4A69-9908-405E9A92BC4B}"/>
              </a:ext>
            </a:extLst>
          </p:cNvPr>
          <p:cNvSpPr>
            <a:spLocks noGrp="1"/>
          </p:cNvSpPr>
          <p:nvPr/>
        </p:nvSpPr>
        <p:spPr>
          <a:xfrm>
            <a:off x="6076950" y="2914650"/>
            <a:ext cx="2190750" cy="1543050"/>
          </a:xfrm>
          <a:prstGeom prst="roundRect">
            <a:avLst>
              <a:gd name="adj" fmla="val 7407"/>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B9A51643-9F72-4883-8084-E243041BA7BB}"/>
              </a:ext>
            </a:extLst>
          </p:cNvPr>
          <p:cNvSpPr>
            <a:spLocks noGrp="1"/>
          </p:cNvSpPr>
          <p:nvPr/>
        </p:nvSpPr>
        <p:spPr>
          <a:xfrm>
            <a:off x="6076950" y="2914650"/>
            <a:ext cx="66675" cy="154305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66A9C541-81BF-462C-9435-F8A482F3C90B}"/>
              </a:ext>
            </a:extLst>
          </p:cNvPr>
          <p:cNvSpPr>
            <a:spLocks noGrp="1"/>
          </p:cNvSpPr>
          <p:nvPr/>
        </p:nvSpPr>
        <p:spPr>
          <a:xfrm>
            <a:off x="6286500" y="3086100"/>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Assign decisions</a:t>
            </a:r>
          </a:p>
        </p:txBody>
      </p:sp>
      <p:sp>
        <p:nvSpPr>
          <p:cNvPr id="17" name="Rectangle 16">
            <a:extLst>
              <a:ext uri="{FF2B5EF4-FFF2-40B4-BE49-F238E27FC236}">
                <a16:creationId xmlns:a16="http://schemas.microsoft.com/office/drawing/2014/main" id="{F9814446-A7C5-4C99-A9C7-9039C81A3764}"/>
              </a:ext>
            </a:extLst>
          </p:cNvPr>
          <p:cNvSpPr>
            <a:spLocks noGrp="1"/>
          </p:cNvSpPr>
          <p:nvPr/>
        </p:nvSpPr>
        <p:spPr>
          <a:xfrm>
            <a:off x="6286500" y="3619500"/>
            <a:ext cx="1771650" cy="838200"/>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Separate team decisions from management decisions.</a:t>
            </a:r>
          </a:p>
        </p:txBody>
      </p:sp>
      <p:sp>
        <p:nvSpPr>
          <p:cNvPr id="18" name="Rectangle: Rounded Corners 17">
            <a:extLst>
              <a:ext uri="{FF2B5EF4-FFF2-40B4-BE49-F238E27FC236}">
                <a16:creationId xmlns:a16="http://schemas.microsoft.com/office/drawing/2014/main" id="{64B52653-BACB-4F12-9B2C-6AD5AAA77FD4}"/>
              </a:ext>
            </a:extLst>
          </p:cNvPr>
          <p:cNvSpPr>
            <a:spLocks noGrp="1"/>
          </p:cNvSpPr>
          <p:nvPr/>
        </p:nvSpPr>
        <p:spPr>
          <a:xfrm>
            <a:off x="8553450" y="2914650"/>
            <a:ext cx="2190750" cy="1543050"/>
          </a:xfrm>
          <a:prstGeom prst="roundRect">
            <a:avLst>
              <a:gd name="adj" fmla="val 7407"/>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B8CC1374-5D67-425A-B669-3B5414556DB2}"/>
              </a:ext>
            </a:extLst>
          </p:cNvPr>
          <p:cNvSpPr>
            <a:spLocks noGrp="1"/>
          </p:cNvSpPr>
          <p:nvPr/>
        </p:nvSpPr>
        <p:spPr>
          <a:xfrm>
            <a:off x="8553450" y="2914650"/>
            <a:ext cx="66675" cy="1543050"/>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46120488-D7FB-4F9A-B6AD-11E32C763A4A}"/>
              </a:ext>
            </a:extLst>
          </p:cNvPr>
          <p:cNvSpPr>
            <a:spLocks noGrp="1"/>
          </p:cNvSpPr>
          <p:nvPr/>
        </p:nvSpPr>
        <p:spPr>
          <a:xfrm>
            <a:off x="8763000" y="3086100"/>
            <a:ext cx="1771650" cy="438150"/>
          </a:xfrm>
          <a:prstGeom prst="rect">
            <a:avLst/>
          </a:prstGeom>
          <a:noFill/>
          <a:ln w="0">
            <a:noFill/>
            <a:prstDash val="solid"/>
          </a:ln>
        </p:spPr>
        <p:txBody>
          <a:bodyPr/>
          <a:lstStyle/>
          <a:p>
            <a:pPr algn="ctr">
              <a:buNone/>
              <a:defRPr sz="2025" b="1">
                <a:solidFill>
                  <a:srgbClr val="F8FAFC"/>
                </a:solidFill>
              </a:defRPr>
            </a:pPr>
            <a:r>
              <a:rPr sz="2025" b="1">
                <a:solidFill>
                  <a:srgbClr val="F8FAFC"/>
                </a:solidFill>
              </a:rPr>
              <a:t>Prepare review</a:t>
            </a:r>
          </a:p>
        </p:txBody>
      </p:sp>
      <p:sp>
        <p:nvSpPr>
          <p:cNvPr id="21" name="Rectangle 20">
            <a:extLst>
              <a:ext uri="{FF2B5EF4-FFF2-40B4-BE49-F238E27FC236}">
                <a16:creationId xmlns:a16="http://schemas.microsoft.com/office/drawing/2014/main" id="{C718310A-ED47-40A8-89CE-8C9DE86373C2}"/>
              </a:ext>
            </a:extLst>
          </p:cNvPr>
          <p:cNvSpPr>
            <a:spLocks noGrp="1"/>
          </p:cNvSpPr>
          <p:nvPr/>
        </p:nvSpPr>
        <p:spPr>
          <a:xfrm>
            <a:off x="8763000" y="3619500"/>
            <a:ext cx="1771650" cy="838200"/>
          </a:xfrm>
          <a:prstGeom prst="rect">
            <a:avLst/>
          </a:prstGeom>
          <a:noFill/>
          <a:ln w="0">
            <a:noFill/>
            <a:prstDash val="solid"/>
          </a:ln>
        </p:spPr>
        <p:txBody>
          <a:bodyPr/>
          <a:lstStyle/>
          <a:p>
            <a:pPr algn="ctr">
              <a:buNone/>
              <a:defRPr sz="1650" b="0">
                <a:solidFill>
                  <a:srgbClr val="A8B6C7"/>
                </a:solidFill>
              </a:defRPr>
            </a:pPr>
            <a:r>
              <a:rPr sz="1650" b="0">
                <a:solidFill>
                  <a:srgbClr val="A8B6C7"/>
                </a:solidFill>
              </a:rPr>
              <a:t>Make it clear to another team.</a:t>
            </a:r>
          </a:p>
        </p:txBody>
      </p:sp>
      <p:sp>
        <p:nvSpPr>
          <p:cNvPr id="22" name="Rectangle: Rounded Corners 21">
            <a:extLst>
              <a:ext uri="{FF2B5EF4-FFF2-40B4-BE49-F238E27FC236}">
                <a16:creationId xmlns:a16="http://schemas.microsoft.com/office/drawing/2014/main" id="{393327DF-E8B2-4456-BED8-6A81FD68BB7A}"/>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3" name="Rectangle 22">
            <a:extLst>
              <a:ext uri="{FF2B5EF4-FFF2-40B4-BE49-F238E27FC236}">
                <a16:creationId xmlns:a16="http://schemas.microsoft.com/office/drawing/2014/main" id="{D7CFC9B2-A3E2-4309-AF43-34D42570D218}"/>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DO THIS NOW</a:t>
            </a:r>
          </a:p>
        </p:txBody>
      </p:sp>
      <p:sp>
        <p:nvSpPr>
          <p:cNvPr id="24" name="Rectangle 23">
            <a:extLst>
              <a:ext uri="{FF2B5EF4-FFF2-40B4-BE49-F238E27FC236}">
                <a16:creationId xmlns:a16="http://schemas.microsoft.com/office/drawing/2014/main" id="{9E9E636B-D5AA-4335-B1BA-AEC0948BA914}"/>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 blueprint is only useful if someone else can follow it.</a:t>
            </a:r>
          </a:p>
        </p:txBody>
      </p:sp>
      <p:sp>
        <p:nvSpPr>
          <p:cNvPr id="26" name="Oval 25">
            <a:extLst>
              <a:ext uri="{FF2B5EF4-FFF2-40B4-BE49-F238E27FC236}">
                <a16:creationId xmlns:a16="http://schemas.microsoft.com/office/drawing/2014/main" id="{468926AC-9971-4716-AA05-8C57BC0A8DF3}"/>
              </a:ext>
            </a:extLst>
          </p:cNvPr>
          <p:cNvSpPr>
            <a:spLocks noGrp="1"/>
          </p:cNvSpPr>
          <p:nvPr/>
        </p:nvSpPr>
        <p:spPr>
          <a:xfrm>
            <a:off x="2724150" y="3143250"/>
            <a:ext cx="400050" cy="400050"/>
          </a:xfrm>
          <a:prstGeom prst="ellipse">
            <a:avLst/>
          </a:prstGeom>
          <a:solidFill>
            <a:srgbClr val="05D6A4"/>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2812161" y="3231261"/>
            <a:ext cx="224028" cy="224028"/>
          </a:xfrm>
          <a:prstGeom prst="rect">
            <a:avLst/>
          </a:prstGeom>
        </p:spPr>
      </p:pic>
      <p:sp>
        <p:nvSpPr>
          <p:cNvPr id="28" name="Oval 27">
            <a:extLst>
              <a:ext uri="{FF2B5EF4-FFF2-40B4-BE49-F238E27FC236}">
                <a16:creationId xmlns:a16="http://schemas.microsoft.com/office/drawing/2014/main" id="{9EAB2644-B17C-427D-9C05-875B6C6A8245}"/>
              </a:ext>
            </a:extLst>
          </p:cNvPr>
          <p:cNvSpPr>
            <a:spLocks noGrp="1"/>
          </p:cNvSpPr>
          <p:nvPr/>
        </p:nvSpPr>
        <p:spPr>
          <a:xfrm>
            <a:off x="5200650" y="3143250"/>
            <a:ext cx="400050" cy="400050"/>
          </a:xfrm>
          <a:prstGeom prst="ellipse">
            <a:avLst/>
          </a:prstGeom>
          <a:solidFill>
            <a:srgbClr val="F87171"/>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5288661" y="3231261"/>
            <a:ext cx="224028" cy="224028"/>
          </a:xfrm>
          <a:prstGeom prst="rect">
            <a:avLst/>
          </a:prstGeom>
        </p:spPr>
      </p:pic>
      <p:sp>
        <p:nvSpPr>
          <p:cNvPr id="30" name="Oval 29">
            <a:extLst>
              <a:ext uri="{FF2B5EF4-FFF2-40B4-BE49-F238E27FC236}">
                <a16:creationId xmlns:a16="http://schemas.microsoft.com/office/drawing/2014/main" id="{E20512AE-4E48-48A6-B64B-A71C5483B6C1}"/>
              </a:ext>
            </a:extLst>
          </p:cNvPr>
          <p:cNvSpPr>
            <a:spLocks noGrp="1"/>
          </p:cNvSpPr>
          <p:nvPr/>
        </p:nvSpPr>
        <p:spPr>
          <a:xfrm>
            <a:off x="7677150" y="3143250"/>
            <a:ext cx="400050" cy="400050"/>
          </a:xfrm>
          <a:prstGeom prst="ellipse">
            <a:avLst/>
          </a:prstGeom>
          <a:solidFill>
            <a:srgbClr val="FBBF24"/>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5"/>
              </a:ext>
            </a:extLst>
          </a:blip>
          <a:stretch/>
        </p:blipFill>
        <p:spPr>
          <a:xfrm>
            <a:off x="7765161" y="3231261"/>
            <a:ext cx="224028" cy="224028"/>
          </a:xfrm>
          <a:prstGeom prst="rect">
            <a:avLst/>
          </a:prstGeom>
        </p:spPr>
      </p:pic>
      <p:sp>
        <p:nvSpPr>
          <p:cNvPr id="32" name="Oval 31">
            <a:extLst>
              <a:ext uri="{FF2B5EF4-FFF2-40B4-BE49-F238E27FC236}">
                <a16:creationId xmlns:a16="http://schemas.microsoft.com/office/drawing/2014/main" id="{0075571A-74F3-4649-BC61-FF7811D9B058}"/>
              </a:ext>
            </a:extLst>
          </p:cNvPr>
          <p:cNvSpPr>
            <a:spLocks noGrp="1"/>
          </p:cNvSpPr>
          <p:nvPr/>
        </p:nvSpPr>
        <p:spPr>
          <a:xfrm>
            <a:off x="10153650" y="3143250"/>
            <a:ext cx="400050" cy="400050"/>
          </a:xfrm>
          <a:prstGeom prst="ellipse">
            <a:avLst/>
          </a:prstGeom>
          <a:solidFill>
            <a:srgbClr val="22C55E"/>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6"/>
              </a:ext>
            </a:extLst>
          </a:blip>
          <a:stretch/>
        </p:blipFill>
        <p:spPr>
          <a:xfrm>
            <a:off x="10241661" y="3231261"/>
            <a:ext cx="224028" cy="224028"/>
          </a:xfrm>
          <a:prstGeom prst="rect">
            <a:avLst/>
          </a:prstGeom>
        </p:spPr>
      </p:pic>
      <p:pic>
        <p:nvPicPr>
          <p:cNvPr id="29" name="Picture 28">
            <a:extLst>
              <a:ext uri="{FF2B5EF4-FFF2-40B4-BE49-F238E27FC236}">
                <a16:creationId xmlns:a16="http://schemas.microsoft.com/office/drawing/2014/main" id="{E76FB66E-29D5-5D16-1CE6-A1E06A92F68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8544118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5B47774-4CB6-462D-AAF2-9C1B00C11895}"/>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PEER REVIEW</a:t>
            </a:r>
          </a:p>
        </p:txBody>
      </p:sp>
      <p:sp>
        <p:nvSpPr>
          <p:cNvPr id="2" name="Rectangle 1">
            <a:extLst>
              <a:ext uri="{FF2B5EF4-FFF2-40B4-BE49-F238E27FC236}">
                <a16:creationId xmlns:a16="http://schemas.microsoft.com/office/drawing/2014/main" id="{FDC01B2E-1D33-4D14-958A-22636DA9E667}"/>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Can another team use it?</a:t>
            </a:r>
          </a:p>
        </p:txBody>
      </p:sp>
      <p:sp>
        <p:nvSpPr>
          <p:cNvPr id="3" name="Rectangle 2">
            <a:extLst>
              <a:ext uri="{FF2B5EF4-FFF2-40B4-BE49-F238E27FC236}">
                <a16:creationId xmlns:a16="http://schemas.microsoft.com/office/drawing/2014/main" id="{9A7B2BE7-33D4-45B2-8162-EDA02E201B73}"/>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CECED7B0-507C-48AC-ACDA-0951E0E642A3}"/>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40</a:t>
            </a:r>
          </a:p>
        </p:txBody>
      </p:sp>
      <p:sp>
        <p:nvSpPr>
          <p:cNvPr id="5" name="Rectangle 4">
            <a:extLst>
              <a:ext uri="{FF2B5EF4-FFF2-40B4-BE49-F238E27FC236}">
                <a16:creationId xmlns:a16="http://schemas.microsoft.com/office/drawing/2014/main" id="{BB6199BE-5A89-49E4-B37D-7A0450D71D0C}"/>
              </a:ext>
            </a:extLst>
          </p:cNvPr>
          <p:cNvSpPr>
            <a:spLocks noGrp="1"/>
          </p:cNvSpPr>
          <p:nvPr/>
        </p:nvSpPr>
        <p:spPr>
          <a:xfrm>
            <a:off x="685800" y="1504950"/>
            <a:ext cx="8572500" cy="876300"/>
          </a:xfrm>
          <a:prstGeom prst="rect">
            <a:avLst/>
          </a:prstGeom>
          <a:noFill/>
          <a:ln w="0">
            <a:noFill/>
            <a:prstDash val="solid"/>
          </a:ln>
        </p:spPr>
        <p:txBody>
          <a:bodyPr/>
          <a:lstStyle/>
          <a:p>
            <a:pPr algn="l">
              <a:buNone/>
              <a:defRPr sz="1875" b="0">
                <a:solidFill>
                  <a:srgbClr val="A8B6C7"/>
                </a:solidFill>
              </a:defRPr>
            </a:pPr>
            <a:r>
              <a:rPr sz="2400" b="0">
                <a:solidFill>
                  <a:srgbClr val="A8B6C7"/>
                </a:solidFill>
              </a:rPr>
              <a:t>Peer review tests clarity, ownership, rules, and testability.</a:t>
            </a:r>
          </a:p>
        </p:txBody>
      </p:sp>
      <p:sp>
        <p:nvSpPr>
          <p:cNvPr id="6" name="Rectangle: Rounded Corners 5">
            <a:extLst>
              <a:ext uri="{FF2B5EF4-FFF2-40B4-BE49-F238E27FC236}">
                <a16:creationId xmlns:a16="http://schemas.microsoft.com/office/drawing/2014/main" id="{16F82895-5115-454E-B9CE-9C67E5E94334}"/>
              </a:ext>
            </a:extLst>
          </p:cNvPr>
          <p:cNvSpPr>
            <a:spLocks noGrp="1"/>
          </p:cNvSpPr>
          <p:nvPr/>
        </p:nvSpPr>
        <p:spPr>
          <a:xfrm>
            <a:off x="952500" y="2305050"/>
            <a:ext cx="2457450" cy="2857500"/>
          </a:xfrm>
          <a:prstGeom prst="roundRect">
            <a:avLst>
              <a:gd name="adj" fmla="val 4651"/>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BFA89A5B-6FB5-4485-B955-690C6836AF5F}"/>
              </a:ext>
            </a:extLst>
          </p:cNvPr>
          <p:cNvSpPr>
            <a:spLocks noGrp="1"/>
          </p:cNvSpPr>
          <p:nvPr/>
        </p:nvSpPr>
        <p:spPr>
          <a:xfrm>
            <a:off x="1162050" y="2533650"/>
            <a:ext cx="2038350" cy="552450"/>
          </a:xfrm>
          <a:prstGeom prst="rect">
            <a:avLst/>
          </a:prstGeom>
          <a:noFill/>
          <a:ln w="0">
            <a:noFill/>
            <a:prstDash val="solid"/>
          </a:ln>
        </p:spPr>
        <p:txBody>
          <a:bodyPr/>
          <a:lstStyle/>
          <a:p>
            <a:pPr algn="ctr">
              <a:buNone/>
              <a:defRPr sz="1950" b="1">
                <a:solidFill>
                  <a:srgbClr val="F8FAFC"/>
                </a:solidFill>
              </a:defRPr>
            </a:pPr>
            <a:r>
              <a:rPr sz="2400" b="1">
                <a:solidFill>
                  <a:srgbClr val="F8FAFC"/>
                </a:solidFill>
              </a:rPr>
              <a:t>Clear</a:t>
            </a:r>
          </a:p>
        </p:txBody>
      </p:sp>
      <p:sp>
        <p:nvSpPr>
          <p:cNvPr id="8" name="Rectangle 7">
            <a:extLst>
              <a:ext uri="{FF2B5EF4-FFF2-40B4-BE49-F238E27FC236}">
                <a16:creationId xmlns:a16="http://schemas.microsoft.com/office/drawing/2014/main" id="{23918B66-B68E-4FE2-A084-8C1959216336}"/>
              </a:ext>
            </a:extLst>
          </p:cNvPr>
          <p:cNvSpPr>
            <a:spLocks noGrp="1"/>
          </p:cNvSpPr>
          <p:nvPr/>
        </p:nvSpPr>
        <p:spPr>
          <a:xfrm>
            <a:off x="118110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Can we understand the scope?</a:t>
            </a:r>
          </a:p>
        </p:txBody>
      </p:sp>
      <p:sp>
        <p:nvSpPr>
          <p:cNvPr id="9" name="Rectangle: Rounded Corners 8">
            <a:extLst>
              <a:ext uri="{FF2B5EF4-FFF2-40B4-BE49-F238E27FC236}">
                <a16:creationId xmlns:a16="http://schemas.microsoft.com/office/drawing/2014/main" id="{E6A8EEEB-2CEA-4D7A-B146-5B5A3B03436A}"/>
              </a:ext>
            </a:extLst>
          </p:cNvPr>
          <p:cNvSpPr>
            <a:spLocks noGrp="1"/>
          </p:cNvSpPr>
          <p:nvPr/>
        </p:nvSpPr>
        <p:spPr>
          <a:xfrm>
            <a:off x="3524250" y="2305050"/>
            <a:ext cx="2457450" cy="2857500"/>
          </a:xfrm>
          <a:prstGeom prst="roundRect">
            <a:avLst>
              <a:gd name="adj" fmla="val 4651"/>
            </a:avLst>
          </a:prstGeom>
          <a:solidFill>
            <a:srgbClr val="10243A"/>
          </a:solidFill>
          <a:ln w="11430">
            <a:solidFill>
              <a:srgbClr val="38BDF8"/>
            </a:solidFill>
            <a:prstDash val="solid"/>
          </a:ln>
        </p:spPr>
        <p:txBody>
          <a:bodyPr/>
          <a:lstStyle/>
          <a:p>
            <a:endParaRPr/>
          </a:p>
        </p:txBody>
      </p:sp>
      <p:sp>
        <p:nvSpPr>
          <p:cNvPr id="10" name="Rectangle 9">
            <a:extLst>
              <a:ext uri="{FF2B5EF4-FFF2-40B4-BE49-F238E27FC236}">
                <a16:creationId xmlns:a16="http://schemas.microsoft.com/office/drawing/2014/main" id="{26637DD7-9A6F-47FB-AFAF-CB3E74629BCD}"/>
              </a:ext>
            </a:extLst>
          </p:cNvPr>
          <p:cNvSpPr>
            <a:spLocks noGrp="1"/>
          </p:cNvSpPr>
          <p:nvPr/>
        </p:nvSpPr>
        <p:spPr>
          <a:xfrm>
            <a:off x="3733800" y="2533650"/>
            <a:ext cx="2038350" cy="552450"/>
          </a:xfrm>
          <a:prstGeom prst="rect">
            <a:avLst/>
          </a:prstGeom>
          <a:noFill/>
          <a:ln w="0">
            <a:noFill/>
            <a:prstDash val="solid"/>
          </a:ln>
        </p:spPr>
        <p:txBody>
          <a:bodyPr/>
          <a:lstStyle/>
          <a:p>
            <a:pPr algn="ctr">
              <a:buNone/>
              <a:defRPr sz="1950" b="1">
                <a:solidFill>
                  <a:srgbClr val="F8FAFC"/>
                </a:solidFill>
              </a:defRPr>
            </a:pPr>
            <a:r>
              <a:rPr sz="2400" b="1">
                <a:solidFill>
                  <a:srgbClr val="F8FAFC"/>
                </a:solidFill>
              </a:rPr>
              <a:t>Owned</a:t>
            </a:r>
          </a:p>
        </p:txBody>
      </p:sp>
      <p:sp>
        <p:nvSpPr>
          <p:cNvPr id="11" name="Rectangle 10">
            <a:extLst>
              <a:ext uri="{FF2B5EF4-FFF2-40B4-BE49-F238E27FC236}">
                <a16:creationId xmlns:a16="http://schemas.microsoft.com/office/drawing/2014/main" id="{E77181F8-2062-41F1-9F37-6E4460909FCE}"/>
              </a:ext>
            </a:extLst>
          </p:cNvPr>
          <p:cNvSpPr>
            <a:spLocks noGrp="1"/>
          </p:cNvSpPr>
          <p:nvPr/>
        </p:nvSpPr>
        <p:spPr>
          <a:xfrm>
            <a:off x="375285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Does each source have a maintainer?</a:t>
            </a:r>
          </a:p>
        </p:txBody>
      </p:sp>
      <p:sp>
        <p:nvSpPr>
          <p:cNvPr id="12" name="Rectangle: Rounded Corners 11">
            <a:extLst>
              <a:ext uri="{FF2B5EF4-FFF2-40B4-BE49-F238E27FC236}">
                <a16:creationId xmlns:a16="http://schemas.microsoft.com/office/drawing/2014/main" id="{1F395168-8BEB-4385-A727-58BCE0EE311F}"/>
              </a:ext>
            </a:extLst>
          </p:cNvPr>
          <p:cNvSpPr>
            <a:spLocks noGrp="1"/>
          </p:cNvSpPr>
          <p:nvPr/>
        </p:nvSpPr>
        <p:spPr>
          <a:xfrm>
            <a:off x="6096000" y="2305050"/>
            <a:ext cx="2457450" cy="2857500"/>
          </a:xfrm>
          <a:prstGeom prst="roundRect">
            <a:avLst>
              <a:gd name="adj" fmla="val 4651"/>
            </a:avLst>
          </a:prstGeom>
          <a:solidFill>
            <a:srgbClr val="10243A"/>
          </a:solidFill>
          <a:ln w="11430">
            <a:solidFill>
              <a:srgbClr val="A78BFA"/>
            </a:solidFill>
            <a:prstDash val="solid"/>
          </a:ln>
        </p:spPr>
        <p:txBody>
          <a:bodyPr/>
          <a:lstStyle/>
          <a:p>
            <a:endParaRPr/>
          </a:p>
        </p:txBody>
      </p:sp>
      <p:sp>
        <p:nvSpPr>
          <p:cNvPr id="13" name="Rectangle 12">
            <a:extLst>
              <a:ext uri="{FF2B5EF4-FFF2-40B4-BE49-F238E27FC236}">
                <a16:creationId xmlns:a16="http://schemas.microsoft.com/office/drawing/2014/main" id="{0D292889-6E07-4375-B5B2-BE8A76A46A96}"/>
              </a:ext>
            </a:extLst>
          </p:cNvPr>
          <p:cNvSpPr>
            <a:spLocks noGrp="1"/>
          </p:cNvSpPr>
          <p:nvPr/>
        </p:nvSpPr>
        <p:spPr>
          <a:xfrm>
            <a:off x="6305550" y="2533650"/>
            <a:ext cx="2038350" cy="552450"/>
          </a:xfrm>
          <a:prstGeom prst="rect">
            <a:avLst/>
          </a:prstGeom>
          <a:noFill/>
          <a:ln w="0">
            <a:noFill/>
            <a:prstDash val="solid"/>
          </a:ln>
        </p:spPr>
        <p:txBody>
          <a:bodyPr/>
          <a:lstStyle/>
          <a:p>
            <a:pPr algn="ctr">
              <a:buNone/>
              <a:defRPr sz="1950" b="1">
                <a:solidFill>
                  <a:srgbClr val="F8FAFC"/>
                </a:solidFill>
              </a:defRPr>
            </a:pPr>
            <a:r>
              <a:rPr sz="2400" b="1">
                <a:solidFill>
                  <a:srgbClr val="F8FAFC"/>
                </a:solidFill>
              </a:rPr>
              <a:t>Governed</a:t>
            </a:r>
          </a:p>
        </p:txBody>
      </p:sp>
      <p:sp>
        <p:nvSpPr>
          <p:cNvPr id="14" name="Rectangle 13">
            <a:extLst>
              <a:ext uri="{FF2B5EF4-FFF2-40B4-BE49-F238E27FC236}">
                <a16:creationId xmlns:a16="http://schemas.microsoft.com/office/drawing/2014/main" id="{D8D82302-EC28-453D-9CC5-DA3B40EA3CEE}"/>
              </a:ext>
            </a:extLst>
          </p:cNvPr>
          <p:cNvSpPr>
            <a:spLocks noGrp="1"/>
          </p:cNvSpPr>
          <p:nvPr/>
        </p:nvSpPr>
        <p:spPr>
          <a:xfrm>
            <a:off x="632460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Are access and escalation explicit?</a:t>
            </a:r>
          </a:p>
        </p:txBody>
      </p:sp>
      <p:sp>
        <p:nvSpPr>
          <p:cNvPr id="15" name="Rectangle: Rounded Corners 14">
            <a:extLst>
              <a:ext uri="{FF2B5EF4-FFF2-40B4-BE49-F238E27FC236}">
                <a16:creationId xmlns:a16="http://schemas.microsoft.com/office/drawing/2014/main" id="{0EE49172-CBE3-43E2-B4A8-47409B9716FE}"/>
              </a:ext>
            </a:extLst>
          </p:cNvPr>
          <p:cNvSpPr>
            <a:spLocks noGrp="1"/>
          </p:cNvSpPr>
          <p:nvPr/>
        </p:nvSpPr>
        <p:spPr>
          <a:xfrm>
            <a:off x="8667750" y="2305050"/>
            <a:ext cx="2457450" cy="2857500"/>
          </a:xfrm>
          <a:prstGeom prst="roundRect">
            <a:avLst>
              <a:gd name="adj" fmla="val 4651"/>
            </a:avLst>
          </a:prstGeom>
          <a:solidFill>
            <a:srgbClr val="10243A"/>
          </a:solidFill>
          <a:ln w="11430">
            <a:solidFill>
              <a:srgbClr val="22C55E"/>
            </a:solidFill>
            <a:prstDash val="solid"/>
          </a:ln>
        </p:spPr>
        <p:txBody>
          <a:bodyPr/>
          <a:lstStyle/>
          <a:p>
            <a:endParaRPr/>
          </a:p>
        </p:txBody>
      </p:sp>
      <p:sp>
        <p:nvSpPr>
          <p:cNvPr id="16" name="Rectangle 15">
            <a:extLst>
              <a:ext uri="{FF2B5EF4-FFF2-40B4-BE49-F238E27FC236}">
                <a16:creationId xmlns:a16="http://schemas.microsoft.com/office/drawing/2014/main" id="{F27E3141-5D78-4EFA-8A22-E297A7C3345E}"/>
              </a:ext>
            </a:extLst>
          </p:cNvPr>
          <p:cNvSpPr>
            <a:spLocks noGrp="1"/>
          </p:cNvSpPr>
          <p:nvPr/>
        </p:nvSpPr>
        <p:spPr>
          <a:xfrm>
            <a:off x="8877300" y="2533650"/>
            <a:ext cx="2038350" cy="552450"/>
          </a:xfrm>
          <a:prstGeom prst="rect">
            <a:avLst/>
          </a:prstGeom>
          <a:noFill/>
          <a:ln w="0">
            <a:noFill/>
            <a:prstDash val="solid"/>
          </a:ln>
        </p:spPr>
        <p:txBody>
          <a:bodyPr/>
          <a:lstStyle/>
          <a:p>
            <a:pPr algn="ctr">
              <a:buNone/>
              <a:defRPr sz="1950" b="1">
                <a:solidFill>
                  <a:srgbClr val="F8FAFC"/>
                </a:solidFill>
              </a:defRPr>
            </a:pPr>
            <a:r>
              <a:rPr sz="2400" b="1">
                <a:solidFill>
                  <a:srgbClr val="F8FAFC"/>
                </a:solidFill>
              </a:rPr>
              <a:t>Testable</a:t>
            </a:r>
          </a:p>
        </p:txBody>
      </p:sp>
      <p:sp>
        <p:nvSpPr>
          <p:cNvPr id="17" name="Rectangle 16">
            <a:extLst>
              <a:ext uri="{FF2B5EF4-FFF2-40B4-BE49-F238E27FC236}">
                <a16:creationId xmlns:a16="http://schemas.microsoft.com/office/drawing/2014/main" id="{92D50B4A-038C-4A7A-9AF0-D31C4E13730C}"/>
              </a:ext>
            </a:extLst>
          </p:cNvPr>
          <p:cNvSpPr>
            <a:spLocks noGrp="1"/>
          </p:cNvSpPr>
          <p:nvPr/>
        </p:nvSpPr>
        <p:spPr>
          <a:xfrm>
            <a:off x="8896350" y="3333750"/>
            <a:ext cx="2000250" cy="1657350"/>
          </a:xfrm>
          <a:prstGeom prst="rect">
            <a:avLst/>
          </a:prstGeom>
          <a:noFill/>
          <a:ln w="0">
            <a:noFill/>
            <a:prstDash val="solid"/>
          </a:ln>
        </p:spPr>
        <p:txBody>
          <a:bodyPr/>
          <a:lstStyle/>
          <a:p>
            <a:pPr algn="ctr">
              <a:buNone/>
              <a:defRPr sz="1725" b="0">
                <a:solidFill>
                  <a:srgbClr val="A8B6C7"/>
                </a:solidFill>
              </a:defRPr>
            </a:pPr>
            <a:r>
              <a:rPr sz="2000" b="0">
                <a:solidFill>
                  <a:srgbClr val="A8B6C7"/>
                </a:solidFill>
              </a:rPr>
              <a:t>Can quality be evaluated?</a:t>
            </a:r>
          </a:p>
        </p:txBody>
      </p:sp>
      <p:sp>
        <p:nvSpPr>
          <p:cNvPr id="18" name="Rectangle: Rounded Corners 17">
            <a:extLst>
              <a:ext uri="{FF2B5EF4-FFF2-40B4-BE49-F238E27FC236}">
                <a16:creationId xmlns:a16="http://schemas.microsoft.com/office/drawing/2014/main" id="{FF79D5D4-2FE9-40BB-907E-65D575B6E1AD}"/>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56346681-300F-42A7-A72E-64B7226889D7}"/>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DECISION</a:t>
            </a:r>
          </a:p>
        </p:txBody>
      </p:sp>
      <p:sp>
        <p:nvSpPr>
          <p:cNvPr id="20" name="Rectangle 19">
            <a:extLst>
              <a:ext uri="{FF2B5EF4-FFF2-40B4-BE49-F238E27FC236}">
                <a16:creationId xmlns:a16="http://schemas.microsoft.com/office/drawing/2014/main" id="{53F1F3F6-4E93-4340-AF5E-6951EC384671}"/>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If peers cannot use it, implementation teams will struggle too.</a:t>
            </a:r>
          </a:p>
        </p:txBody>
      </p:sp>
      <p:sp>
        <p:nvSpPr>
          <p:cNvPr id="22" name="Oval 21">
            <a:extLst>
              <a:ext uri="{FF2B5EF4-FFF2-40B4-BE49-F238E27FC236}">
                <a16:creationId xmlns:a16="http://schemas.microsoft.com/office/drawing/2014/main" id="{B83C3225-8C6B-48C1-B4D6-0A01708BD77F}"/>
              </a:ext>
            </a:extLst>
          </p:cNvPr>
          <p:cNvSpPr>
            <a:spLocks noGrp="1"/>
          </p:cNvSpPr>
          <p:nvPr/>
        </p:nvSpPr>
        <p:spPr>
          <a:xfrm>
            <a:off x="2819400" y="2533650"/>
            <a:ext cx="400050" cy="400050"/>
          </a:xfrm>
          <a:prstGeom prst="ellipse">
            <a:avLst/>
          </a:prstGeom>
          <a:solidFill>
            <a:srgbClr val="05D6A4"/>
          </a:solidFill>
          <a:ln w="9525">
            <a:solidFill>
              <a:srgbClr val="0B1A2A"/>
            </a:solidFill>
            <a:prstDash val="solid"/>
          </a:ln>
        </p:spPr>
        <p:txBody>
          <a:bodyPr/>
          <a:lstStyle/>
          <a:p>
            <a:endParaRPr lang="en-SG"/>
          </a:p>
        </p:txBody>
      </p:sp>
      <p:pic>
        <p:nvPicPr>
          <p:cNvPr id="51" name="Graphic 50"/>
          <p:cNvPicPr>
            <a:picLocks noChangeAspect="1"/>
          </p:cNvPicPr>
          <p:nvPr/>
        </p:nvPicPr>
        <p:blipFill>
          <a:blip>
            <a:extLst>
              <a:ext uri="{96DAC541-7B7A-43D3-8B79-37D633B846F1}">
                <asvg:svgBlip xmlns:asvg="http://schemas.microsoft.com/office/drawing/2016/SVG/main" r:embed="rId3"/>
              </a:ext>
            </a:extLst>
          </a:blip>
          <a:stretch/>
        </p:blipFill>
        <p:spPr>
          <a:xfrm>
            <a:off x="2907411" y="2621661"/>
            <a:ext cx="224028" cy="224028"/>
          </a:xfrm>
          <a:prstGeom prst="rect">
            <a:avLst/>
          </a:prstGeom>
        </p:spPr>
      </p:pic>
      <p:sp>
        <p:nvSpPr>
          <p:cNvPr id="24" name="Oval 23">
            <a:extLst>
              <a:ext uri="{FF2B5EF4-FFF2-40B4-BE49-F238E27FC236}">
                <a16:creationId xmlns:a16="http://schemas.microsoft.com/office/drawing/2014/main" id="{44A2C414-F902-4FE4-9578-2D265CDC9F3E}"/>
              </a:ext>
            </a:extLst>
          </p:cNvPr>
          <p:cNvSpPr>
            <a:spLocks noGrp="1"/>
          </p:cNvSpPr>
          <p:nvPr/>
        </p:nvSpPr>
        <p:spPr>
          <a:xfrm>
            <a:off x="5391150" y="2533650"/>
            <a:ext cx="400050" cy="400050"/>
          </a:xfrm>
          <a:prstGeom prst="ellipse">
            <a:avLst/>
          </a:prstGeom>
          <a:solidFill>
            <a:srgbClr val="38BDF8"/>
          </a:solidFill>
          <a:ln w="9525">
            <a:solidFill>
              <a:srgbClr val="0B1A2A"/>
            </a:solidFill>
            <a:prstDash val="solid"/>
          </a:ln>
        </p:spPr>
        <p:txBody>
          <a:bodyPr/>
          <a:lstStyle/>
          <a:p>
            <a:endParaRPr lang="en-SG"/>
          </a:p>
        </p:txBody>
      </p:sp>
      <p:pic>
        <p:nvPicPr>
          <p:cNvPr id="53" name="Graphic 52"/>
          <p:cNvPicPr>
            <a:picLocks noChangeAspect="1"/>
          </p:cNvPicPr>
          <p:nvPr/>
        </p:nvPicPr>
        <p:blipFill>
          <a:blip>
            <a:extLst>
              <a:ext uri="{96DAC541-7B7A-43D3-8B79-37D633B846F1}">
                <asvg:svgBlip xmlns:asvg="http://schemas.microsoft.com/office/drawing/2016/SVG/main" r:embed="rId4"/>
              </a:ext>
            </a:extLst>
          </a:blip>
          <a:stretch/>
        </p:blipFill>
        <p:spPr>
          <a:xfrm>
            <a:off x="5479161" y="2621661"/>
            <a:ext cx="224028" cy="224028"/>
          </a:xfrm>
          <a:prstGeom prst="rect">
            <a:avLst/>
          </a:prstGeom>
        </p:spPr>
      </p:pic>
      <p:sp>
        <p:nvSpPr>
          <p:cNvPr id="26" name="Oval 25">
            <a:extLst>
              <a:ext uri="{FF2B5EF4-FFF2-40B4-BE49-F238E27FC236}">
                <a16:creationId xmlns:a16="http://schemas.microsoft.com/office/drawing/2014/main" id="{4B2343C5-53C9-42BA-AF58-86E7E5D695CB}"/>
              </a:ext>
            </a:extLst>
          </p:cNvPr>
          <p:cNvSpPr>
            <a:spLocks noGrp="1"/>
          </p:cNvSpPr>
          <p:nvPr/>
        </p:nvSpPr>
        <p:spPr>
          <a:xfrm>
            <a:off x="7962900" y="2533650"/>
            <a:ext cx="400050" cy="400050"/>
          </a:xfrm>
          <a:prstGeom prst="ellipse">
            <a:avLst/>
          </a:prstGeom>
          <a:solidFill>
            <a:srgbClr val="A78BFA"/>
          </a:solidFill>
          <a:ln w="9525">
            <a:solidFill>
              <a:srgbClr val="0B1A2A"/>
            </a:solidFill>
            <a:prstDash val="solid"/>
          </a:ln>
        </p:spPr>
        <p:txBody>
          <a:bodyPr/>
          <a:lstStyle/>
          <a:p>
            <a:endParaRPr lang="en-SG"/>
          </a:p>
        </p:txBody>
      </p:sp>
      <p:pic>
        <p:nvPicPr>
          <p:cNvPr id="55" name="Graphic 54"/>
          <p:cNvPicPr>
            <a:picLocks noChangeAspect="1"/>
          </p:cNvPicPr>
          <p:nvPr/>
        </p:nvPicPr>
        <p:blipFill>
          <a:blip>
            <a:extLst>
              <a:ext uri="{96DAC541-7B7A-43D3-8B79-37D633B846F1}">
                <asvg:svgBlip xmlns:asvg="http://schemas.microsoft.com/office/drawing/2016/SVG/main" r:embed="rId5"/>
              </a:ext>
            </a:extLst>
          </a:blip>
          <a:stretch/>
        </p:blipFill>
        <p:spPr>
          <a:xfrm>
            <a:off x="8050911" y="2621661"/>
            <a:ext cx="224028" cy="224028"/>
          </a:xfrm>
          <a:prstGeom prst="rect">
            <a:avLst/>
          </a:prstGeom>
        </p:spPr>
      </p:pic>
      <p:sp>
        <p:nvSpPr>
          <p:cNvPr id="28" name="Oval 27">
            <a:extLst>
              <a:ext uri="{FF2B5EF4-FFF2-40B4-BE49-F238E27FC236}">
                <a16:creationId xmlns:a16="http://schemas.microsoft.com/office/drawing/2014/main" id="{77E4AE9F-F9AA-49BE-9ADF-D1005C05242B}"/>
              </a:ext>
            </a:extLst>
          </p:cNvPr>
          <p:cNvSpPr>
            <a:spLocks noGrp="1"/>
          </p:cNvSpPr>
          <p:nvPr/>
        </p:nvSpPr>
        <p:spPr>
          <a:xfrm>
            <a:off x="10534650" y="2533650"/>
            <a:ext cx="400050" cy="400050"/>
          </a:xfrm>
          <a:prstGeom prst="ellipse">
            <a:avLst/>
          </a:prstGeom>
          <a:solidFill>
            <a:srgbClr val="22C55E"/>
          </a:solidFill>
          <a:ln w="9525">
            <a:solidFill>
              <a:srgbClr val="0B1A2A"/>
            </a:solidFill>
            <a:prstDash val="solid"/>
          </a:ln>
        </p:spPr>
        <p:txBody>
          <a:bodyPr/>
          <a:lstStyle/>
          <a:p>
            <a:endParaRPr lang="en-SG"/>
          </a:p>
        </p:txBody>
      </p:sp>
      <p:pic>
        <p:nvPicPr>
          <p:cNvPr id="57" name="Graphic 56"/>
          <p:cNvPicPr>
            <a:picLocks noChangeAspect="1"/>
          </p:cNvPicPr>
          <p:nvPr/>
        </p:nvPicPr>
        <p:blipFill>
          <a:blip>
            <a:extLst>
              <a:ext uri="{96DAC541-7B7A-43D3-8B79-37D633B846F1}">
                <asvg:svgBlip xmlns:asvg="http://schemas.microsoft.com/office/drawing/2016/SVG/main" r:embed="rId6"/>
              </a:ext>
            </a:extLst>
          </a:blip>
          <a:stretch/>
        </p:blipFill>
        <p:spPr>
          <a:xfrm>
            <a:off x="10622661" y="2621661"/>
            <a:ext cx="224028" cy="224028"/>
          </a:xfrm>
          <a:prstGeom prst="rect">
            <a:avLst/>
          </a:prstGeom>
        </p:spPr>
      </p:pic>
      <p:pic>
        <p:nvPicPr>
          <p:cNvPr id="25" name="Picture 24">
            <a:extLst>
              <a:ext uri="{FF2B5EF4-FFF2-40B4-BE49-F238E27FC236}">
                <a16:creationId xmlns:a16="http://schemas.microsoft.com/office/drawing/2014/main" id="{7098D8BF-5748-FC81-70CC-73352BE8BBC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799826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2E7ED4B-0F8A-49E0-94B8-430C3559761F}"/>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DEBRIEF</a:t>
            </a:r>
          </a:p>
        </p:txBody>
      </p:sp>
      <p:sp>
        <p:nvSpPr>
          <p:cNvPr id="2" name="Rectangle 1">
            <a:extLst>
              <a:ext uri="{FF2B5EF4-FFF2-40B4-BE49-F238E27FC236}">
                <a16:creationId xmlns:a16="http://schemas.microsoft.com/office/drawing/2014/main" id="{1C443CCF-2640-460D-B40E-6655540F13BC}"/>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What must management decide?</a:t>
            </a:r>
          </a:p>
        </p:txBody>
      </p:sp>
      <p:sp>
        <p:nvSpPr>
          <p:cNvPr id="3" name="Rectangle 2">
            <a:extLst>
              <a:ext uri="{FF2B5EF4-FFF2-40B4-BE49-F238E27FC236}">
                <a16:creationId xmlns:a16="http://schemas.microsoft.com/office/drawing/2014/main" id="{E5A85D27-D922-46A2-AC14-DB421F7E88B0}"/>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9C24FF16-A286-44D7-8786-FA0BF18A66AC}"/>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41</a:t>
            </a:r>
          </a:p>
        </p:txBody>
      </p:sp>
      <p:sp>
        <p:nvSpPr>
          <p:cNvPr id="5" name="Rectangle 4">
            <a:extLst>
              <a:ext uri="{FF2B5EF4-FFF2-40B4-BE49-F238E27FC236}">
                <a16:creationId xmlns:a16="http://schemas.microsoft.com/office/drawing/2014/main" id="{2D57AD4A-7CCB-4D34-B0C5-510E0DE98D28}"/>
              </a:ext>
            </a:extLst>
          </p:cNvPr>
          <p:cNvSpPr>
            <a:spLocks noGrp="1"/>
          </p:cNvSpPr>
          <p:nvPr/>
        </p:nvSpPr>
        <p:spPr>
          <a:xfrm>
            <a:off x="685800" y="1714500"/>
            <a:ext cx="8763000" cy="876300"/>
          </a:xfrm>
          <a:prstGeom prst="rect">
            <a:avLst/>
          </a:prstGeom>
          <a:noFill/>
          <a:ln w="0">
            <a:noFill/>
            <a:prstDash val="solid"/>
          </a:ln>
        </p:spPr>
        <p:txBody>
          <a:bodyPr/>
          <a:lstStyle/>
          <a:p>
            <a:pPr algn="l">
              <a:buNone/>
              <a:defRPr sz="1950" b="0">
                <a:solidFill>
                  <a:srgbClr val="A8B6C7"/>
                </a:solidFill>
              </a:defRPr>
            </a:pPr>
            <a:r>
              <a:rPr sz="1950" b="0">
                <a:solidFill>
                  <a:srgbClr val="A8B6C7"/>
                </a:solidFill>
              </a:rPr>
              <a:t>Some gaps are design gaps. Others are management decisions.</a:t>
            </a:r>
          </a:p>
        </p:txBody>
      </p:sp>
      <p:sp>
        <p:nvSpPr>
          <p:cNvPr id="6" name="Rectangle: Rounded Corners 5">
            <a:extLst>
              <a:ext uri="{FF2B5EF4-FFF2-40B4-BE49-F238E27FC236}">
                <a16:creationId xmlns:a16="http://schemas.microsoft.com/office/drawing/2014/main" id="{4A102F86-7582-4114-B2C5-92C40614A7CF}"/>
              </a:ext>
            </a:extLst>
          </p:cNvPr>
          <p:cNvSpPr>
            <a:spLocks noGrp="1"/>
          </p:cNvSpPr>
          <p:nvPr/>
        </p:nvSpPr>
        <p:spPr>
          <a:xfrm>
            <a:off x="800100" y="2457449"/>
            <a:ext cx="2476500" cy="2143159"/>
          </a:xfrm>
          <a:prstGeom prst="roundRect">
            <a:avLst>
              <a:gd name="adj" fmla="val 8696"/>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AF0DB3D7-DF1B-4E34-8F51-9862C3D901B2}"/>
              </a:ext>
            </a:extLst>
          </p:cNvPr>
          <p:cNvSpPr>
            <a:spLocks noGrp="1"/>
          </p:cNvSpPr>
          <p:nvPr/>
        </p:nvSpPr>
        <p:spPr>
          <a:xfrm>
            <a:off x="800100" y="2457449"/>
            <a:ext cx="66675" cy="2143159"/>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4BD0FEB6-179C-40EF-BD61-79B666267167}"/>
              </a:ext>
            </a:extLst>
          </p:cNvPr>
          <p:cNvSpPr>
            <a:spLocks noGrp="1"/>
          </p:cNvSpPr>
          <p:nvPr/>
        </p:nvSpPr>
        <p:spPr>
          <a:xfrm>
            <a:off x="1009650" y="2628900"/>
            <a:ext cx="2057400" cy="714386"/>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Ownership</a:t>
            </a:r>
          </a:p>
        </p:txBody>
      </p:sp>
      <p:sp>
        <p:nvSpPr>
          <p:cNvPr id="9" name="Rectangle 8">
            <a:extLst>
              <a:ext uri="{FF2B5EF4-FFF2-40B4-BE49-F238E27FC236}">
                <a16:creationId xmlns:a16="http://schemas.microsoft.com/office/drawing/2014/main" id="{6C2F226B-495F-4553-8717-7F98898C9E45}"/>
              </a:ext>
            </a:extLst>
          </p:cNvPr>
          <p:cNvSpPr>
            <a:spLocks noGrp="1"/>
          </p:cNvSpPr>
          <p:nvPr/>
        </p:nvSpPr>
        <p:spPr>
          <a:xfrm>
            <a:off x="1042987" y="3326047"/>
            <a:ext cx="2057400" cy="1024989"/>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Who maintains each trusted source?</a:t>
            </a:r>
          </a:p>
        </p:txBody>
      </p:sp>
      <p:sp>
        <p:nvSpPr>
          <p:cNvPr id="10" name="Rectangle: Rounded Corners 9">
            <a:extLst>
              <a:ext uri="{FF2B5EF4-FFF2-40B4-BE49-F238E27FC236}">
                <a16:creationId xmlns:a16="http://schemas.microsoft.com/office/drawing/2014/main" id="{14D2BEA6-C173-4CC9-B604-96E3CD3C15EC}"/>
              </a:ext>
            </a:extLst>
          </p:cNvPr>
          <p:cNvSpPr>
            <a:spLocks noGrp="1"/>
          </p:cNvSpPr>
          <p:nvPr/>
        </p:nvSpPr>
        <p:spPr>
          <a:xfrm>
            <a:off x="3505200" y="2457449"/>
            <a:ext cx="2476500" cy="2143159"/>
          </a:xfrm>
          <a:prstGeom prst="roundRect">
            <a:avLst>
              <a:gd name="adj" fmla="val 8696"/>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E0A0EE55-690A-4AB9-AD54-2F2693FFF60E}"/>
              </a:ext>
            </a:extLst>
          </p:cNvPr>
          <p:cNvSpPr>
            <a:spLocks noGrp="1"/>
          </p:cNvSpPr>
          <p:nvPr/>
        </p:nvSpPr>
        <p:spPr>
          <a:xfrm>
            <a:off x="3505200" y="2457449"/>
            <a:ext cx="66675" cy="2143159"/>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A6D45B88-2AF8-479D-BB66-D10AF71B42C0}"/>
              </a:ext>
            </a:extLst>
          </p:cNvPr>
          <p:cNvSpPr>
            <a:spLocks noGrp="1"/>
          </p:cNvSpPr>
          <p:nvPr/>
        </p:nvSpPr>
        <p:spPr>
          <a:xfrm>
            <a:off x="3714750" y="2628900"/>
            <a:ext cx="2057400" cy="714386"/>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Access</a:t>
            </a:r>
          </a:p>
        </p:txBody>
      </p:sp>
      <p:sp>
        <p:nvSpPr>
          <p:cNvPr id="13" name="Rectangle 12">
            <a:extLst>
              <a:ext uri="{FF2B5EF4-FFF2-40B4-BE49-F238E27FC236}">
                <a16:creationId xmlns:a16="http://schemas.microsoft.com/office/drawing/2014/main" id="{BC30F47C-C6F6-43BF-B79C-60110114464E}"/>
              </a:ext>
            </a:extLst>
          </p:cNvPr>
          <p:cNvSpPr>
            <a:spLocks noGrp="1"/>
          </p:cNvSpPr>
          <p:nvPr/>
        </p:nvSpPr>
        <p:spPr>
          <a:xfrm>
            <a:off x="3752850" y="3296280"/>
            <a:ext cx="2057400" cy="1024989"/>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Who may use sensitive knowledge?</a:t>
            </a:r>
          </a:p>
        </p:txBody>
      </p:sp>
      <p:sp>
        <p:nvSpPr>
          <p:cNvPr id="14" name="Rectangle: Rounded Corners 13">
            <a:extLst>
              <a:ext uri="{FF2B5EF4-FFF2-40B4-BE49-F238E27FC236}">
                <a16:creationId xmlns:a16="http://schemas.microsoft.com/office/drawing/2014/main" id="{CCD06A14-30BE-4B20-B27D-7FFC65851CA2}"/>
              </a:ext>
            </a:extLst>
          </p:cNvPr>
          <p:cNvSpPr>
            <a:spLocks noGrp="1"/>
          </p:cNvSpPr>
          <p:nvPr/>
        </p:nvSpPr>
        <p:spPr>
          <a:xfrm>
            <a:off x="6210300" y="2457449"/>
            <a:ext cx="2476500" cy="2143159"/>
          </a:xfrm>
          <a:prstGeom prst="roundRect">
            <a:avLst>
              <a:gd name="adj" fmla="val 8696"/>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27CC40C3-8946-4291-BA74-DE75D353D05E}"/>
              </a:ext>
            </a:extLst>
          </p:cNvPr>
          <p:cNvSpPr>
            <a:spLocks noGrp="1"/>
          </p:cNvSpPr>
          <p:nvPr/>
        </p:nvSpPr>
        <p:spPr>
          <a:xfrm>
            <a:off x="6210300" y="2457449"/>
            <a:ext cx="66675" cy="2143159"/>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702F3569-B70A-4F81-92EF-F1710F2D87A4}"/>
              </a:ext>
            </a:extLst>
          </p:cNvPr>
          <p:cNvSpPr>
            <a:spLocks noGrp="1"/>
          </p:cNvSpPr>
          <p:nvPr/>
        </p:nvSpPr>
        <p:spPr>
          <a:xfrm>
            <a:off x="6419850" y="2628900"/>
            <a:ext cx="2057400" cy="714386"/>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Tools</a:t>
            </a:r>
          </a:p>
        </p:txBody>
      </p:sp>
      <p:sp>
        <p:nvSpPr>
          <p:cNvPr id="17" name="Rectangle 16">
            <a:extLst>
              <a:ext uri="{FF2B5EF4-FFF2-40B4-BE49-F238E27FC236}">
                <a16:creationId xmlns:a16="http://schemas.microsoft.com/office/drawing/2014/main" id="{1A5B1B80-AA88-4A09-830A-42652C2657FA}"/>
              </a:ext>
            </a:extLst>
          </p:cNvPr>
          <p:cNvSpPr>
            <a:spLocks noGrp="1"/>
          </p:cNvSpPr>
          <p:nvPr/>
        </p:nvSpPr>
        <p:spPr>
          <a:xfrm>
            <a:off x="6419850" y="3273676"/>
            <a:ext cx="2057400" cy="1024989"/>
          </a:xfrm>
          <a:prstGeom prst="rect">
            <a:avLst/>
          </a:prstGeom>
          <a:noFill/>
          <a:ln w="0">
            <a:noFill/>
            <a:prstDash val="solid"/>
          </a:ln>
        </p:spPr>
        <p:txBody>
          <a:bodyPr/>
          <a:lstStyle/>
          <a:p>
            <a:pPr algn="l">
              <a:buNone/>
              <a:defRPr sz="1725" b="0">
                <a:solidFill>
                  <a:srgbClr val="A8B6C7"/>
                </a:solidFill>
              </a:defRPr>
            </a:pPr>
            <a:r>
              <a:rPr sz="1725" b="0" dirty="0">
                <a:solidFill>
                  <a:srgbClr val="A8B6C7"/>
                </a:solidFill>
              </a:rPr>
              <a:t>Where will retrieval and review happen?</a:t>
            </a:r>
          </a:p>
        </p:txBody>
      </p:sp>
      <p:sp>
        <p:nvSpPr>
          <p:cNvPr id="18" name="Rectangle: Rounded Corners 17">
            <a:extLst>
              <a:ext uri="{FF2B5EF4-FFF2-40B4-BE49-F238E27FC236}">
                <a16:creationId xmlns:a16="http://schemas.microsoft.com/office/drawing/2014/main" id="{6A2363A9-0C77-4734-851C-00D4B67A6576}"/>
              </a:ext>
            </a:extLst>
          </p:cNvPr>
          <p:cNvSpPr>
            <a:spLocks noGrp="1"/>
          </p:cNvSpPr>
          <p:nvPr/>
        </p:nvSpPr>
        <p:spPr>
          <a:xfrm>
            <a:off x="8915400" y="2457449"/>
            <a:ext cx="2476500" cy="2143159"/>
          </a:xfrm>
          <a:prstGeom prst="roundRect">
            <a:avLst>
              <a:gd name="adj" fmla="val 8696"/>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45ACF398-9E30-4021-8990-C1BAC5729250}"/>
              </a:ext>
            </a:extLst>
          </p:cNvPr>
          <p:cNvSpPr>
            <a:spLocks noGrp="1"/>
          </p:cNvSpPr>
          <p:nvPr/>
        </p:nvSpPr>
        <p:spPr>
          <a:xfrm>
            <a:off x="8915400" y="2457449"/>
            <a:ext cx="66675" cy="2143159"/>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CA16A869-149D-49B0-AEFD-E657947672B3}"/>
              </a:ext>
            </a:extLst>
          </p:cNvPr>
          <p:cNvSpPr>
            <a:spLocks noGrp="1"/>
          </p:cNvSpPr>
          <p:nvPr/>
        </p:nvSpPr>
        <p:spPr>
          <a:xfrm>
            <a:off x="9124950" y="2628900"/>
            <a:ext cx="2057400" cy="714386"/>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Cadence</a:t>
            </a:r>
          </a:p>
        </p:txBody>
      </p:sp>
      <p:sp>
        <p:nvSpPr>
          <p:cNvPr id="21" name="Rectangle 20">
            <a:extLst>
              <a:ext uri="{FF2B5EF4-FFF2-40B4-BE49-F238E27FC236}">
                <a16:creationId xmlns:a16="http://schemas.microsoft.com/office/drawing/2014/main" id="{C1714579-9412-4A05-B65E-A7A13347D2A9}"/>
              </a:ext>
            </a:extLst>
          </p:cNvPr>
          <p:cNvSpPr>
            <a:spLocks noGrp="1"/>
          </p:cNvSpPr>
          <p:nvPr/>
        </p:nvSpPr>
        <p:spPr>
          <a:xfrm>
            <a:off x="9124950" y="3143249"/>
            <a:ext cx="2057400" cy="1024989"/>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How often are sources tested and refreshed?</a:t>
            </a:r>
          </a:p>
        </p:txBody>
      </p:sp>
      <p:sp>
        <p:nvSpPr>
          <p:cNvPr id="22" name="Rectangle: Rounded Corners 21">
            <a:extLst>
              <a:ext uri="{FF2B5EF4-FFF2-40B4-BE49-F238E27FC236}">
                <a16:creationId xmlns:a16="http://schemas.microsoft.com/office/drawing/2014/main" id="{B83F5A69-60E3-4466-B4DF-9651EEC85E89}"/>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3" name="Rectangle 22">
            <a:extLst>
              <a:ext uri="{FF2B5EF4-FFF2-40B4-BE49-F238E27FC236}">
                <a16:creationId xmlns:a16="http://schemas.microsoft.com/office/drawing/2014/main" id="{2FCBA720-2C9A-4B96-9F04-C349B1A3FBC6}"/>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4" name="Rectangle 23">
            <a:extLst>
              <a:ext uri="{FF2B5EF4-FFF2-40B4-BE49-F238E27FC236}">
                <a16:creationId xmlns:a16="http://schemas.microsoft.com/office/drawing/2014/main" id="{045D8A52-E3D6-4D18-BF2D-00124EA1C938}"/>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Do not hide management decisions inside technical work.</a:t>
            </a:r>
          </a:p>
        </p:txBody>
      </p:sp>
      <p:sp>
        <p:nvSpPr>
          <p:cNvPr id="26" name="Oval 25">
            <a:extLst>
              <a:ext uri="{FF2B5EF4-FFF2-40B4-BE49-F238E27FC236}">
                <a16:creationId xmlns:a16="http://schemas.microsoft.com/office/drawing/2014/main" id="{3AF18958-9A9F-4626-8D92-663D8CFA9D0C}"/>
              </a:ext>
            </a:extLst>
          </p:cNvPr>
          <p:cNvSpPr>
            <a:spLocks noGrp="1"/>
          </p:cNvSpPr>
          <p:nvPr/>
        </p:nvSpPr>
        <p:spPr>
          <a:xfrm>
            <a:off x="2571750" y="2724150"/>
            <a:ext cx="438150" cy="438150"/>
          </a:xfrm>
          <a:prstGeom prst="ellipse">
            <a:avLst/>
          </a:prstGeom>
          <a:solidFill>
            <a:srgbClr val="38BDF8"/>
          </a:solidFill>
          <a:ln w="9525">
            <a:solidFill>
              <a:srgbClr val="0B1A2A"/>
            </a:solidFill>
            <a:prstDash val="solid"/>
          </a:ln>
        </p:spPr>
        <p:txBody>
          <a:bodyPr/>
          <a:lstStyle/>
          <a:p>
            <a:endParaRPr lang="en-SG"/>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2668143" y="2820543"/>
            <a:ext cx="245364" cy="245364"/>
          </a:xfrm>
          <a:prstGeom prst="rect">
            <a:avLst/>
          </a:prstGeom>
        </p:spPr>
      </p:pic>
      <p:sp>
        <p:nvSpPr>
          <p:cNvPr id="28" name="Oval 27">
            <a:extLst>
              <a:ext uri="{FF2B5EF4-FFF2-40B4-BE49-F238E27FC236}">
                <a16:creationId xmlns:a16="http://schemas.microsoft.com/office/drawing/2014/main" id="{EA683C4E-35B4-425C-BBE3-D59D244DC614}"/>
              </a:ext>
            </a:extLst>
          </p:cNvPr>
          <p:cNvSpPr>
            <a:spLocks noGrp="1"/>
          </p:cNvSpPr>
          <p:nvPr/>
        </p:nvSpPr>
        <p:spPr>
          <a:xfrm>
            <a:off x="5276850" y="2724150"/>
            <a:ext cx="438150" cy="438150"/>
          </a:xfrm>
          <a:prstGeom prst="ellipse">
            <a:avLst/>
          </a:prstGeom>
          <a:solidFill>
            <a:srgbClr val="A78BFA"/>
          </a:solidFill>
          <a:ln w="9525">
            <a:solidFill>
              <a:srgbClr val="0B1A2A"/>
            </a:solidFill>
            <a:prstDash val="solid"/>
          </a:ln>
        </p:spPr>
        <p:txBody>
          <a:bodyPr/>
          <a:lstStyle/>
          <a:p>
            <a:endParaRPr lang="en-SG"/>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5373243" y="2820543"/>
            <a:ext cx="245364" cy="245364"/>
          </a:xfrm>
          <a:prstGeom prst="rect">
            <a:avLst/>
          </a:prstGeom>
        </p:spPr>
      </p:pic>
      <p:sp>
        <p:nvSpPr>
          <p:cNvPr id="30" name="Oval 29">
            <a:extLst>
              <a:ext uri="{FF2B5EF4-FFF2-40B4-BE49-F238E27FC236}">
                <a16:creationId xmlns:a16="http://schemas.microsoft.com/office/drawing/2014/main" id="{510C707F-736D-408A-B47B-ECFDF3B60A12}"/>
              </a:ext>
            </a:extLst>
          </p:cNvPr>
          <p:cNvSpPr>
            <a:spLocks noGrp="1"/>
          </p:cNvSpPr>
          <p:nvPr/>
        </p:nvSpPr>
        <p:spPr>
          <a:xfrm>
            <a:off x="7981950" y="2724150"/>
            <a:ext cx="438150" cy="438150"/>
          </a:xfrm>
          <a:prstGeom prst="ellipse">
            <a:avLst/>
          </a:prstGeom>
          <a:solidFill>
            <a:srgbClr val="22C55E"/>
          </a:solidFill>
          <a:ln w="9525">
            <a:solidFill>
              <a:srgbClr val="0B1A2A"/>
            </a:solidFill>
            <a:prstDash val="solid"/>
          </a:ln>
        </p:spPr>
        <p:txBody>
          <a:bodyPr/>
          <a:lstStyle/>
          <a:p>
            <a:endParaRPr lang="en-SG"/>
          </a:p>
        </p:txBody>
      </p:sp>
      <p:pic>
        <p:nvPicPr>
          <p:cNvPr id="63" name="Graphic 62"/>
          <p:cNvPicPr>
            <a:picLocks noChangeAspect="1"/>
          </p:cNvPicPr>
          <p:nvPr/>
        </p:nvPicPr>
        <p:blipFill>
          <a:blip>
            <a:extLst>
              <a:ext uri="{96DAC541-7B7A-43D3-8B79-37D633B846F1}">
                <asvg:svgBlip xmlns:asvg="http://schemas.microsoft.com/office/drawing/2016/SVG/main" r:embed="rId5"/>
              </a:ext>
            </a:extLst>
          </a:blip>
          <a:stretch/>
        </p:blipFill>
        <p:spPr>
          <a:xfrm>
            <a:off x="8078343" y="2820543"/>
            <a:ext cx="245364" cy="245364"/>
          </a:xfrm>
          <a:prstGeom prst="rect">
            <a:avLst/>
          </a:prstGeom>
        </p:spPr>
      </p:pic>
      <p:sp>
        <p:nvSpPr>
          <p:cNvPr id="32" name="Oval 31">
            <a:extLst>
              <a:ext uri="{FF2B5EF4-FFF2-40B4-BE49-F238E27FC236}">
                <a16:creationId xmlns:a16="http://schemas.microsoft.com/office/drawing/2014/main" id="{5A537A21-A26D-476A-9DAD-869C306CBD6B}"/>
              </a:ext>
            </a:extLst>
          </p:cNvPr>
          <p:cNvSpPr>
            <a:spLocks noGrp="1"/>
          </p:cNvSpPr>
          <p:nvPr/>
        </p:nvSpPr>
        <p:spPr>
          <a:xfrm>
            <a:off x="10687050" y="2724150"/>
            <a:ext cx="438150" cy="438150"/>
          </a:xfrm>
          <a:prstGeom prst="ellipse">
            <a:avLst/>
          </a:prstGeom>
          <a:solidFill>
            <a:srgbClr val="38BDF8"/>
          </a:solidFill>
          <a:ln w="9525">
            <a:solidFill>
              <a:srgbClr val="0B1A2A"/>
            </a:solidFill>
            <a:prstDash val="solid"/>
          </a:ln>
        </p:spPr>
        <p:txBody>
          <a:bodyPr/>
          <a:lstStyle/>
          <a:p>
            <a:endParaRPr lang="en-SG"/>
          </a:p>
        </p:txBody>
      </p:sp>
      <p:pic>
        <p:nvPicPr>
          <p:cNvPr id="65" name="Graphic 64"/>
          <p:cNvPicPr>
            <a:picLocks noChangeAspect="1"/>
          </p:cNvPicPr>
          <p:nvPr/>
        </p:nvPicPr>
        <p:blipFill>
          <a:blip>
            <a:extLst>
              <a:ext uri="{96DAC541-7B7A-43D3-8B79-37D633B846F1}">
                <asvg:svgBlip xmlns:asvg="http://schemas.microsoft.com/office/drawing/2016/SVG/main" r:embed="rId3"/>
              </a:ext>
            </a:extLst>
          </a:blip>
          <a:stretch/>
        </p:blipFill>
        <p:spPr>
          <a:xfrm>
            <a:off x="10783443" y="2820543"/>
            <a:ext cx="245364" cy="245364"/>
          </a:xfrm>
          <a:prstGeom prst="rect">
            <a:avLst/>
          </a:prstGeom>
        </p:spPr>
      </p:pic>
      <p:pic>
        <p:nvPicPr>
          <p:cNvPr id="29" name="Picture 28">
            <a:extLst>
              <a:ext uri="{FF2B5EF4-FFF2-40B4-BE49-F238E27FC236}">
                <a16:creationId xmlns:a16="http://schemas.microsoft.com/office/drawing/2014/main" id="{30E88756-2136-946C-2F4F-17FA185809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2757378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0B432FB-8026-4433-B137-1E9252D6080C}"/>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MANAGEMENT TAKEAWAY</a:t>
            </a:r>
          </a:p>
        </p:txBody>
      </p:sp>
      <p:sp>
        <p:nvSpPr>
          <p:cNvPr id="2" name="Rectangle 1">
            <a:extLst>
              <a:ext uri="{FF2B5EF4-FFF2-40B4-BE49-F238E27FC236}">
                <a16:creationId xmlns:a16="http://schemas.microsoft.com/office/drawing/2014/main" id="{8456692A-C1D7-4E2B-A10A-F9E062A14B37}"/>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3" name="Rectangle 2">
            <a:extLst>
              <a:ext uri="{FF2B5EF4-FFF2-40B4-BE49-F238E27FC236}">
                <a16:creationId xmlns:a16="http://schemas.microsoft.com/office/drawing/2014/main" id="{53E87DE1-BEB5-46DB-91CB-714324C49DE3}"/>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42</a:t>
            </a:r>
          </a:p>
        </p:txBody>
      </p:sp>
      <p:sp>
        <p:nvSpPr>
          <p:cNvPr id="4" name="Rectangle: Rounded Corners 3">
            <a:extLst>
              <a:ext uri="{FF2B5EF4-FFF2-40B4-BE49-F238E27FC236}">
                <a16:creationId xmlns:a16="http://schemas.microsoft.com/office/drawing/2014/main" id="{7F14C98D-22A2-462A-81E6-966169010A37}"/>
              </a:ext>
            </a:extLst>
          </p:cNvPr>
          <p:cNvSpPr>
            <a:spLocks noGrp="1"/>
          </p:cNvSpPr>
          <p:nvPr/>
        </p:nvSpPr>
        <p:spPr>
          <a:xfrm>
            <a:off x="1219200" y="1647825"/>
            <a:ext cx="9753600" cy="2680336"/>
          </a:xfrm>
          <a:prstGeom prst="roundRect">
            <a:avLst>
              <a:gd name="adj" fmla="val 4444"/>
            </a:avLst>
          </a:prstGeom>
          <a:solidFill>
            <a:srgbClr val="0E2034"/>
          </a:solidFill>
          <a:ln w="11430">
            <a:solidFill>
              <a:srgbClr val="05D6A4"/>
            </a:solidFill>
            <a:prstDash val="solid"/>
          </a:ln>
        </p:spPr>
        <p:txBody>
          <a:bodyPr/>
          <a:lstStyle/>
          <a:p>
            <a:endParaRPr/>
          </a:p>
        </p:txBody>
      </p:sp>
      <p:sp>
        <p:nvSpPr>
          <p:cNvPr id="5" name="Rectangle 4">
            <a:extLst>
              <a:ext uri="{FF2B5EF4-FFF2-40B4-BE49-F238E27FC236}">
                <a16:creationId xmlns:a16="http://schemas.microsoft.com/office/drawing/2014/main" id="{41162F0D-FD9F-4D0A-A7D3-AA6431AC765F}"/>
              </a:ext>
            </a:extLst>
          </p:cNvPr>
          <p:cNvSpPr>
            <a:spLocks noGrp="1"/>
          </p:cNvSpPr>
          <p:nvPr/>
        </p:nvSpPr>
        <p:spPr>
          <a:xfrm>
            <a:off x="1714500" y="1809750"/>
            <a:ext cx="8763000" cy="1676400"/>
          </a:xfrm>
          <a:prstGeom prst="rect">
            <a:avLst/>
          </a:prstGeom>
          <a:noFill/>
          <a:ln w="0">
            <a:noFill/>
            <a:prstDash val="solid"/>
          </a:ln>
        </p:spPr>
        <p:txBody>
          <a:bodyPr/>
          <a:lstStyle/>
          <a:p>
            <a:pPr algn="ctr">
              <a:buNone/>
              <a:defRPr sz="3900" b="1">
                <a:solidFill>
                  <a:srgbClr val="F8FAFC"/>
                </a:solidFill>
              </a:defRPr>
            </a:pPr>
            <a:r>
              <a:rPr sz="3900" b="1">
                <a:solidFill>
                  <a:srgbClr val="F8FAFC"/>
                </a:solidFill>
              </a:rPr>
              <a:t>Context is infrastructure.</a:t>
            </a:r>
          </a:p>
        </p:txBody>
      </p:sp>
      <p:sp>
        <p:nvSpPr>
          <p:cNvPr id="6" name="Rectangle 5">
            <a:extLst>
              <a:ext uri="{FF2B5EF4-FFF2-40B4-BE49-F238E27FC236}">
                <a16:creationId xmlns:a16="http://schemas.microsoft.com/office/drawing/2014/main" id="{E28F77A8-3156-43BD-89BA-05BC356F6EB3}"/>
              </a:ext>
            </a:extLst>
          </p:cNvPr>
          <p:cNvSpPr>
            <a:spLocks noGrp="1"/>
          </p:cNvSpPr>
          <p:nvPr/>
        </p:nvSpPr>
        <p:spPr>
          <a:xfrm>
            <a:off x="2095500" y="3286125"/>
            <a:ext cx="8001000" cy="685800"/>
          </a:xfrm>
          <a:prstGeom prst="rect">
            <a:avLst/>
          </a:prstGeom>
          <a:noFill/>
          <a:ln w="0">
            <a:noFill/>
            <a:prstDash val="solid"/>
          </a:ln>
        </p:spPr>
        <p:txBody>
          <a:bodyPr/>
          <a:lstStyle/>
          <a:p>
            <a:pPr algn="ctr">
              <a:buNone/>
              <a:defRPr sz="2025" b="0">
                <a:solidFill>
                  <a:srgbClr val="A8B6C7"/>
                </a:solidFill>
              </a:defRPr>
            </a:pPr>
            <a:r>
              <a:rPr sz="2025" b="0">
                <a:solidFill>
                  <a:srgbClr val="A8B6C7"/>
                </a:solidFill>
              </a:rPr>
              <a:t>Reliable AI depends on governed knowledge, not only better prompts or better models.</a:t>
            </a:r>
          </a:p>
        </p:txBody>
      </p:sp>
      <p:sp>
        <p:nvSpPr>
          <p:cNvPr id="7" name="Rectangle: Rounded Corners 6">
            <a:extLst>
              <a:ext uri="{FF2B5EF4-FFF2-40B4-BE49-F238E27FC236}">
                <a16:creationId xmlns:a16="http://schemas.microsoft.com/office/drawing/2014/main" id="{D7A68758-9AF3-4C7F-8D3F-7ACFD815E36D}"/>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73E76069-4831-4D9E-9502-DFD5B806ACE8}"/>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REMEMBER</a:t>
            </a:r>
          </a:p>
        </p:txBody>
      </p:sp>
      <p:sp>
        <p:nvSpPr>
          <p:cNvPr id="9" name="Rectangle 8">
            <a:extLst>
              <a:ext uri="{FF2B5EF4-FFF2-40B4-BE49-F238E27FC236}">
                <a16:creationId xmlns:a16="http://schemas.microsoft.com/office/drawing/2014/main" id="{2A2E7371-7A6B-4814-A070-24C72D147E6D}"/>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Invest in the knowledge layer before scaling agents.</a:t>
            </a:r>
          </a:p>
        </p:txBody>
      </p:sp>
      <p:pic>
        <p:nvPicPr>
          <p:cNvPr id="12" name="Picture 11">
            <a:extLst>
              <a:ext uri="{FF2B5EF4-FFF2-40B4-BE49-F238E27FC236}">
                <a16:creationId xmlns:a16="http://schemas.microsoft.com/office/drawing/2014/main" id="{D82BFB58-1FEE-841E-81EF-C2DD93D86C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2146357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047AEB5-6CD4-483F-B867-B70F22F63B8D}"/>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ARTIFACT CHECK</a:t>
            </a:r>
          </a:p>
        </p:txBody>
      </p:sp>
      <p:sp>
        <p:nvSpPr>
          <p:cNvPr id="2" name="Rectangle 1">
            <a:extLst>
              <a:ext uri="{FF2B5EF4-FFF2-40B4-BE49-F238E27FC236}">
                <a16:creationId xmlns:a16="http://schemas.microsoft.com/office/drawing/2014/main" id="{BCAD3A57-150E-4AFF-95BC-8AE669CF75EF}"/>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Day 2 artifact checklist</a:t>
            </a:r>
          </a:p>
        </p:txBody>
      </p:sp>
      <p:sp>
        <p:nvSpPr>
          <p:cNvPr id="3" name="Rectangle 2">
            <a:extLst>
              <a:ext uri="{FF2B5EF4-FFF2-40B4-BE49-F238E27FC236}">
                <a16:creationId xmlns:a16="http://schemas.microsoft.com/office/drawing/2014/main" id="{228001CA-2A29-4E1D-9456-80ACE551DD4A}"/>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11CF5F49-3949-4EC5-8A9C-3CA8C53F9C33}"/>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43</a:t>
            </a:r>
          </a:p>
        </p:txBody>
      </p:sp>
      <p:sp>
        <p:nvSpPr>
          <p:cNvPr id="5" name="Rectangle 4">
            <a:extLst>
              <a:ext uri="{FF2B5EF4-FFF2-40B4-BE49-F238E27FC236}">
                <a16:creationId xmlns:a16="http://schemas.microsoft.com/office/drawing/2014/main" id="{8501126E-023E-436F-9CF3-EDD592112462}"/>
              </a:ext>
            </a:extLst>
          </p:cNvPr>
          <p:cNvSpPr>
            <a:spLocks noGrp="1"/>
          </p:cNvSpPr>
          <p:nvPr/>
        </p:nvSpPr>
        <p:spPr>
          <a:xfrm>
            <a:off x="685799" y="1714500"/>
            <a:ext cx="10477499" cy="876300"/>
          </a:xfrm>
          <a:prstGeom prst="rect">
            <a:avLst/>
          </a:prstGeom>
          <a:noFill/>
          <a:ln w="0">
            <a:noFill/>
            <a:prstDash val="solid"/>
          </a:ln>
        </p:spPr>
        <p:txBody>
          <a:bodyPr/>
          <a:lstStyle/>
          <a:p>
            <a:pPr algn="l">
              <a:buNone/>
              <a:defRPr sz="1950" b="0">
                <a:solidFill>
                  <a:srgbClr val="A8B6C7"/>
                </a:solidFill>
              </a:defRPr>
            </a:pPr>
            <a:r>
              <a:rPr sz="2000" b="0">
                <a:solidFill>
                  <a:srgbClr val="A8B6C7"/>
                </a:solidFill>
              </a:rPr>
              <a:t>Confirm what is complete, what needs owner review, and what carries into the Day 6 lab.</a:t>
            </a:r>
          </a:p>
        </p:txBody>
      </p:sp>
      <p:sp>
        <p:nvSpPr>
          <p:cNvPr id="6" name="Rectangle: Rounded Corners 5">
            <a:extLst>
              <a:ext uri="{FF2B5EF4-FFF2-40B4-BE49-F238E27FC236}">
                <a16:creationId xmlns:a16="http://schemas.microsoft.com/office/drawing/2014/main" id="{BDECCA8C-E72D-4D54-A610-126C196F676B}"/>
              </a:ext>
            </a:extLst>
          </p:cNvPr>
          <p:cNvSpPr>
            <a:spLocks noGrp="1"/>
          </p:cNvSpPr>
          <p:nvPr/>
        </p:nvSpPr>
        <p:spPr>
          <a:xfrm>
            <a:off x="752475" y="2400300"/>
            <a:ext cx="3333750" cy="1219200"/>
          </a:xfrm>
          <a:prstGeom prst="roundRect">
            <a:avLst>
              <a:gd name="adj" fmla="val 9375"/>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35872B0E-1607-46A0-A312-2DF5FBBAD25A}"/>
              </a:ext>
            </a:extLst>
          </p:cNvPr>
          <p:cNvSpPr>
            <a:spLocks noGrp="1"/>
          </p:cNvSpPr>
          <p:nvPr/>
        </p:nvSpPr>
        <p:spPr>
          <a:xfrm>
            <a:off x="752475" y="2400300"/>
            <a:ext cx="66675" cy="121920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E627074D-CB94-4699-9D86-88D8A95FFB57}"/>
              </a:ext>
            </a:extLst>
          </p:cNvPr>
          <p:cNvSpPr>
            <a:spLocks noGrp="1"/>
          </p:cNvSpPr>
          <p:nvPr/>
        </p:nvSpPr>
        <p:spPr>
          <a:xfrm>
            <a:off x="96202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Source inventory</a:t>
            </a:r>
          </a:p>
        </p:txBody>
      </p:sp>
      <p:sp>
        <p:nvSpPr>
          <p:cNvPr id="9" name="Rectangle 8">
            <a:extLst>
              <a:ext uri="{FF2B5EF4-FFF2-40B4-BE49-F238E27FC236}">
                <a16:creationId xmlns:a16="http://schemas.microsoft.com/office/drawing/2014/main" id="{25BEACCF-1542-4D89-8571-848B49DC5C58}"/>
              </a:ext>
            </a:extLst>
          </p:cNvPr>
          <p:cNvSpPr>
            <a:spLocks noGrp="1"/>
          </p:cNvSpPr>
          <p:nvPr/>
        </p:nvSpPr>
        <p:spPr>
          <a:xfrm>
            <a:off x="962025" y="308610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Trusted sources listed.</a:t>
            </a:r>
          </a:p>
        </p:txBody>
      </p:sp>
      <p:sp>
        <p:nvSpPr>
          <p:cNvPr id="10" name="Rectangle: Rounded Corners 9">
            <a:extLst>
              <a:ext uri="{FF2B5EF4-FFF2-40B4-BE49-F238E27FC236}">
                <a16:creationId xmlns:a16="http://schemas.microsoft.com/office/drawing/2014/main" id="{C14CC346-3B05-43B1-8F07-17265AC2D471}"/>
              </a:ext>
            </a:extLst>
          </p:cNvPr>
          <p:cNvSpPr>
            <a:spLocks noGrp="1"/>
          </p:cNvSpPr>
          <p:nvPr/>
        </p:nvSpPr>
        <p:spPr>
          <a:xfrm>
            <a:off x="4429125" y="2400300"/>
            <a:ext cx="3333750" cy="1219200"/>
          </a:xfrm>
          <a:prstGeom prst="roundRect">
            <a:avLst>
              <a:gd name="adj" fmla="val 9375"/>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230A5E3E-E9C2-428A-8339-05F37EC3C7E0}"/>
              </a:ext>
            </a:extLst>
          </p:cNvPr>
          <p:cNvSpPr>
            <a:spLocks noGrp="1"/>
          </p:cNvSpPr>
          <p:nvPr/>
        </p:nvSpPr>
        <p:spPr>
          <a:xfrm>
            <a:off x="4429125" y="2400300"/>
            <a:ext cx="66675" cy="121920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F8E67786-060E-4106-9613-353BD3214936}"/>
              </a:ext>
            </a:extLst>
          </p:cNvPr>
          <p:cNvSpPr>
            <a:spLocks noGrp="1"/>
          </p:cNvSpPr>
          <p:nvPr/>
        </p:nvSpPr>
        <p:spPr>
          <a:xfrm>
            <a:off x="463867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Taxonomy</a:t>
            </a:r>
          </a:p>
        </p:txBody>
      </p:sp>
      <p:sp>
        <p:nvSpPr>
          <p:cNvPr id="13" name="Rectangle 12">
            <a:extLst>
              <a:ext uri="{FF2B5EF4-FFF2-40B4-BE49-F238E27FC236}">
                <a16:creationId xmlns:a16="http://schemas.microsoft.com/office/drawing/2014/main" id="{AE2B9915-AAF3-450C-8646-F092A8F2470D}"/>
              </a:ext>
            </a:extLst>
          </p:cNvPr>
          <p:cNvSpPr>
            <a:spLocks noGrp="1"/>
          </p:cNvSpPr>
          <p:nvPr/>
        </p:nvSpPr>
        <p:spPr>
          <a:xfrm>
            <a:off x="4638675" y="308610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Categories and metadata drafted.</a:t>
            </a:r>
          </a:p>
        </p:txBody>
      </p:sp>
      <p:sp>
        <p:nvSpPr>
          <p:cNvPr id="14" name="Rectangle: Rounded Corners 13">
            <a:extLst>
              <a:ext uri="{FF2B5EF4-FFF2-40B4-BE49-F238E27FC236}">
                <a16:creationId xmlns:a16="http://schemas.microsoft.com/office/drawing/2014/main" id="{01ABD400-5F9C-43A9-AD65-C453F35BF74F}"/>
              </a:ext>
            </a:extLst>
          </p:cNvPr>
          <p:cNvSpPr>
            <a:spLocks noGrp="1"/>
          </p:cNvSpPr>
          <p:nvPr/>
        </p:nvSpPr>
        <p:spPr>
          <a:xfrm>
            <a:off x="8105775" y="2400300"/>
            <a:ext cx="3333750" cy="1219200"/>
          </a:xfrm>
          <a:prstGeom prst="roundRect">
            <a:avLst>
              <a:gd name="adj" fmla="val 9375"/>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3CC315AA-5DBD-45C6-8492-D1F6060511B6}"/>
              </a:ext>
            </a:extLst>
          </p:cNvPr>
          <p:cNvSpPr>
            <a:spLocks noGrp="1"/>
          </p:cNvSpPr>
          <p:nvPr/>
        </p:nvSpPr>
        <p:spPr>
          <a:xfrm>
            <a:off x="8105775" y="2400300"/>
            <a:ext cx="66675" cy="121920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A4D42FB9-C56C-4F3F-8F38-D332903127E7}"/>
              </a:ext>
            </a:extLst>
          </p:cNvPr>
          <p:cNvSpPr>
            <a:spLocks noGrp="1"/>
          </p:cNvSpPr>
          <p:nvPr/>
        </p:nvSpPr>
        <p:spPr>
          <a:xfrm>
            <a:off x="8315325" y="257175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Access matrix</a:t>
            </a:r>
          </a:p>
        </p:txBody>
      </p:sp>
      <p:sp>
        <p:nvSpPr>
          <p:cNvPr id="17" name="Rectangle 16">
            <a:extLst>
              <a:ext uri="{FF2B5EF4-FFF2-40B4-BE49-F238E27FC236}">
                <a16:creationId xmlns:a16="http://schemas.microsoft.com/office/drawing/2014/main" id="{7FAF43AC-2929-49AB-864A-E161F70A711A}"/>
              </a:ext>
            </a:extLst>
          </p:cNvPr>
          <p:cNvSpPr>
            <a:spLocks noGrp="1"/>
          </p:cNvSpPr>
          <p:nvPr/>
        </p:nvSpPr>
        <p:spPr>
          <a:xfrm>
            <a:off x="8315325" y="308610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Rules and triggers defined.</a:t>
            </a:r>
          </a:p>
        </p:txBody>
      </p:sp>
      <p:sp>
        <p:nvSpPr>
          <p:cNvPr id="18" name="Rectangle: Rounded Corners 17">
            <a:extLst>
              <a:ext uri="{FF2B5EF4-FFF2-40B4-BE49-F238E27FC236}">
                <a16:creationId xmlns:a16="http://schemas.microsoft.com/office/drawing/2014/main" id="{BAEDF64F-6E1C-4205-AED6-5EF157F1DA21}"/>
              </a:ext>
            </a:extLst>
          </p:cNvPr>
          <p:cNvSpPr>
            <a:spLocks noGrp="1"/>
          </p:cNvSpPr>
          <p:nvPr/>
        </p:nvSpPr>
        <p:spPr>
          <a:xfrm>
            <a:off x="752475" y="3829050"/>
            <a:ext cx="3333750" cy="1219200"/>
          </a:xfrm>
          <a:prstGeom prst="roundRect">
            <a:avLst>
              <a:gd name="adj" fmla="val 9375"/>
            </a:avLst>
          </a:prstGeom>
          <a:solidFill>
            <a:srgbClr val="10243A"/>
          </a:solidFill>
          <a:ln w="11430">
            <a:solidFill>
              <a:srgbClr val="22C55E"/>
            </a:solidFill>
            <a:prstDash val="solid"/>
          </a:ln>
        </p:spPr>
        <p:txBody>
          <a:bodyPr/>
          <a:lstStyle/>
          <a:p>
            <a:endParaRPr/>
          </a:p>
        </p:txBody>
      </p:sp>
      <p:sp>
        <p:nvSpPr>
          <p:cNvPr id="19" name="Rectangle 18">
            <a:extLst>
              <a:ext uri="{FF2B5EF4-FFF2-40B4-BE49-F238E27FC236}">
                <a16:creationId xmlns:a16="http://schemas.microsoft.com/office/drawing/2014/main" id="{26BEA307-E372-4AE0-9523-EDD8BD18ED34}"/>
              </a:ext>
            </a:extLst>
          </p:cNvPr>
          <p:cNvSpPr>
            <a:spLocks noGrp="1"/>
          </p:cNvSpPr>
          <p:nvPr/>
        </p:nvSpPr>
        <p:spPr>
          <a:xfrm>
            <a:off x="752475" y="3829050"/>
            <a:ext cx="66675" cy="1219200"/>
          </a:xfrm>
          <a:prstGeom prst="rect">
            <a:avLst/>
          </a:prstGeom>
          <a:solidFill>
            <a:srgbClr val="22C55E"/>
          </a:solidFill>
          <a:ln w="11430">
            <a:solidFill>
              <a:srgbClr val="22C55E"/>
            </a:solidFill>
            <a:prstDash val="solid"/>
          </a:ln>
        </p:spPr>
        <p:txBody>
          <a:bodyPr/>
          <a:lstStyle/>
          <a:p>
            <a:endParaRPr/>
          </a:p>
        </p:txBody>
      </p:sp>
      <p:sp>
        <p:nvSpPr>
          <p:cNvPr id="20" name="Rectangle 19">
            <a:extLst>
              <a:ext uri="{FF2B5EF4-FFF2-40B4-BE49-F238E27FC236}">
                <a16:creationId xmlns:a16="http://schemas.microsoft.com/office/drawing/2014/main" id="{520AC70C-9DCE-4D11-8C5C-3B2FE8DF4A2B}"/>
              </a:ext>
            </a:extLst>
          </p:cNvPr>
          <p:cNvSpPr>
            <a:spLocks noGrp="1"/>
          </p:cNvSpPr>
          <p:nvPr/>
        </p:nvSpPr>
        <p:spPr>
          <a:xfrm>
            <a:off x="962025" y="40005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Evaluation set</a:t>
            </a:r>
          </a:p>
        </p:txBody>
      </p:sp>
      <p:sp>
        <p:nvSpPr>
          <p:cNvPr id="21" name="Rectangle 20">
            <a:extLst>
              <a:ext uri="{FF2B5EF4-FFF2-40B4-BE49-F238E27FC236}">
                <a16:creationId xmlns:a16="http://schemas.microsoft.com/office/drawing/2014/main" id="{E7E35970-56F3-43A8-9C0A-37AED48C826A}"/>
              </a:ext>
            </a:extLst>
          </p:cNvPr>
          <p:cNvSpPr>
            <a:spLocks noGrp="1"/>
          </p:cNvSpPr>
          <p:nvPr/>
        </p:nvSpPr>
        <p:spPr>
          <a:xfrm>
            <a:off x="962025" y="451485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Test questions written.</a:t>
            </a:r>
          </a:p>
        </p:txBody>
      </p:sp>
      <p:sp>
        <p:nvSpPr>
          <p:cNvPr id="22" name="Rectangle: Rounded Corners 21">
            <a:extLst>
              <a:ext uri="{FF2B5EF4-FFF2-40B4-BE49-F238E27FC236}">
                <a16:creationId xmlns:a16="http://schemas.microsoft.com/office/drawing/2014/main" id="{FE5B2615-99FA-4580-889B-15B26F2BDDB8}"/>
              </a:ext>
            </a:extLst>
          </p:cNvPr>
          <p:cNvSpPr>
            <a:spLocks noGrp="1"/>
          </p:cNvSpPr>
          <p:nvPr/>
        </p:nvSpPr>
        <p:spPr>
          <a:xfrm>
            <a:off x="4429125" y="3829050"/>
            <a:ext cx="3333750" cy="1219200"/>
          </a:xfrm>
          <a:prstGeom prst="roundRect">
            <a:avLst>
              <a:gd name="adj" fmla="val 9375"/>
            </a:avLst>
          </a:prstGeom>
          <a:solidFill>
            <a:srgbClr val="10243A"/>
          </a:solidFill>
          <a:ln w="11430">
            <a:solidFill>
              <a:srgbClr val="FBBF24"/>
            </a:solidFill>
            <a:prstDash val="solid"/>
          </a:ln>
        </p:spPr>
        <p:txBody>
          <a:bodyPr/>
          <a:lstStyle/>
          <a:p>
            <a:endParaRPr/>
          </a:p>
        </p:txBody>
      </p:sp>
      <p:sp>
        <p:nvSpPr>
          <p:cNvPr id="23" name="Rectangle 22">
            <a:extLst>
              <a:ext uri="{FF2B5EF4-FFF2-40B4-BE49-F238E27FC236}">
                <a16:creationId xmlns:a16="http://schemas.microsoft.com/office/drawing/2014/main" id="{B9893D2C-476E-41BA-AB0E-70C50B4530ED}"/>
              </a:ext>
            </a:extLst>
          </p:cNvPr>
          <p:cNvSpPr>
            <a:spLocks noGrp="1"/>
          </p:cNvSpPr>
          <p:nvPr/>
        </p:nvSpPr>
        <p:spPr>
          <a:xfrm>
            <a:off x="4429125" y="3829050"/>
            <a:ext cx="66675" cy="1219200"/>
          </a:xfrm>
          <a:prstGeom prst="rect">
            <a:avLst/>
          </a:prstGeom>
          <a:solidFill>
            <a:srgbClr val="FBBF24"/>
          </a:solidFill>
          <a:ln w="11430">
            <a:solidFill>
              <a:srgbClr val="FBBF24"/>
            </a:solidFill>
            <a:prstDash val="solid"/>
          </a:ln>
        </p:spPr>
        <p:txBody>
          <a:bodyPr/>
          <a:lstStyle/>
          <a:p>
            <a:endParaRPr/>
          </a:p>
        </p:txBody>
      </p:sp>
      <p:sp>
        <p:nvSpPr>
          <p:cNvPr id="24" name="Rectangle 23">
            <a:extLst>
              <a:ext uri="{FF2B5EF4-FFF2-40B4-BE49-F238E27FC236}">
                <a16:creationId xmlns:a16="http://schemas.microsoft.com/office/drawing/2014/main" id="{2E09E4E7-AEC8-4179-A6AD-B96403A4CCB2}"/>
              </a:ext>
            </a:extLst>
          </p:cNvPr>
          <p:cNvSpPr>
            <a:spLocks noGrp="1"/>
          </p:cNvSpPr>
          <p:nvPr/>
        </p:nvSpPr>
        <p:spPr>
          <a:xfrm>
            <a:off x="4638675" y="4000500"/>
            <a:ext cx="2914650" cy="4381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Blueprint review</a:t>
            </a:r>
          </a:p>
        </p:txBody>
      </p:sp>
      <p:sp>
        <p:nvSpPr>
          <p:cNvPr id="25" name="Rectangle 24">
            <a:extLst>
              <a:ext uri="{FF2B5EF4-FFF2-40B4-BE49-F238E27FC236}">
                <a16:creationId xmlns:a16="http://schemas.microsoft.com/office/drawing/2014/main" id="{53B54655-65B9-4DD2-8B77-BCF15DC370D9}"/>
              </a:ext>
            </a:extLst>
          </p:cNvPr>
          <p:cNvSpPr>
            <a:spLocks noGrp="1"/>
          </p:cNvSpPr>
          <p:nvPr/>
        </p:nvSpPr>
        <p:spPr>
          <a:xfrm>
            <a:off x="4638675" y="4514850"/>
            <a:ext cx="2914650" cy="533400"/>
          </a:xfrm>
          <a:prstGeom prst="rect">
            <a:avLst/>
          </a:prstGeom>
          <a:noFill/>
          <a:ln w="0">
            <a:noFill/>
            <a:prstDash val="solid"/>
          </a:ln>
        </p:spPr>
        <p:txBody>
          <a:bodyPr/>
          <a:lstStyle/>
          <a:p>
            <a:pPr algn="l">
              <a:buNone/>
              <a:defRPr sz="1725" b="0">
                <a:solidFill>
                  <a:srgbClr val="A8B6C7"/>
                </a:solidFill>
              </a:defRPr>
            </a:pPr>
            <a:r>
              <a:rPr sz="1725" b="0">
                <a:solidFill>
                  <a:srgbClr val="A8B6C7"/>
                </a:solidFill>
              </a:rPr>
              <a:t>Gaps and decisions captured.</a:t>
            </a:r>
          </a:p>
        </p:txBody>
      </p:sp>
      <p:sp>
        <p:nvSpPr>
          <p:cNvPr id="26" name="Rectangle: Rounded Corners 25">
            <a:extLst>
              <a:ext uri="{FF2B5EF4-FFF2-40B4-BE49-F238E27FC236}">
                <a16:creationId xmlns:a16="http://schemas.microsoft.com/office/drawing/2014/main" id="{EC5B9BFD-03EF-4E5C-B118-EA69EA414116}"/>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27" name="Rectangle 26">
            <a:extLst>
              <a:ext uri="{FF2B5EF4-FFF2-40B4-BE49-F238E27FC236}">
                <a16:creationId xmlns:a16="http://schemas.microsoft.com/office/drawing/2014/main" id="{4E491C4E-617A-4BBB-B79A-D1892381C1CF}"/>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28" name="Rectangle 27">
            <a:extLst>
              <a:ext uri="{FF2B5EF4-FFF2-40B4-BE49-F238E27FC236}">
                <a16:creationId xmlns:a16="http://schemas.microsoft.com/office/drawing/2014/main" id="{61A000CE-3DAE-4FC7-B43D-EDBB42094505}"/>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Incomplete fields become Day 6 lab inputs.</a:t>
            </a:r>
          </a:p>
        </p:txBody>
      </p:sp>
      <p:sp>
        <p:nvSpPr>
          <p:cNvPr id="30" name="Oval 29">
            <a:extLst>
              <a:ext uri="{FF2B5EF4-FFF2-40B4-BE49-F238E27FC236}">
                <a16:creationId xmlns:a16="http://schemas.microsoft.com/office/drawing/2014/main" id="{C6063ECC-0390-4606-B3A1-31A40CEF9A15}"/>
              </a:ext>
            </a:extLst>
          </p:cNvPr>
          <p:cNvSpPr>
            <a:spLocks noGrp="1"/>
          </p:cNvSpPr>
          <p:nvPr/>
        </p:nvSpPr>
        <p:spPr>
          <a:xfrm>
            <a:off x="3381375" y="2667000"/>
            <a:ext cx="438150" cy="438150"/>
          </a:xfrm>
          <a:prstGeom prst="ellipse">
            <a:avLst/>
          </a:prstGeom>
          <a:solidFill>
            <a:srgbClr val="38BDF8"/>
          </a:solidFill>
          <a:ln w="9525">
            <a:solidFill>
              <a:srgbClr val="0B1A2A"/>
            </a:solidFill>
            <a:prstDash val="solid"/>
          </a:ln>
        </p:spPr>
        <p:txBody>
          <a:bodyPr/>
          <a:lstStyle/>
          <a:p>
            <a:endParaRPr lang="en-SG"/>
          </a:p>
        </p:txBody>
      </p:sp>
      <p:pic>
        <p:nvPicPr>
          <p:cNvPr id="69" name="Graphic 68"/>
          <p:cNvPicPr>
            <a:picLocks noChangeAspect="1"/>
          </p:cNvPicPr>
          <p:nvPr/>
        </p:nvPicPr>
        <p:blipFill>
          <a:blip>
            <a:extLst>
              <a:ext uri="{96DAC541-7B7A-43D3-8B79-37D633B846F1}">
                <asvg:svgBlip xmlns:asvg="http://schemas.microsoft.com/office/drawing/2016/SVG/main" r:embed="rId3"/>
              </a:ext>
            </a:extLst>
          </a:blip>
          <a:stretch/>
        </p:blipFill>
        <p:spPr>
          <a:xfrm>
            <a:off x="3477768" y="2763393"/>
            <a:ext cx="245364" cy="245364"/>
          </a:xfrm>
          <a:prstGeom prst="rect">
            <a:avLst/>
          </a:prstGeom>
        </p:spPr>
      </p:pic>
      <p:sp>
        <p:nvSpPr>
          <p:cNvPr id="32" name="Oval 31">
            <a:extLst>
              <a:ext uri="{FF2B5EF4-FFF2-40B4-BE49-F238E27FC236}">
                <a16:creationId xmlns:a16="http://schemas.microsoft.com/office/drawing/2014/main" id="{8D49BBF8-5328-49AD-9218-261B78985439}"/>
              </a:ext>
            </a:extLst>
          </p:cNvPr>
          <p:cNvSpPr>
            <a:spLocks noGrp="1"/>
          </p:cNvSpPr>
          <p:nvPr/>
        </p:nvSpPr>
        <p:spPr>
          <a:xfrm>
            <a:off x="7058025" y="2667000"/>
            <a:ext cx="438150" cy="438150"/>
          </a:xfrm>
          <a:prstGeom prst="ellipse">
            <a:avLst/>
          </a:prstGeom>
          <a:solidFill>
            <a:srgbClr val="05D6A4"/>
          </a:solidFill>
          <a:ln w="9525">
            <a:solidFill>
              <a:srgbClr val="0B1A2A"/>
            </a:solidFill>
            <a:prstDash val="solid"/>
          </a:ln>
        </p:spPr>
        <p:txBody>
          <a:bodyPr/>
          <a:lstStyle/>
          <a:p>
            <a:endParaRPr lang="en-SG"/>
          </a:p>
        </p:txBody>
      </p:sp>
      <p:pic>
        <p:nvPicPr>
          <p:cNvPr id="71" name="Graphic 70"/>
          <p:cNvPicPr>
            <a:picLocks noChangeAspect="1"/>
          </p:cNvPicPr>
          <p:nvPr/>
        </p:nvPicPr>
        <p:blipFill>
          <a:blip>
            <a:extLst>
              <a:ext uri="{96DAC541-7B7A-43D3-8B79-37D633B846F1}">
                <asvg:svgBlip xmlns:asvg="http://schemas.microsoft.com/office/drawing/2016/SVG/main" r:embed="rId4"/>
              </a:ext>
            </a:extLst>
          </a:blip>
          <a:stretch/>
        </p:blipFill>
        <p:spPr>
          <a:xfrm>
            <a:off x="7154418" y="2763393"/>
            <a:ext cx="245364" cy="245364"/>
          </a:xfrm>
          <a:prstGeom prst="rect">
            <a:avLst/>
          </a:prstGeom>
        </p:spPr>
      </p:pic>
      <p:sp>
        <p:nvSpPr>
          <p:cNvPr id="34" name="Oval 33">
            <a:extLst>
              <a:ext uri="{FF2B5EF4-FFF2-40B4-BE49-F238E27FC236}">
                <a16:creationId xmlns:a16="http://schemas.microsoft.com/office/drawing/2014/main" id="{FCAA0C61-8B73-405C-94A4-953B1B3E8B8C}"/>
              </a:ext>
            </a:extLst>
          </p:cNvPr>
          <p:cNvSpPr>
            <a:spLocks noGrp="1"/>
          </p:cNvSpPr>
          <p:nvPr/>
        </p:nvSpPr>
        <p:spPr>
          <a:xfrm>
            <a:off x="10734675" y="2667000"/>
            <a:ext cx="438150" cy="438150"/>
          </a:xfrm>
          <a:prstGeom prst="ellipse">
            <a:avLst/>
          </a:prstGeom>
          <a:solidFill>
            <a:srgbClr val="A78BFA"/>
          </a:solidFill>
          <a:ln w="9525">
            <a:solidFill>
              <a:srgbClr val="0B1A2A"/>
            </a:solidFill>
            <a:prstDash val="solid"/>
          </a:ln>
        </p:spPr>
        <p:txBody>
          <a:bodyPr/>
          <a:lstStyle/>
          <a:p>
            <a:endParaRPr lang="en-SG"/>
          </a:p>
        </p:txBody>
      </p:sp>
      <p:pic>
        <p:nvPicPr>
          <p:cNvPr id="73" name="Graphic 72"/>
          <p:cNvPicPr>
            <a:picLocks noChangeAspect="1"/>
          </p:cNvPicPr>
          <p:nvPr/>
        </p:nvPicPr>
        <p:blipFill>
          <a:blip>
            <a:extLst>
              <a:ext uri="{96DAC541-7B7A-43D3-8B79-37D633B846F1}">
                <asvg:svgBlip xmlns:asvg="http://schemas.microsoft.com/office/drawing/2016/SVG/main" r:embed="rId5"/>
              </a:ext>
            </a:extLst>
          </a:blip>
          <a:stretch/>
        </p:blipFill>
        <p:spPr>
          <a:xfrm>
            <a:off x="10831068" y="2763393"/>
            <a:ext cx="245364" cy="245364"/>
          </a:xfrm>
          <a:prstGeom prst="rect">
            <a:avLst/>
          </a:prstGeom>
        </p:spPr>
      </p:pic>
      <p:sp>
        <p:nvSpPr>
          <p:cNvPr id="36" name="Oval 35">
            <a:extLst>
              <a:ext uri="{FF2B5EF4-FFF2-40B4-BE49-F238E27FC236}">
                <a16:creationId xmlns:a16="http://schemas.microsoft.com/office/drawing/2014/main" id="{65DD7D1E-AEE4-4AF4-AE1B-B7AEA1AEA0E1}"/>
              </a:ext>
            </a:extLst>
          </p:cNvPr>
          <p:cNvSpPr>
            <a:spLocks noGrp="1"/>
          </p:cNvSpPr>
          <p:nvPr/>
        </p:nvSpPr>
        <p:spPr>
          <a:xfrm>
            <a:off x="3381375" y="4095750"/>
            <a:ext cx="438150" cy="438150"/>
          </a:xfrm>
          <a:prstGeom prst="ellipse">
            <a:avLst/>
          </a:prstGeom>
          <a:solidFill>
            <a:srgbClr val="22C55E"/>
          </a:solidFill>
          <a:ln w="9525">
            <a:solidFill>
              <a:srgbClr val="0B1A2A"/>
            </a:solidFill>
            <a:prstDash val="solid"/>
          </a:ln>
        </p:spPr>
        <p:txBody>
          <a:bodyPr/>
          <a:lstStyle/>
          <a:p>
            <a:endParaRPr lang="en-SG"/>
          </a:p>
        </p:txBody>
      </p:sp>
      <p:pic>
        <p:nvPicPr>
          <p:cNvPr id="75" name="Graphic 74"/>
          <p:cNvPicPr>
            <a:picLocks noChangeAspect="1"/>
          </p:cNvPicPr>
          <p:nvPr/>
        </p:nvPicPr>
        <p:blipFill>
          <a:blip>
            <a:extLst>
              <a:ext uri="{96DAC541-7B7A-43D3-8B79-37D633B846F1}">
                <asvg:svgBlip xmlns:asvg="http://schemas.microsoft.com/office/drawing/2016/SVG/main" r:embed="rId6"/>
              </a:ext>
            </a:extLst>
          </a:blip>
          <a:stretch/>
        </p:blipFill>
        <p:spPr>
          <a:xfrm>
            <a:off x="3477768" y="4192143"/>
            <a:ext cx="245364" cy="245364"/>
          </a:xfrm>
          <a:prstGeom prst="rect">
            <a:avLst/>
          </a:prstGeom>
        </p:spPr>
      </p:pic>
      <p:sp>
        <p:nvSpPr>
          <p:cNvPr id="38" name="Oval 37">
            <a:extLst>
              <a:ext uri="{FF2B5EF4-FFF2-40B4-BE49-F238E27FC236}">
                <a16:creationId xmlns:a16="http://schemas.microsoft.com/office/drawing/2014/main" id="{42A47949-7600-4D19-8166-4CAEE46EC65A}"/>
              </a:ext>
            </a:extLst>
          </p:cNvPr>
          <p:cNvSpPr>
            <a:spLocks noGrp="1"/>
          </p:cNvSpPr>
          <p:nvPr/>
        </p:nvSpPr>
        <p:spPr>
          <a:xfrm>
            <a:off x="7058025" y="4095750"/>
            <a:ext cx="438150" cy="438150"/>
          </a:xfrm>
          <a:prstGeom prst="ellipse">
            <a:avLst/>
          </a:prstGeom>
          <a:solidFill>
            <a:srgbClr val="F87171"/>
          </a:solidFill>
          <a:ln w="9525">
            <a:solidFill>
              <a:srgbClr val="0B1A2A"/>
            </a:solidFill>
            <a:prstDash val="solid"/>
          </a:ln>
        </p:spPr>
        <p:txBody>
          <a:bodyPr/>
          <a:lstStyle/>
          <a:p>
            <a:endParaRPr lang="en-SG"/>
          </a:p>
        </p:txBody>
      </p:sp>
      <p:pic>
        <p:nvPicPr>
          <p:cNvPr id="77" name="Graphic 76"/>
          <p:cNvPicPr>
            <a:picLocks noChangeAspect="1"/>
          </p:cNvPicPr>
          <p:nvPr/>
        </p:nvPicPr>
        <p:blipFill>
          <a:blip>
            <a:extLst>
              <a:ext uri="{96DAC541-7B7A-43D3-8B79-37D633B846F1}">
                <asvg:svgBlip xmlns:asvg="http://schemas.microsoft.com/office/drawing/2016/SVG/main" r:embed="rId7"/>
              </a:ext>
            </a:extLst>
          </a:blip>
          <a:stretch/>
        </p:blipFill>
        <p:spPr>
          <a:xfrm>
            <a:off x="7154418" y="4192143"/>
            <a:ext cx="245364" cy="245364"/>
          </a:xfrm>
          <a:prstGeom prst="rect">
            <a:avLst/>
          </a:prstGeom>
        </p:spPr>
      </p:pic>
      <p:pic>
        <p:nvPicPr>
          <p:cNvPr id="33" name="Picture 32">
            <a:extLst>
              <a:ext uri="{FF2B5EF4-FFF2-40B4-BE49-F238E27FC236}">
                <a16:creationId xmlns:a16="http://schemas.microsoft.com/office/drawing/2014/main" id="{5EF1DA5F-7D5C-B031-85FA-1787EE32DA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6405913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55AE81A3-A9A3-4819-92A7-A965BFD2E69E}"/>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BRIDGE</a:t>
            </a:r>
          </a:p>
        </p:txBody>
      </p:sp>
      <p:sp>
        <p:nvSpPr>
          <p:cNvPr id="2" name="Rectangle 1">
            <a:extLst>
              <a:ext uri="{FF2B5EF4-FFF2-40B4-BE49-F238E27FC236}">
                <a16:creationId xmlns:a16="http://schemas.microsoft.com/office/drawing/2014/main" id="{9C1913A0-7358-4530-98D9-84033DABA6A3}"/>
              </a:ext>
            </a:extLst>
          </p:cNvPr>
          <p:cNvSpPr>
            <a:spLocks noGrp="1"/>
          </p:cNvSpPr>
          <p:nvPr/>
        </p:nvSpPr>
        <p:spPr>
          <a:xfrm>
            <a:off x="685800" y="838200"/>
            <a:ext cx="108204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Governed context enables supervised agents</a:t>
            </a:r>
          </a:p>
        </p:txBody>
      </p:sp>
      <p:sp>
        <p:nvSpPr>
          <p:cNvPr id="3" name="Rectangle 2">
            <a:extLst>
              <a:ext uri="{FF2B5EF4-FFF2-40B4-BE49-F238E27FC236}">
                <a16:creationId xmlns:a16="http://schemas.microsoft.com/office/drawing/2014/main" id="{4C801D0B-E22C-46AC-A24B-625C9CE9E99F}"/>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621F5DBD-A132-476B-8709-82483249444D}"/>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44</a:t>
            </a:r>
          </a:p>
        </p:txBody>
      </p:sp>
      <p:sp>
        <p:nvSpPr>
          <p:cNvPr id="5" name="Rectangle 4">
            <a:extLst>
              <a:ext uri="{FF2B5EF4-FFF2-40B4-BE49-F238E27FC236}">
                <a16:creationId xmlns:a16="http://schemas.microsoft.com/office/drawing/2014/main" id="{105EB068-12ED-4CE2-B456-FA36D0FEC002}"/>
              </a:ext>
            </a:extLst>
          </p:cNvPr>
          <p:cNvSpPr>
            <a:spLocks noGrp="1"/>
          </p:cNvSpPr>
          <p:nvPr/>
        </p:nvSpPr>
        <p:spPr>
          <a:xfrm>
            <a:off x="685800" y="1695450"/>
            <a:ext cx="8572500" cy="876300"/>
          </a:xfrm>
          <a:prstGeom prst="rect">
            <a:avLst/>
          </a:prstGeom>
          <a:noFill/>
          <a:ln w="0">
            <a:noFill/>
            <a:prstDash val="solid"/>
          </a:ln>
        </p:spPr>
        <p:txBody>
          <a:bodyPr/>
          <a:lstStyle/>
          <a:p>
            <a:pPr algn="l">
              <a:buNone/>
              <a:defRPr sz="1875" b="0">
                <a:solidFill>
                  <a:srgbClr val="A8B6C7"/>
                </a:solidFill>
              </a:defRPr>
            </a:pPr>
            <a:r>
              <a:rPr sz="2000" b="0">
                <a:solidFill>
                  <a:srgbClr val="A8B6C7"/>
                </a:solidFill>
              </a:rPr>
              <a:t>Agent Boss work starts with reliable context, clear goals, and human review.</a:t>
            </a:r>
          </a:p>
        </p:txBody>
      </p:sp>
      <p:sp>
        <p:nvSpPr>
          <p:cNvPr id="6" name="Oval 5">
            <a:extLst>
              <a:ext uri="{FF2B5EF4-FFF2-40B4-BE49-F238E27FC236}">
                <a16:creationId xmlns:a16="http://schemas.microsoft.com/office/drawing/2014/main" id="{36ED9509-DB20-478A-AC4C-DD433499684A}"/>
              </a:ext>
            </a:extLst>
          </p:cNvPr>
          <p:cNvSpPr>
            <a:spLocks noGrp="1"/>
          </p:cNvSpPr>
          <p:nvPr/>
        </p:nvSpPr>
        <p:spPr>
          <a:xfrm>
            <a:off x="2600325" y="2362200"/>
            <a:ext cx="476250" cy="512087"/>
          </a:xfrm>
          <a:prstGeom prst="ellipse">
            <a:avLst/>
          </a:prstGeom>
          <a:solidFill>
            <a:srgbClr val="0F2F46"/>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FB5AC159-D183-46DF-89B1-BD2D0A03B4C0}"/>
              </a:ext>
            </a:extLst>
          </p:cNvPr>
          <p:cNvSpPr>
            <a:spLocks noGrp="1"/>
          </p:cNvSpPr>
          <p:nvPr/>
        </p:nvSpPr>
        <p:spPr>
          <a:xfrm>
            <a:off x="2705100" y="2466974"/>
            <a:ext cx="266700" cy="407313"/>
          </a:xfrm>
          <a:prstGeom prst="rect">
            <a:avLst/>
          </a:prstGeom>
          <a:noFill/>
          <a:ln w="0">
            <a:noFill/>
            <a:prstDash val="solid"/>
          </a:ln>
        </p:spPr>
        <p:txBody>
          <a:bodyPr/>
          <a:lstStyle/>
          <a:p>
            <a:pPr algn="ctr">
              <a:buNone/>
              <a:defRPr sz="1575" b="1">
                <a:solidFill>
                  <a:srgbClr val="F8FAFC"/>
                </a:solidFill>
              </a:defRPr>
            </a:pPr>
            <a:r>
              <a:rPr sz="2000" b="1">
                <a:solidFill>
                  <a:srgbClr val="F8FAFC"/>
                </a:solidFill>
              </a:rPr>
              <a:t>1</a:t>
            </a:r>
          </a:p>
        </p:txBody>
      </p:sp>
      <p:sp>
        <p:nvSpPr>
          <p:cNvPr id="8" name="Rectangle: Rounded Corners 7">
            <a:extLst>
              <a:ext uri="{FF2B5EF4-FFF2-40B4-BE49-F238E27FC236}">
                <a16:creationId xmlns:a16="http://schemas.microsoft.com/office/drawing/2014/main" id="{A2CE74DC-C580-4F38-9D1C-5901663E2977}"/>
              </a:ext>
            </a:extLst>
          </p:cNvPr>
          <p:cNvSpPr>
            <a:spLocks noGrp="1"/>
          </p:cNvSpPr>
          <p:nvPr/>
        </p:nvSpPr>
        <p:spPr>
          <a:xfrm>
            <a:off x="1905000" y="2914649"/>
            <a:ext cx="1866900" cy="2443877"/>
          </a:xfrm>
          <a:prstGeom prst="roundRect">
            <a:avLst>
              <a:gd name="adj" fmla="val 7692"/>
            </a:avLst>
          </a:prstGeom>
          <a:solidFill>
            <a:srgbClr val="10243A"/>
          </a:solidFill>
          <a:ln w="11430">
            <a:solidFill>
              <a:srgbClr val="05D6A4"/>
            </a:solidFill>
            <a:prstDash val="solid"/>
          </a:ln>
        </p:spPr>
        <p:txBody>
          <a:bodyPr/>
          <a:lstStyle/>
          <a:p>
            <a:endParaRPr/>
          </a:p>
        </p:txBody>
      </p:sp>
      <p:sp>
        <p:nvSpPr>
          <p:cNvPr id="9" name="Rectangle 8">
            <a:extLst>
              <a:ext uri="{FF2B5EF4-FFF2-40B4-BE49-F238E27FC236}">
                <a16:creationId xmlns:a16="http://schemas.microsoft.com/office/drawing/2014/main" id="{97F2E73E-4751-476F-8547-EE9F6EA67A4D}"/>
              </a:ext>
            </a:extLst>
          </p:cNvPr>
          <p:cNvSpPr>
            <a:spLocks noGrp="1"/>
          </p:cNvSpPr>
          <p:nvPr/>
        </p:nvSpPr>
        <p:spPr>
          <a:xfrm>
            <a:off x="1905000" y="2914649"/>
            <a:ext cx="66675" cy="2443877"/>
          </a:xfrm>
          <a:prstGeom prst="rect">
            <a:avLst/>
          </a:prstGeom>
          <a:solidFill>
            <a:srgbClr val="05D6A4"/>
          </a:solidFill>
          <a:ln w="11430">
            <a:solidFill>
              <a:srgbClr val="05D6A4"/>
            </a:solidFill>
            <a:prstDash val="solid"/>
          </a:ln>
        </p:spPr>
        <p:txBody>
          <a:bodyPr/>
          <a:lstStyle/>
          <a:p>
            <a:endParaRPr/>
          </a:p>
        </p:txBody>
      </p:sp>
      <p:sp>
        <p:nvSpPr>
          <p:cNvPr id="10" name="Rectangle 9">
            <a:extLst>
              <a:ext uri="{FF2B5EF4-FFF2-40B4-BE49-F238E27FC236}">
                <a16:creationId xmlns:a16="http://schemas.microsoft.com/office/drawing/2014/main" id="{375DB25C-1BE0-459A-8229-F8BAF0177015}"/>
              </a:ext>
            </a:extLst>
          </p:cNvPr>
          <p:cNvSpPr>
            <a:spLocks noGrp="1"/>
          </p:cNvSpPr>
          <p:nvPr/>
        </p:nvSpPr>
        <p:spPr>
          <a:xfrm>
            <a:off x="2114550" y="3086100"/>
            <a:ext cx="1447800" cy="814626"/>
          </a:xfrm>
          <a:prstGeom prst="rect">
            <a:avLst/>
          </a:prstGeom>
          <a:noFill/>
          <a:ln w="0">
            <a:noFill/>
            <a:prstDash val="solid"/>
          </a:ln>
        </p:spPr>
        <p:txBody>
          <a:bodyPr/>
          <a:lstStyle/>
          <a:p>
            <a:pPr algn="ctr">
              <a:buNone/>
              <a:defRPr sz="1725" b="1">
                <a:solidFill>
                  <a:srgbClr val="F8FAFC"/>
                </a:solidFill>
              </a:defRPr>
            </a:pPr>
            <a:r>
              <a:rPr sz="2000" b="1">
                <a:solidFill>
                  <a:srgbClr val="F8FAFC"/>
                </a:solidFill>
              </a:rPr>
              <a:t>Second brain</a:t>
            </a:r>
          </a:p>
        </p:txBody>
      </p:sp>
      <p:sp>
        <p:nvSpPr>
          <p:cNvPr id="11" name="Rectangle 10">
            <a:extLst>
              <a:ext uri="{FF2B5EF4-FFF2-40B4-BE49-F238E27FC236}">
                <a16:creationId xmlns:a16="http://schemas.microsoft.com/office/drawing/2014/main" id="{A00217B0-A376-41DD-B4D4-2162FA89D4B8}"/>
              </a:ext>
            </a:extLst>
          </p:cNvPr>
          <p:cNvSpPr>
            <a:spLocks noGrp="1"/>
          </p:cNvSpPr>
          <p:nvPr/>
        </p:nvSpPr>
        <p:spPr>
          <a:xfrm>
            <a:off x="2124075" y="3781488"/>
            <a:ext cx="1447800" cy="1315934"/>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Trusted context and citations.</a:t>
            </a:r>
          </a:p>
        </p:txBody>
      </p:sp>
      <p:sp>
        <p:nvSpPr>
          <p:cNvPr id="12" name="Rectangle 11">
            <a:extLst>
              <a:ext uri="{FF2B5EF4-FFF2-40B4-BE49-F238E27FC236}">
                <a16:creationId xmlns:a16="http://schemas.microsoft.com/office/drawing/2014/main" id="{25E52B7A-E7BC-4ECF-9AD4-844D17175D74}"/>
              </a:ext>
            </a:extLst>
          </p:cNvPr>
          <p:cNvSpPr>
            <a:spLocks noGrp="1"/>
          </p:cNvSpPr>
          <p:nvPr/>
        </p:nvSpPr>
        <p:spPr>
          <a:xfrm>
            <a:off x="3771900" y="3937836"/>
            <a:ext cx="304800" cy="62664"/>
          </a:xfrm>
          <a:prstGeom prst="rect">
            <a:avLst/>
          </a:prstGeom>
          <a:solidFill>
            <a:srgbClr val="05D6A4"/>
          </a:solidFill>
          <a:ln w="11430">
            <a:solidFill>
              <a:srgbClr val="05D6A4"/>
            </a:solidFill>
            <a:prstDash val="solid"/>
          </a:ln>
        </p:spPr>
        <p:txBody>
          <a:bodyPr/>
          <a:lstStyle/>
          <a:p>
            <a:endParaRPr/>
          </a:p>
        </p:txBody>
      </p:sp>
      <p:sp>
        <p:nvSpPr>
          <p:cNvPr id="13" name="Oval 12">
            <a:extLst>
              <a:ext uri="{FF2B5EF4-FFF2-40B4-BE49-F238E27FC236}">
                <a16:creationId xmlns:a16="http://schemas.microsoft.com/office/drawing/2014/main" id="{19D8F363-B4C4-42EC-9039-9BEEDA94F5D4}"/>
              </a:ext>
            </a:extLst>
          </p:cNvPr>
          <p:cNvSpPr>
            <a:spLocks noGrp="1"/>
          </p:cNvSpPr>
          <p:nvPr/>
        </p:nvSpPr>
        <p:spPr>
          <a:xfrm>
            <a:off x="4772025" y="2362200"/>
            <a:ext cx="476250" cy="512087"/>
          </a:xfrm>
          <a:prstGeom prst="ellipse">
            <a:avLst/>
          </a:prstGeom>
          <a:solidFill>
            <a:srgbClr val="0F2F46"/>
          </a:solidFill>
          <a:ln w="11430">
            <a:solidFill>
              <a:srgbClr val="38BDF8"/>
            </a:solidFill>
            <a:prstDash val="solid"/>
          </a:ln>
        </p:spPr>
        <p:txBody>
          <a:bodyPr/>
          <a:lstStyle/>
          <a:p>
            <a:endParaRPr/>
          </a:p>
        </p:txBody>
      </p:sp>
      <p:sp>
        <p:nvSpPr>
          <p:cNvPr id="14" name="Rectangle 13">
            <a:extLst>
              <a:ext uri="{FF2B5EF4-FFF2-40B4-BE49-F238E27FC236}">
                <a16:creationId xmlns:a16="http://schemas.microsoft.com/office/drawing/2014/main" id="{48E1F50F-85D7-4737-A157-8E2DD2560522}"/>
              </a:ext>
            </a:extLst>
          </p:cNvPr>
          <p:cNvSpPr>
            <a:spLocks noGrp="1"/>
          </p:cNvSpPr>
          <p:nvPr/>
        </p:nvSpPr>
        <p:spPr>
          <a:xfrm>
            <a:off x="4876800" y="2466974"/>
            <a:ext cx="266700" cy="407313"/>
          </a:xfrm>
          <a:prstGeom prst="rect">
            <a:avLst/>
          </a:prstGeom>
          <a:noFill/>
          <a:ln w="0">
            <a:noFill/>
            <a:prstDash val="solid"/>
          </a:ln>
        </p:spPr>
        <p:txBody>
          <a:bodyPr/>
          <a:lstStyle/>
          <a:p>
            <a:pPr algn="ctr">
              <a:buNone/>
              <a:defRPr sz="1575" b="1">
                <a:solidFill>
                  <a:srgbClr val="F8FAFC"/>
                </a:solidFill>
              </a:defRPr>
            </a:pPr>
            <a:r>
              <a:rPr sz="2000" b="1" dirty="0">
                <a:solidFill>
                  <a:srgbClr val="F8FAFC"/>
                </a:solidFill>
              </a:rPr>
              <a:t>2</a:t>
            </a:r>
          </a:p>
        </p:txBody>
      </p:sp>
      <p:sp>
        <p:nvSpPr>
          <p:cNvPr id="15" name="Rectangle: Rounded Corners 14">
            <a:extLst>
              <a:ext uri="{FF2B5EF4-FFF2-40B4-BE49-F238E27FC236}">
                <a16:creationId xmlns:a16="http://schemas.microsoft.com/office/drawing/2014/main" id="{F0E7A262-3C95-41B0-9AAD-EDA353AFBAF1}"/>
              </a:ext>
            </a:extLst>
          </p:cNvPr>
          <p:cNvSpPr>
            <a:spLocks noGrp="1"/>
          </p:cNvSpPr>
          <p:nvPr/>
        </p:nvSpPr>
        <p:spPr>
          <a:xfrm>
            <a:off x="4076700" y="2914649"/>
            <a:ext cx="1866900" cy="2443877"/>
          </a:xfrm>
          <a:prstGeom prst="roundRect">
            <a:avLst>
              <a:gd name="adj" fmla="val 7692"/>
            </a:avLst>
          </a:prstGeom>
          <a:solidFill>
            <a:srgbClr val="10243A"/>
          </a:solidFill>
          <a:ln w="11430">
            <a:solidFill>
              <a:srgbClr val="38BDF8"/>
            </a:solidFill>
            <a:prstDash val="solid"/>
          </a:ln>
        </p:spPr>
        <p:txBody>
          <a:bodyPr/>
          <a:lstStyle/>
          <a:p>
            <a:endParaRPr/>
          </a:p>
        </p:txBody>
      </p:sp>
      <p:sp>
        <p:nvSpPr>
          <p:cNvPr id="16" name="Rectangle 15">
            <a:extLst>
              <a:ext uri="{FF2B5EF4-FFF2-40B4-BE49-F238E27FC236}">
                <a16:creationId xmlns:a16="http://schemas.microsoft.com/office/drawing/2014/main" id="{61DBF19E-F2FE-4009-8A3B-C5322BAADB28}"/>
              </a:ext>
            </a:extLst>
          </p:cNvPr>
          <p:cNvSpPr>
            <a:spLocks noGrp="1"/>
          </p:cNvSpPr>
          <p:nvPr/>
        </p:nvSpPr>
        <p:spPr>
          <a:xfrm>
            <a:off x="4076700" y="2914649"/>
            <a:ext cx="66675" cy="2443877"/>
          </a:xfrm>
          <a:prstGeom prst="rect">
            <a:avLst/>
          </a:prstGeom>
          <a:solidFill>
            <a:srgbClr val="38BDF8"/>
          </a:solidFill>
          <a:ln w="11430">
            <a:solidFill>
              <a:srgbClr val="38BDF8"/>
            </a:solidFill>
            <a:prstDash val="solid"/>
          </a:ln>
        </p:spPr>
        <p:txBody>
          <a:bodyPr/>
          <a:lstStyle/>
          <a:p>
            <a:endParaRPr/>
          </a:p>
        </p:txBody>
      </p:sp>
      <p:sp>
        <p:nvSpPr>
          <p:cNvPr id="17" name="Rectangle 16">
            <a:extLst>
              <a:ext uri="{FF2B5EF4-FFF2-40B4-BE49-F238E27FC236}">
                <a16:creationId xmlns:a16="http://schemas.microsoft.com/office/drawing/2014/main" id="{5D677531-1C49-4B2C-A159-6F50502D8A7A}"/>
              </a:ext>
            </a:extLst>
          </p:cNvPr>
          <p:cNvSpPr>
            <a:spLocks noGrp="1"/>
          </p:cNvSpPr>
          <p:nvPr/>
        </p:nvSpPr>
        <p:spPr>
          <a:xfrm>
            <a:off x="4286250" y="3086100"/>
            <a:ext cx="1447800" cy="814626"/>
          </a:xfrm>
          <a:prstGeom prst="rect">
            <a:avLst/>
          </a:prstGeom>
          <a:noFill/>
          <a:ln w="0">
            <a:noFill/>
            <a:prstDash val="solid"/>
          </a:ln>
        </p:spPr>
        <p:txBody>
          <a:bodyPr/>
          <a:lstStyle/>
          <a:p>
            <a:pPr algn="ctr">
              <a:buNone/>
              <a:defRPr sz="1725" b="1">
                <a:solidFill>
                  <a:srgbClr val="F8FAFC"/>
                </a:solidFill>
              </a:defRPr>
            </a:pPr>
            <a:r>
              <a:rPr sz="2000" b="1">
                <a:solidFill>
                  <a:srgbClr val="F8FAFC"/>
                </a:solidFill>
              </a:rPr>
              <a:t>Workflow</a:t>
            </a:r>
          </a:p>
        </p:txBody>
      </p:sp>
      <p:sp>
        <p:nvSpPr>
          <p:cNvPr id="18" name="Rectangle 17">
            <a:extLst>
              <a:ext uri="{FF2B5EF4-FFF2-40B4-BE49-F238E27FC236}">
                <a16:creationId xmlns:a16="http://schemas.microsoft.com/office/drawing/2014/main" id="{A2F1EC5C-296B-457F-95FA-19AC4D1B11EF}"/>
              </a:ext>
            </a:extLst>
          </p:cNvPr>
          <p:cNvSpPr>
            <a:spLocks noGrp="1"/>
          </p:cNvSpPr>
          <p:nvPr/>
        </p:nvSpPr>
        <p:spPr>
          <a:xfrm>
            <a:off x="4286250" y="3600450"/>
            <a:ext cx="1447800" cy="1315934"/>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A clear business process.</a:t>
            </a:r>
          </a:p>
        </p:txBody>
      </p:sp>
      <p:sp>
        <p:nvSpPr>
          <p:cNvPr id="19" name="Rectangle 18">
            <a:extLst>
              <a:ext uri="{FF2B5EF4-FFF2-40B4-BE49-F238E27FC236}">
                <a16:creationId xmlns:a16="http://schemas.microsoft.com/office/drawing/2014/main" id="{F4D80450-CA3A-4BE2-AF6A-BD9CDAA40B86}"/>
              </a:ext>
            </a:extLst>
          </p:cNvPr>
          <p:cNvSpPr>
            <a:spLocks noGrp="1"/>
          </p:cNvSpPr>
          <p:nvPr/>
        </p:nvSpPr>
        <p:spPr>
          <a:xfrm>
            <a:off x="5966270" y="3894222"/>
            <a:ext cx="304800" cy="62664"/>
          </a:xfrm>
          <a:prstGeom prst="rect">
            <a:avLst/>
          </a:prstGeom>
          <a:solidFill>
            <a:srgbClr val="05D6A4"/>
          </a:solidFill>
          <a:ln w="11430">
            <a:solidFill>
              <a:srgbClr val="05D6A4"/>
            </a:solidFill>
            <a:prstDash val="solid"/>
          </a:ln>
        </p:spPr>
        <p:txBody>
          <a:bodyPr/>
          <a:lstStyle/>
          <a:p>
            <a:endParaRPr/>
          </a:p>
        </p:txBody>
      </p:sp>
      <p:sp>
        <p:nvSpPr>
          <p:cNvPr id="20" name="Oval 19">
            <a:extLst>
              <a:ext uri="{FF2B5EF4-FFF2-40B4-BE49-F238E27FC236}">
                <a16:creationId xmlns:a16="http://schemas.microsoft.com/office/drawing/2014/main" id="{95465A0F-2572-4F3E-8593-C1244644A25E}"/>
              </a:ext>
            </a:extLst>
          </p:cNvPr>
          <p:cNvSpPr>
            <a:spLocks noGrp="1"/>
          </p:cNvSpPr>
          <p:nvPr/>
        </p:nvSpPr>
        <p:spPr>
          <a:xfrm>
            <a:off x="6943725" y="2362200"/>
            <a:ext cx="476250" cy="533400"/>
          </a:xfrm>
          <a:prstGeom prst="ellipse">
            <a:avLst/>
          </a:prstGeom>
          <a:solidFill>
            <a:srgbClr val="0F2F46"/>
          </a:solidFill>
          <a:ln w="11430">
            <a:solidFill>
              <a:srgbClr val="A78BFA"/>
            </a:solidFill>
            <a:prstDash val="solid"/>
          </a:ln>
        </p:spPr>
        <p:txBody>
          <a:bodyPr/>
          <a:lstStyle/>
          <a:p>
            <a:endParaRPr/>
          </a:p>
        </p:txBody>
      </p:sp>
      <p:sp>
        <p:nvSpPr>
          <p:cNvPr id="21" name="Rectangle 20">
            <a:extLst>
              <a:ext uri="{FF2B5EF4-FFF2-40B4-BE49-F238E27FC236}">
                <a16:creationId xmlns:a16="http://schemas.microsoft.com/office/drawing/2014/main" id="{60FD4E0E-67C3-4AC6-9278-7D60EB22A113}"/>
              </a:ext>
            </a:extLst>
          </p:cNvPr>
          <p:cNvSpPr>
            <a:spLocks noGrp="1"/>
          </p:cNvSpPr>
          <p:nvPr/>
        </p:nvSpPr>
        <p:spPr>
          <a:xfrm>
            <a:off x="7048500" y="2466974"/>
            <a:ext cx="266700" cy="407313"/>
          </a:xfrm>
          <a:prstGeom prst="rect">
            <a:avLst/>
          </a:prstGeom>
          <a:noFill/>
          <a:ln w="0">
            <a:noFill/>
            <a:prstDash val="solid"/>
          </a:ln>
        </p:spPr>
        <p:txBody>
          <a:bodyPr/>
          <a:lstStyle/>
          <a:p>
            <a:pPr algn="ctr">
              <a:buNone/>
              <a:defRPr sz="1575" b="1">
                <a:solidFill>
                  <a:srgbClr val="F8FAFC"/>
                </a:solidFill>
              </a:defRPr>
            </a:pPr>
            <a:r>
              <a:rPr sz="2000" b="1">
                <a:solidFill>
                  <a:srgbClr val="F8FAFC"/>
                </a:solidFill>
              </a:rPr>
              <a:t>3</a:t>
            </a:r>
          </a:p>
        </p:txBody>
      </p:sp>
      <p:sp>
        <p:nvSpPr>
          <p:cNvPr id="22" name="Rectangle: Rounded Corners 21">
            <a:extLst>
              <a:ext uri="{FF2B5EF4-FFF2-40B4-BE49-F238E27FC236}">
                <a16:creationId xmlns:a16="http://schemas.microsoft.com/office/drawing/2014/main" id="{0BB0146F-8AD1-402D-9BD6-44FEFAA89D42}"/>
              </a:ext>
            </a:extLst>
          </p:cNvPr>
          <p:cNvSpPr>
            <a:spLocks noGrp="1"/>
          </p:cNvSpPr>
          <p:nvPr/>
        </p:nvSpPr>
        <p:spPr>
          <a:xfrm>
            <a:off x="6248400" y="2914649"/>
            <a:ext cx="1866900" cy="2443877"/>
          </a:xfrm>
          <a:prstGeom prst="roundRect">
            <a:avLst>
              <a:gd name="adj" fmla="val 7692"/>
            </a:avLst>
          </a:prstGeom>
          <a:solidFill>
            <a:srgbClr val="10243A"/>
          </a:solidFill>
          <a:ln w="11430">
            <a:solidFill>
              <a:srgbClr val="A78BFA"/>
            </a:solidFill>
            <a:prstDash val="solid"/>
          </a:ln>
        </p:spPr>
        <p:txBody>
          <a:bodyPr/>
          <a:lstStyle/>
          <a:p>
            <a:endParaRPr/>
          </a:p>
        </p:txBody>
      </p:sp>
      <p:sp>
        <p:nvSpPr>
          <p:cNvPr id="23" name="Rectangle 22">
            <a:extLst>
              <a:ext uri="{FF2B5EF4-FFF2-40B4-BE49-F238E27FC236}">
                <a16:creationId xmlns:a16="http://schemas.microsoft.com/office/drawing/2014/main" id="{FE4BD312-D234-4C36-B7A4-1323B25A42FF}"/>
              </a:ext>
            </a:extLst>
          </p:cNvPr>
          <p:cNvSpPr>
            <a:spLocks noGrp="1"/>
          </p:cNvSpPr>
          <p:nvPr/>
        </p:nvSpPr>
        <p:spPr>
          <a:xfrm>
            <a:off x="6248400" y="2914649"/>
            <a:ext cx="66675" cy="2443877"/>
          </a:xfrm>
          <a:prstGeom prst="rect">
            <a:avLst/>
          </a:prstGeom>
          <a:solidFill>
            <a:srgbClr val="A78BFA"/>
          </a:solidFill>
          <a:ln w="11430">
            <a:solidFill>
              <a:srgbClr val="A78BFA"/>
            </a:solidFill>
            <a:prstDash val="solid"/>
          </a:ln>
        </p:spPr>
        <p:txBody>
          <a:bodyPr/>
          <a:lstStyle/>
          <a:p>
            <a:endParaRPr/>
          </a:p>
        </p:txBody>
      </p:sp>
      <p:sp>
        <p:nvSpPr>
          <p:cNvPr id="24" name="Rectangle 23">
            <a:extLst>
              <a:ext uri="{FF2B5EF4-FFF2-40B4-BE49-F238E27FC236}">
                <a16:creationId xmlns:a16="http://schemas.microsoft.com/office/drawing/2014/main" id="{316C077A-F236-4E42-B963-B3807564049A}"/>
              </a:ext>
            </a:extLst>
          </p:cNvPr>
          <p:cNvSpPr>
            <a:spLocks noGrp="1"/>
          </p:cNvSpPr>
          <p:nvPr/>
        </p:nvSpPr>
        <p:spPr>
          <a:xfrm>
            <a:off x="6457950" y="3086100"/>
            <a:ext cx="1447800" cy="814626"/>
          </a:xfrm>
          <a:prstGeom prst="rect">
            <a:avLst/>
          </a:prstGeom>
          <a:noFill/>
          <a:ln w="0">
            <a:noFill/>
            <a:prstDash val="solid"/>
          </a:ln>
        </p:spPr>
        <p:txBody>
          <a:bodyPr/>
          <a:lstStyle/>
          <a:p>
            <a:pPr algn="ctr">
              <a:buNone/>
              <a:defRPr sz="1725" b="1">
                <a:solidFill>
                  <a:srgbClr val="F8FAFC"/>
                </a:solidFill>
              </a:defRPr>
            </a:pPr>
            <a:r>
              <a:rPr sz="2000" b="1">
                <a:solidFill>
                  <a:srgbClr val="F8FAFC"/>
                </a:solidFill>
              </a:rPr>
              <a:t>Agent brief</a:t>
            </a:r>
          </a:p>
        </p:txBody>
      </p:sp>
      <p:sp>
        <p:nvSpPr>
          <p:cNvPr id="25" name="Rectangle 24">
            <a:extLst>
              <a:ext uri="{FF2B5EF4-FFF2-40B4-BE49-F238E27FC236}">
                <a16:creationId xmlns:a16="http://schemas.microsoft.com/office/drawing/2014/main" id="{7BA24177-87A1-4BC4-998F-E171149AFD7B}"/>
              </a:ext>
            </a:extLst>
          </p:cNvPr>
          <p:cNvSpPr>
            <a:spLocks noGrp="1"/>
          </p:cNvSpPr>
          <p:nvPr/>
        </p:nvSpPr>
        <p:spPr>
          <a:xfrm>
            <a:off x="6457950" y="3600450"/>
            <a:ext cx="1447800" cy="1315934"/>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Goal, task, tools, boundaries.</a:t>
            </a:r>
          </a:p>
        </p:txBody>
      </p:sp>
      <p:sp>
        <p:nvSpPr>
          <p:cNvPr id="26" name="Rectangle 25">
            <a:extLst>
              <a:ext uri="{FF2B5EF4-FFF2-40B4-BE49-F238E27FC236}">
                <a16:creationId xmlns:a16="http://schemas.microsoft.com/office/drawing/2014/main" id="{CE10B5FA-FFB5-425A-B915-50823907DC83}"/>
              </a:ext>
            </a:extLst>
          </p:cNvPr>
          <p:cNvSpPr>
            <a:spLocks noGrp="1"/>
          </p:cNvSpPr>
          <p:nvPr/>
        </p:nvSpPr>
        <p:spPr>
          <a:xfrm>
            <a:off x="8092630" y="3869394"/>
            <a:ext cx="304800" cy="62664"/>
          </a:xfrm>
          <a:prstGeom prst="rect">
            <a:avLst/>
          </a:prstGeom>
          <a:solidFill>
            <a:srgbClr val="05D6A4"/>
          </a:solidFill>
          <a:ln w="11430">
            <a:solidFill>
              <a:srgbClr val="05D6A4"/>
            </a:solidFill>
            <a:prstDash val="solid"/>
          </a:ln>
        </p:spPr>
        <p:txBody>
          <a:bodyPr/>
          <a:lstStyle/>
          <a:p>
            <a:endParaRPr/>
          </a:p>
        </p:txBody>
      </p:sp>
      <p:sp>
        <p:nvSpPr>
          <p:cNvPr id="27" name="Oval 26">
            <a:extLst>
              <a:ext uri="{FF2B5EF4-FFF2-40B4-BE49-F238E27FC236}">
                <a16:creationId xmlns:a16="http://schemas.microsoft.com/office/drawing/2014/main" id="{9FEA6976-C6C3-4F22-B985-BF495AB79DA3}"/>
              </a:ext>
            </a:extLst>
          </p:cNvPr>
          <p:cNvSpPr>
            <a:spLocks noGrp="1"/>
          </p:cNvSpPr>
          <p:nvPr/>
        </p:nvSpPr>
        <p:spPr>
          <a:xfrm>
            <a:off x="9115425" y="2362200"/>
            <a:ext cx="476250" cy="512087"/>
          </a:xfrm>
          <a:prstGeom prst="ellipse">
            <a:avLst/>
          </a:prstGeom>
          <a:solidFill>
            <a:srgbClr val="0F2F46"/>
          </a:solidFill>
          <a:ln w="11430">
            <a:solidFill>
              <a:srgbClr val="22C55E"/>
            </a:solidFill>
            <a:prstDash val="solid"/>
          </a:ln>
        </p:spPr>
        <p:txBody>
          <a:bodyPr/>
          <a:lstStyle/>
          <a:p>
            <a:endParaRPr/>
          </a:p>
        </p:txBody>
      </p:sp>
      <p:sp>
        <p:nvSpPr>
          <p:cNvPr id="28" name="Rectangle 27">
            <a:extLst>
              <a:ext uri="{FF2B5EF4-FFF2-40B4-BE49-F238E27FC236}">
                <a16:creationId xmlns:a16="http://schemas.microsoft.com/office/drawing/2014/main" id="{680535FC-C88C-4B22-A260-EFEF5BB4DE4E}"/>
              </a:ext>
            </a:extLst>
          </p:cNvPr>
          <p:cNvSpPr>
            <a:spLocks noGrp="1"/>
          </p:cNvSpPr>
          <p:nvPr/>
        </p:nvSpPr>
        <p:spPr>
          <a:xfrm>
            <a:off x="9220200" y="2466974"/>
            <a:ext cx="266700" cy="407313"/>
          </a:xfrm>
          <a:prstGeom prst="rect">
            <a:avLst/>
          </a:prstGeom>
          <a:noFill/>
          <a:ln w="0">
            <a:noFill/>
            <a:prstDash val="solid"/>
          </a:ln>
        </p:spPr>
        <p:txBody>
          <a:bodyPr/>
          <a:lstStyle/>
          <a:p>
            <a:pPr algn="ctr">
              <a:buNone/>
              <a:defRPr sz="1575" b="1">
                <a:solidFill>
                  <a:srgbClr val="F8FAFC"/>
                </a:solidFill>
              </a:defRPr>
            </a:pPr>
            <a:r>
              <a:rPr sz="2000" b="1">
                <a:solidFill>
                  <a:srgbClr val="F8FAFC"/>
                </a:solidFill>
              </a:rPr>
              <a:t>4</a:t>
            </a:r>
          </a:p>
        </p:txBody>
      </p:sp>
      <p:sp>
        <p:nvSpPr>
          <p:cNvPr id="29" name="Rectangle: Rounded Corners 28">
            <a:extLst>
              <a:ext uri="{FF2B5EF4-FFF2-40B4-BE49-F238E27FC236}">
                <a16:creationId xmlns:a16="http://schemas.microsoft.com/office/drawing/2014/main" id="{F9B5F1A9-5ED9-4486-9F14-7139FC81ACA7}"/>
              </a:ext>
            </a:extLst>
          </p:cNvPr>
          <p:cNvSpPr>
            <a:spLocks noGrp="1"/>
          </p:cNvSpPr>
          <p:nvPr/>
        </p:nvSpPr>
        <p:spPr>
          <a:xfrm>
            <a:off x="8420100" y="2914649"/>
            <a:ext cx="1866900" cy="2443877"/>
          </a:xfrm>
          <a:prstGeom prst="roundRect">
            <a:avLst>
              <a:gd name="adj" fmla="val 7692"/>
            </a:avLst>
          </a:prstGeom>
          <a:solidFill>
            <a:srgbClr val="10243A"/>
          </a:solidFill>
          <a:ln w="11430">
            <a:solidFill>
              <a:srgbClr val="22C55E"/>
            </a:solidFill>
            <a:prstDash val="solid"/>
          </a:ln>
        </p:spPr>
        <p:txBody>
          <a:bodyPr/>
          <a:lstStyle/>
          <a:p>
            <a:endParaRPr/>
          </a:p>
        </p:txBody>
      </p:sp>
      <p:sp>
        <p:nvSpPr>
          <p:cNvPr id="30" name="Rectangle 29">
            <a:extLst>
              <a:ext uri="{FF2B5EF4-FFF2-40B4-BE49-F238E27FC236}">
                <a16:creationId xmlns:a16="http://schemas.microsoft.com/office/drawing/2014/main" id="{0C4CAC3D-4952-47C3-8A9A-5691F31E8535}"/>
              </a:ext>
            </a:extLst>
          </p:cNvPr>
          <p:cNvSpPr>
            <a:spLocks noGrp="1"/>
          </p:cNvSpPr>
          <p:nvPr/>
        </p:nvSpPr>
        <p:spPr>
          <a:xfrm>
            <a:off x="8420100" y="2914649"/>
            <a:ext cx="66675" cy="2443877"/>
          </a:xfrm>
          <a:prstGeom prst="rect">
            <a:avLst/>
          </a:prstGeom>
          <a:solidFill>
            <a:srgbClr val="22C55E"/>
          </a:solidFill>
          <a:ln w="11430">
            <a:solidFill>
              <a:srgbClr val="22C55E"/>
            </a:solidFill>
            <a:prstDash val="solid"/>
          </a:ln>
        </p:spPr>
        <p:txBody>
          <a:bodyPr/>
          <a:lstStyle/>
          <a:p>
            <a:endParaRPr/>
          </a:p>
        </p:txBody>
      </p:sp>
      <p:sp>
        <p:nvSpPr>
          <p:cNvPr id="31" name="Rectangle 30">
            <a:extLst>
              <a:ext uri="{FF2B5EF4-FFF2-40B4-BE49-F238E27FC236}">
                <a16:creationId xmlns:a16="http://schemas.microsoft.com/office/drawing/2014/main" id="{6CE5EBEC-C20F-4568-B13D-11AFE2238644}"/>
              </a:ext>
            </a:extLst>
          </p:cNvPr>
          <p:cNvSpPr>
            <a:spLocks noGrp="1"/>
          </p:cNvSpPr>
          <p:nvPr/>
        </p:nvSpPr>
        <p:spPr>
          <a:xfrm>
            <a:off x="8629650" y="3086100"/>
            <a:ext cx="1447800" cy="814626"/>
          </a:xfrm>
          <a:prstGeom prst="rect">
            <a:avLst/>
          </a:prstGeom>
          <a:noFill/>
          <a:ln w="0">
            <a:noFill/>
            <a:prstDash val="solid"/>
          </a:ln>
        </p:spPr>
        <p:txBody>
          <a:bodyPr/>
          <a:lstStyle/>
          <a:p>
            <a:pPr algn="ctr">
              <a:buNone/>
              <a:defRPr sz="1725" b="1">
                <a:solidFill>
                  <a:srgbClr val="F8FAFC"/>
                </a:solidFill>
              </a:defRPr>
            </a:pPr>
            <a:r>
              <a:rPr sz="2000" b="1">
                <a:solidFill>
                  <a:srgbClr val="F8FAFC"/>
                </a:solidFill>
              </a:rPr>
              <a:t>Human review</a:t>
            </a:r>
          </a:p>
        </p:txBody>
      </p:sp>
      <p:sp>
        <p:nvSpPr>
          <p:cNvPr id="32" name="Rectangle 31">
            <a:extLst>
              <a:ext uri="{FF2B5EF4-FFF2-40B4-BE49-F238E27FC236}">
                <a16:creationId xmlns:a16="http://schemas.microsoft.com/office/drawing/2014/main" id="{3FF1224C-1029-4022-B5DA-C47D39598862}"/>
              </a:ext>
            </a:extLst>
          </p:cNvPr>
          <p:cNvSpPr>
            <a:spLocks noGrp="1"/>
          </p:cNvSpPr>
          <p:nvPr/>
        </p:nvSpPr>
        <p:spPr>
          <a:xfrm>
            <a:off x="8629650" y="3600450"/>
            <a:ext cx="1447800" cy="1315934"/>
          </a:xfrm>
          <a:prstGeom prst="rect">
            <a:avLst/>
          </a:prstGeom>
          <a:noFill/>
          <a:ln w="0">
            <a:noFill/>
            <a:prstDash val="solid"/>
          </a:ln>
        </p:spPr>
        <p:txBody>
          <a:bodyPr/>
          <a:lstStyle/>
          <a:p>
            <a:pPr algn="ctr">
              <a:buNone/>
              <a:defRPr sz="1575" b="0">
                <a:solidFill>
                  <a:srgbClr val="A8B6C7"/>
                </a:solidFill>
              </a:defRPr>
            </a:pPr>
            <a:r>
              <a:rPr sz="2000" b="0">
                <a:solidFill>
                  <a:srgbClr val="A8B6C7"/>
                </a:solidFill>
              </a:rPr>
              <a:t>Approve, correct, and improve.</a:t>
            </a:r>
          </a:p>
        </p:txBody>
      </p:sp>
      <p:sp>
        <p:nvSpPr>
          <p:cNvPr id="33" name="Rectangle: Rounded Corners 32">
            <a:extLst>
              <a:ext uri="{FF2B5EF4-FFF2-40B4-BE49-F238E27FC236}">
                <a16:creationId xmlns:a16="http://schemas.microsoft.com/office/drawing/2014/main" id="{8F506FDB-A03E-4681-9669-0A8826145337}"/>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34" name="Rectangle 33">
            <a:extLst>
              <a:ext uri="{FF2B5EF4-FFF2-40B4-BE49-F238E27FC236}">
                <a16:creationId xmlns:a16="http://schemas.microsoft.com/office/drawing/2014/main" id="{59AE9790-E7C7-4202-8840-CEDD561CDB82}"/>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TAKEAWAY</a:t>
            </a:r>
          </a:p>
        </p:txBody>
      </p:sp>
      <p:sp>
        <p:nvSpPr>
          <p:cNvPr id="35" name="Rectangle 34">
            <a:extLst>
              <a:ext uri="{FF2B5EF4-FFF2-40B4-BE49-F238E27FC236}">
                <a16:creationId xmlns:a16="http://schemas.microsoft.com/office/drawing/2014/main" id="{5A5B8EC8-9DBE-4A95-A8A8-521DD8453185}"/>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Tomorrow shifts from knowledge foundation to agent supervision.</a:t>
            </a:r>
          </a:p>
        </p:txBody>
      </p:sp>
      <p:sp>
        <p:nvSpPr>
          <p:cNvPr id="37" name="Oval 36">
            <a:extLst>
              <a:ext uri="{FF2B5EF4-FFF2-40B4-BE49-F238E27FC236}">
                <a16:creationId xmlns:a16="http://schemas.microsoft.com/office/drawing/2014/main" id="{F66903DB-D6C9-48EB-96A8-11917A2FF29A}"/>
              </a:ext>
            </a:extLst>
          </p:cNvPr>
          <p:cNvSpPr>
            <a:spLocks noGrp="1"/>
          </p:cNvSpPr>
          <p:nvPr/>
        </p:nvSpPr>
        <p:spPr>
          <a:xfrm>
            <a:off x="1816989" y="2740692"/>
            <a:ext cx="400050" cy="400050"/>
          </a:xfrm>
          <a:prstGeom prst="ellipse">
            <a:avLst/>
          </a:prstGeom>
          <a:solidFill>
            <a:srgbClr val="22C55E"/>
          </a:solidFill>
          <a:ln w="9525">
            <a:solidFill>
              <a:srgbClr val="0B1A2A"/>
            </a:solidFill>
            <a:prstDash val="solid"/>
          </a:ln>
        </p:spPr>
        <p:txBody>
          <a:bodyPr/>
          <a:lstStyle/>
          <a:p>
            <a:endParaRPr lang="en-SG"/>
          </a:p>
        </p:txBody>
      </p:sp>
      <p:pic>
        <p:nvPicPr>
          <p:cNvPr id="81" name="Graphic 80"/>
          <p:cNvPicPr>
            <a:picLocks noChangeAspect="1"/>
          </p:cNvPicPr>
          <p:nvPr/>
        </p:nvPicPr>
        <p:blipFill>
          <a:blip>
            <a:extLst>
              <a:ext uri="{96DAC541-7B7A-43D3-8B79-37D633B846F1}">
                <asvg:svgBlip xmlns:asvg="http://schemas.microsoft.com/office/drawing/2016/SVG/main" r:embed="rId3"/>
              </a:ext>
            </a:extLst>
          </a:blip>
          <a:stretch/>
        </p:blipFill>
        <p:spPr>
          <a:xfrm>
            <a:off x="1905000" y="2828703"/>
            <a:ext cx="224028" cy="224028"/>
          </a:xfrm>
          <a:prstGeom prst="rect">
            <a:avLst/>
          </a:prstGeom>
        </p:spPr>
      </p:pic>
      <p:sp>
        <p:nvSpPr>
          <p:cNvPr id="39" name="Oval 38">
            <a:extLst>
              <a:ext uri="{FF2B5EF4-FFF2-40B4-BE49-F238E27FC236}">
                <a16:creationId xmlns:a16="http://schemas.microsoft.com/office/drawing/2014/main" id="{6C47D30B-12DC-4262-AA96-AF362B4DDEB3}"/>
              </a:ext>
            </a:extLst>
          </p:cNvPr>
          <p:cNvSpPr>
            <a:spLocks noGrp="1"/>
          </p:cNvSpPr>
          <p:nvPr/>
        </p:nvSpPr>
        <p:spPr>
          <a:xfrm>
            <a:off x="3988689" y="2740692"/>
            <a:ext cx="400050" cy="400050"/>
          </a:xfrm>
          <a:prstGeom prst="ellipse">
            <a:avLst/>
          </a:prstGeom>
          <a:solidFill>
            <a:srgbClr val="05D6A4"/>
          </a:solidFill>
          <a:ln w="9525">
            <a:solidFill>
              <a:srgbClr val="0B1A2A"/>
            </a:solidFill>
            <a:prstDash val="solid"/>
          </a:ln>
        </p:spPr>
        <p:txBody>
          <a:bodyPr/>
          <a:lstStyle/>
          <a:p>
            <a:endParaRPr lang="en-SG"/>
          </a:p>
        </p:txBody>
      </p:sp>
      <p:pic>
        <p:nvPicPr>
          <p:cNvPr id="83" name="Graphic 82"/>
          <p:cNvPicPr>
            <a:picLocks noChangeAspect="1"/>
          </p:cNvPicPr>
          <p:nvPr/>
        </p:nvPicPr>
        <p:blipFill>
          <a:blip>
            <a:extLst>
              <a:ext uri="{96DAC541-7B7A-43D3-8B79-37D633B846F1}">
                <asvg:svgBlip xmlns:asvg="http://schemas.microsoft.com/office/drawing/2016/SVG/main" r:embed="rId4"/>
              </a:ext>
            </a:extLst>
          </a:blip>
          <a:stretch/>
        </p:blipFill>
        <p:spPr>
          <a:xfrm>
            <a:off x="4076700" y="2828703"/>
            <a:ext cx="224028" cy="224028"/>
          </a:xfrm>
          <a:prstGeom prst="rect">
            <a:avLst/>
          </a:prstGeom>
        </p:spPr>
      </p:pic>
      <p:sp>
        <p:nvSpPr>
          <p:cNvPr id="41" name="Oval 40">
            <a:extLst>
              <a:ext uri="{FF2B5EF4-FFF2-40B4-BE49-F238E27FC236}">
                <a16:creationId xmlns:a16="http://schemas.microsoft.com/office/drawing/2014/main" id="{44227033-A68D-4436-97DC-0755775A8B38}"/>
              </a:ext>
            </a:extLst>
          </p:cNvPr>
          <p:cNvSpPr>
            <a:spLocks noGrp="1"/>
          </p:cNvSpPr>
          <p:nvPr/>
        </p:nvSpPr>
        <p:spPr>
          <a:xfrm>
            <a:off x="6160389" y="2740692"/>
            <a:ext cx="400050" cy="400050"/>
          </a:xfrm>
          <a:prstGeom prst="ellipse">
            <a:avLst/>
          </a:prstGeom>
          <a:solidFill>
            <a:srgbClr val="05D6A4"/>
          </a:solidFill>
          <a:ln w="9525">
            <a:solidFill>
              <a:srgbClr val="0B1A2A"/>
            </a:solidFill>
            <a:prstDash val="solid"/>
          </a:ln>
        </p:spPr>
        <p:txBody>
          <a:bodyPr/>
          <a:lstStyle/>
          <a:p>
            <a:endParaRPr lang="en-SG"/>
          </a:p>
        </p:txBody>
      </p:sp>
      <p:pic>
        <p:nvPicPr>
          <p:cNvPr id="85" name="Graphic 84"/>
          <p:cNvPicPr>
            <a:picLocks noChangeAspect="1"/>
          </p:cNvPicPr>
          <p:nvPr/>
        </p:nvPicPr>
        <p:blipFill>
          <a:blip>
            <a:extLst>
              <a:ext uri="{96DAC541-7B7A-43D3-8B79-37D633B846F1}">
                <asvg:svgBlip xmlns:asvg="http://schemas.microsoft.com/office/drawing/2016/SVG/main" r:embed="rId4"/>
              </a:ext>
            </a:extLst>
          </a:blip>
          <a:stretch/>
        </p:blipFill>
        <p:spPr>
          <a:xfrm>
            <a:off x="6248400" y="2828703"/>
            <a:ext cx="224028" cy="224028"/>
          </a:xfrm>
          <a:prstGeom prst="rect">
            <a:avLst/>
          </a:prstGeom>
        </p:spPr>
      </p:pic>
      <p:sp>
        <p:nvSpPr>
          <p:cNvPr id="43" name="Oval 42">
            <a:extLst>
              <a:ext uri="{FF2B5EF4-FFF2-40B4-BE49-F238E27FC236}">
                <a16:creationId xmlns:a16="http://schemas.microsoft.com/office/drawing/2014/main" id="{194D4754-99B9-45E1-9A3E-AA281E21EA56}"/>
              </a:ext>
            </a:extLst>
          </p:cNvPr>
          <p:cNvSpPr>
            <a:spLocks noGrp="1"/>
          </p:cNvSpPr>
          <p:nvPr/>
        </p:nvSpPr>
        <p:spPr>
          <a:xfrm>
            <a:off x="8332089" y="2740692"/>
            <a:ext cx="400050" cy="400050"/>
          </a:xfrm>
          <a:prstGeom prst="ellipse">
            <a:avLst/>
          </a:prstGeom>
          <a:solidFill>
            <a:srgbClr val="22C55E"/>
          </a:solidFill>
          <a:ln w="9525">
            <a:solidFill>
              <a:srgbClr val="0B1A2A"/>
            </a:solidFill>
            <a:prstDash val="solid"/>
          </a:ln>
        </p:spPr>
        <p:txBody>
          <a:bodyPr/>
          <a:lstStyle/>
          <a:p>
            <a:endParaRPr lang="en-SG"/>
          </a:p>
        </p:txBody>
      </p:sp>
      <p:pic>
        <p:nvPicPr>
          <p:cNvPr id="87" name="Graphic 86"/>
          <p:cNvPicPr>
            <a:picLocks noChangeAspect="1"/>
          </p:cNvPicPr>
          <p:nvPr/>
        </p:nvPicPr>
        <p:blipFill>
          <a:blip>
            <a:extLst>
              <a:ext uri="{96DAC541-7B7A-43D3-8B79-37D633B846F1}">
                <asvg:svgBlip xmlns:asvg="http://schemas.microsoft.com/office/drawing/2016/SVG/main" r:embed="rId5"/>
              </a:ext>
            </a:extLst>
          </a:blip>
          <a:stretch/>
        </p:blipFill>
        <p:spPr>
          <a:xfrm>
            <a:off x="8420100" y="2828703"/>
            <a:ext cx="224028" cy="224028"/>
          </a:xfrm>
          <a:prstGeom prst="rect">
            <a:avLst/>
          </a:prstGeom>
        </p:spPr>
      </p:pic>
      <p:pic>
        <p:nvPicPr>
          <p:cNvPr id="40" name="Picture 39">
            <a:extLst>
              <a:ext uri="{FF2B5EF4-FFF2-40B4-BE49-F238E27FC236}">
                <a16:creationId xmlns:a16="http://schemas.microsoft.com/office/drawing/2014/main" id="{B3AB0C37-2615-19B3-9BD6-96DAFAC9BCD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6035460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D36D250-38F7-4E7C-A2BB-71FC3FB47190}"/>
              </a:ext>
            </a:extLst>
          </p:cNvPr>
          <p:cNvSpPr>
            <a:spLocks noGrp="1"/>
          </p:cNvSpPr>
          <p:nvPr/>
        </p:nvSpPr>
        <p:spPr>
          <a:xfrm>
            <a:off x="685800" y="476250"/>
            <a:ext cx="5905500" cy="2476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DAY 3 PREP</a:t>
            </a:r>
          </a:p>
        </p:txBody>
      </p:sp>
      <p:sp>
        <p:nvSpPr>
          <p:cNvPr id="2" name="Rectangle 1">
            <a:extLst>
              <a:ext uri="{FF2B5EF4-FFF2-40B4-BE49-F238E27FC236}">
                <a16:creationId xmlns:a16="http://schemas.microsoft.com/office/drawing/2014/main" id="{64F6BE45-B9D8-4538-8345-89442E1EA559}"/>
              </a:ext>
            </a:extLst>
          </p:cNvPr>
          <p:cNvSpPr>
            <a:spLocks noGrp="1"/>
          </p:cNvSpPr>
          <p:nvPr/>
        </p:nvSpPr>
        <p:spPr>
          <a:xfrm>
            <a:off x="685800" y="838200"/>
            <a:ext cx="8572500" cy="1066800"/>
          </a:xfrm>
          <a:prstGeom prst="rect">
            <a:avLst/>
          </a:prstGeom>
          <a:noFill/>
          <a:ln w="0">
            <a:noFill/>
            <a:prstDash val="solid"/>
          </a:ln>
        </p:spPr>
        <p:txBody>
          <a:bodyPr/>
          <a:lstStyle/>
          <a:p>
            <a:pPr algn="l">
              <a:buNone/>
              <a:defRPr sz="3600" b="1">
                <a:solidFill>
                  <a:srgbClr val="F8FAFC"/>
                </a:solidFill>
              </a:defRPr>
            </a:pPr>
            <a:r>
              <a:rPr sz="3600" b="1">
                <a:solidFill>
                  <a:srgbClr val="F8FAFC"/>
                </a:solidFill>
              </a:rPr>
              <a:t>Bring one workflow for Agent Boss design</a:t>
            </a:r>
          </a:p>
        </p:txBody>
      </p:sp>
      <p:sp>
        <p:nvSpPr>
          <p:cNvPr id="3" name="Rectangle 2">
            <a:extLst>
              <a:ext uri="{FF2B5EF4-FFF2-40B4-BE49-F238E27FC236}">
                <a16:creationId xmlns:a16="http://schemas.microsoft.com/office/drawing/2014/main" id="{48AEEAE5-3987-40C2-ABCC-E77BC37B8154}"/>
              </a:ext>
            </a:extLst>
          </p:cNvPr>
          <p:cNvSpPr>
            <a:spLocks noGrp="1"/>
          </p:cNvSpPr>
          <p:nvPr/>
        </p:nvSpPr>
        <p:spPr>
          <a:xfrm>
            <a:off x="685800" y="6572250"/>
            <a:ext cx="5143500" cy="190500"/>
          </a:xfrm>
          <a:prstGeom prst="rect">
            <a:avLst/>
          </a:prstGeom>
          <a:noFill/>
          <a:ln w="0">
            <a:noFill/>
            <a:prstDash val="solid"/>
          </a:ln>
        </p:spPr>
        <p:txBody>
          <a:bodyPr/>
          <a:lstStyle/>
          <a:p>
            <a:pPr algn="l">
              <a:buNone/>
              <a:defRPr sz="900" b="0">
                <a:solidFill>
                  <a:srgbClr val="7D8FA3"/>
                </a:solidFill>
              </a:defRPr>
            </a:pPr>
            <a:r>
              <a:rPr sz="900" b="0">
                <a:solidFill>
                  <a:srgbClr val="7D8FA3"/>
                </a:solidFill>
              </a:rPr>
              <a:t>AI Transformation Capability Program | Day 2</a:t>
            </a:r>
          </a:p>
        </p:txBody>
      </p:sp>
      <p:sp>
        <p:nvSpPr>
          <p:cNvPr id="4" name="Rectangle 3">
            <a:extLst>
              <a:ext uri="{FF2B5EF4-FFF2-40B4-BE49-F238E27FC236}">
                <a16:creationId xmlns:a16="http://schemas.microsoft.com/office/drawing/2014/main" id="{2BC5F471-6684-4DA5-AC82-94DE6BC057CF}"/>
              </a:ext>
            </a:extLst>
          </p:cNvPr>
          <p:cNvSpPr>
            <a:spLocks noGrp="1"/>
          </p:cNvSpPr>
          <p:nvPr/>
        </p:nvSpPr>
        <p:spPr>
          <a:xfrm>
            <a:off x="11087100" y="6553200"/>
            <a:ext cx="419100" cy="209550"/>
          </a:xfrm>
          <a:prstGeom prst="rect">
            <a:avLst/>
          </a:prstGeom>
          <a:noFill/>
          <a:ln w="0">
            <a:noFill/>
            <a:prstDash val="solid"/>
          </a:ln>
        </p:spPr>
        <p:txBody>
          <a:bodyPr/>
          <a:lstStyle/>
          <a:p>
            <a:pPr algn="r">
              <a:buNone/>
              <a:defRPr sz="1050" b="1">
                <a:solidFill>
                  <a:srgbClr val="7D8FA3"/>
                </a:solidFill>
              </a:defRPr>
            </a:pPr>
            <a:r>
              <a:rPr sz="1050" b="1">
                <a:solidFill>
                  <a:srgbClr val="7D8FA3"/>
                </a:solidFill>
              </a:rPr>
              <a:t>45</a:t>
            </a:r>
          </a:p>
        </p:txBody>
      </p:sp>
      <p:sp>
        <p:nvSpPr>
          <p:cNvPr id="5" name="Rectangle 4">
            <a:extLst>
              <a:ext uri="{FF2B5EF4-FFF2-40B4-BE49-F238E27FC236}">
                <a16:creationId xmlns:a16="http://schemas.microsoft.com/office/drawing/2014/main" id="{7A76C83D-0AEB-424D-B67B-81BBDE3ECE7E}"/>
              </a:ext>
            </a:extLst>
          </p:cNvPr>
          <p:cNvSpPr>
            <a:spLocks noGrp="1"/>
          </p:cNvSpPr>
          <p:nvPr/>
        </p:nvSpPr>
        <p:spPr>
          <a:xfrm>
            <a:off x="685800" y="1695450"/>
            <a:ext cx="8763000" cy="876300"/>
          </a:xfrm>
          <a:prstGeom prst="rect">
            <a:avLst/>
          </a:prstGeom>
          <a:noFill/>
          <a:ln w="0">
            <a:noFill/>
            <a:prstDash val="solid"/>
          </a:ln>
        </p:spPr>
        <p:txBody>
          <a:bodyPr/>
          <a:lstStyle/>
          <a:p>
            <a:pPr algn="l">
              <a:buNone/>
              <a:defRPr sz="1875" b="0">
                <a:solidFill>
                  <a:srgbClr val="A8B6C7"/>
                </a:solidFill>
              </a:defRPr>
            </a:pPr>
            <a:r>
              <a:rPr sz="1875" b="0">
                <a:solidFill>
                  <a:srgbClr val="A8B6C7"/>
                </a:solidFill>
              </a:rPr>
              <a:t>Choose a real workflow that could benefit from AI assistance but still needs human supervision.</a:t>
            </a:r>
          </a:p>
        </p:txBody>
      </p:sp>
      <p:sp>
        <p:nvSpPr>
          <p:cNvPr id="6" name="Rectangle: Rounded Corners 5">
            <a:extLst>
              <a:ext uri="{FF2B5EF4-FFF2-40B4-BE49-F238E27FC236}">
                <a16:creationId xmlns:a16="http://schemas.microsoft.com/office/drawing/2014/main" id="{1B433C77-0227-4272-BDDE-E88A692B566F}"/>
              </a:ext>
            </a:extLst>
          </p:cNvPr>
          <p:cNvSpPr>
            <a:spLocks noGrp="1"/>
          </p:cNvSpPr>
          <p:nvPr/>
        </p:nvSpPr>
        <p:spPr>
          <a:xfrm>
            <a:off x="1181100" y="2762250"/>
            <a:ext cx="2895600" cy="1714500"/>
          </a:xfrm>
          <a:prstGeom prst="roundRect">
            <a:avLst>
              <a:gd name="adj" fmla="val 6667"/>
            </a:avLst>
          </a:prstGeom>
          <a:solidFill>
            <a:srgbClr val="10243A"/>
          </a:solidFill>
          <a:ln w="11430">
            <a:solidFill>
              <a:srgbClr val="05D6A4"/>
            </a:solidFill>
            <a:prstDash val="solid"/>
          </a:ln>
        </p:spPr>
        <p:txBody>
          <a:bodyPr/>
          <a:lstStyle/>
          <a:p>
            <a:endParaRPr/>
          </a:p>
        </p:txBody>
      </p:sp>
      <p:sp>
        <p:nvSpPr>
          <p:cNvPr id="7" name="Rectangle 6">
            <a:extLst>
              <a:ext uri="{FF2B5EF4-FFF2-40B4-BE49-F238E27FC236}">
                <a16:creationId xmlns:a16="http://schemas.microsoft.com/office/drawing/2014/main" id="{0215C99B-78D6-4375-82DF-30530D53C78A}"/>
              </a:ext>
            </a:extLst>
          </p:cNvPr>
          <p:cNvSpPr>
            <a:spLocks noGrp="1"/>
          </p:cNvSpPr>
          <p:nvPr/>
        </p:nvSpPr>
        <p:spPr>
          <a:xfrm>
            <a:off x="1181100" y="2762250"/>
            <a:ext cx="66675" cy="1714500"/>
          </a:xfrm>
          <a:prstGeom prst="rect">
            <a:avLst/>
          </a:prstGeom>
          <a:solidFill>
            <a:srgbClr val="05D6A4"/>
          </a:solidFill>
          <a:ln w="11430">
            <a:solidFill>
              <a:srgbClr val="05D6A4"/>
            </a:solidFill>
            <a:prstDash val="solid"/>
          </a:ln>
        </p:spPr>
        <p:txBody>
          <a:bodyPr/>
          <a:lstStyle/>
          <a:p>
            <a:endParaRPr/>
          </a:p>
        </p:txBody>
      </p:sp>
      <p:sp>
        <p:nvSpPr>
          <p:cNvPr id="8" name="Rectangle 7">
            <a:extLst>
              <a:ext uri="{FF2B5EF4-FFF2-40B4-BE49-F238E27FC236}">
                <a16:creationId xmlns:a16="http://schemas.microsoft.com/office/drawing/2014/main" id="{23128D34-B9C7-41CF-B14A-635E7248452B}"/>
              </a:ext>
            </a:extLst>
          </p:cNvPr>
          <p:cNvSpPr>
            <a:spLocks noGrp="1"/>
          </p:cNvSpPr>
          <p:nvPr/>
        </p:nvSpPr>
        <p:spPr>
          <a:xfrm>
            <a:off x="1390650" y="3024188"/>
            <a:ext cx="2476500" cy="438150"/>
          </a:xfrm>
          <a:prstGeom prst="rect">
            <a:avLst/>
          </a:prstGeom>
          <a:noFill/>
          <a:ln w="0">
            <a:noFill/>
            <a:prstDash val="solid"/>
          </a:ln>
        </p:spPr>
        <p:txBody>
          <a:bodyPr/>
          <a:lstStyle/>
          <a:p>
            <a:pPr algn="ctr">
              <a:buNone/>
              <a:defRPr sz="2100" b="1">
                <a:solidFill>
                  <a:srgbClr val="F8FAFC"/>
                </a:solidFill>
              </a:defRPr>
            </a:pPr>
            <a:r>
              <a:rPr sz="2100" b="1" dirty="0">
                <a:solidFill>
                  <a:srgbClr val="F8FAFC"/>
                </a:solidFill>
              </a:rPr>
              <a:t>One workflow</a:t>
            </a:r>
          </a:p>
        </p:txBody>
      </p:sp>
      <p:sp>
        <p:nvSpPr>
          <p:cNvPr id="9" name="Rectangle 8">
            <a:extLst>
              <a:ext uri="{FF2B5EF4-FFF2-40B4-BE49-F238E27FC236}">
                <a16:creationId xmlns:a16="http://schemas.microsoft.com/office/drawing/2014/main" id="{C054E715-F351-46D9-804C-D171B0BB24EF}"/>
              </a:ext>
            </a:extLst>
          </p:cNvPr>
          <p:cNvSpPr>
            <a:spLocks noGrp="1"/>
          </p:cNvSpPr>
          <p:nvPr/>
        </p:nvSpPr>
        <p:spPr>
          <a:xfrm>
            <a:off x="1390650" y="3505200"/>
            <a:ext cx="2476500" cy="9715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A repeatable process with clear inputs and outputs.</a:t>
            </a:r>
          </a:p>
        </p:txBody>
      </p:sp>
      <p:sp>
        <p:nvSpPr>
          <p:cNvPr id="10" name="Rectangle: Rounded Corners 9">
            <a:extLst>
              <a:ext uri="{FF2B5EF4-FFF2-40B4-BE49-F238E27FC236}">
                <a16:creationId xmlns:a16="http://schemas.microsoft.com/office/drawing/2014/main" id="{23C2E3C1-9DD0-472D-8AE9-6F147D74CFB4}"/>
              </a:ext>
            </a:extLst>
          </p:cNvPr>
          <p:cNvSpPr>
            <a:spLocks noGrp="1"/>
          </p:cNvSpPr>
          <p:nvPr/>
        </p:nvSpPr>
        <p:spPr>
          <a:xfrm>
            <a:off x="4457700" y="2762250"/>
            <a:ext cx="2895600" cy="1714500"/>
          </a:xfrm>
          <a:prstGeom prst="roundRect">
            <a:avLst>
              <a:gd name="adj" fmla="val 6667"/>
            </a:avLst>
          </a:prstGeom>
          <a:solidFill>
            <a:srgbClr val="10243A"/>
          </a:solidFill>
          <a:ln w="11430">
            <a:solidFill>
              <a:srgbClr val="38BDF8"/>
            </a:solidFill>
            <a:prstDash val="solid"/>
          </a:ln>
        </p:spPr>
        <p:txBody>
          <a:bodyPr/>
          <a:lstStyle/>
          <a:p>
            <a:endParaRPr/>
          </a:p>
        </p:txBody>
      </p:sp>
      <p:sp>
        <p:nvSpPr>
          <p:cNvPr id="11" name="Rectangle 10">
            <a:extLst>
              <a:ext uri="{FF2B5EF4-FFF2-40B4-BE49-F238E27FC236}">
                <a16:creationId xmlns:a16="http://schemas.microsoft.com/office/drawing/2014/main" id="{50869E9B-40B3-4D6C-9FB3-062430F905E8}"/>
              </a:ext>
            </a:extLst>
          </p:cNvPr>
          <p:cNvSpPr>
            <a:spLocks noGrp="1"/>
          </p:cNvSpPr>
          <p:nvPr/>
        </p:nvSpPr>
        <p:spPr>
          <a:xfrm>
            <a:off x="4457700" y="2762250"/>
            <a:ext cx="66675" cy="1714500"/>
          </a:xfrm>
          <a:prstGeom prst="rect">
            <a:avLst/>
          </a:prstGeom>
          <a:solidFill>
            <a:srgbClr val="38BDF8"/>
          </a:solidFill>
          <a:ln w="11430">
            <a:solidFill>
              <a:srgbClr val="38BDF8"/>
            </a:solidFill>
            <a:prstDash val="solid"/>
          </a:ln>
        </p:spPr>
        <p:txBody>
          <a:bodyPr/>
          <a:lstStyle/>
          <a:p>
            <a:endParaRPr/>
          </a:p>
        </p:txBody>
      </p:sp>
      <p:sp>
        <p:nvSpPr>
          <p:cNvPr id="12" name="Rectangle 11">
            <a:extLst>
              <a:ext uri="{FF2B5EF4-FFF2-40B4-BE49-F238E27FC236}">
                <a16:creationId xmlns:a16="http://schemas.microsoft.com/office/drawing/2014/main" id="{260AF4E9-0CF0-4BEC-8152-5639C693E2F4}"/>
              </a:ext>
            </a:extLst>
          </p:cNvPr>
          <p:cNvSpPr>
            <a:spLocks noGrp="1"/>
          </p:cNvSpPr>
          <p:nvPr/>
        </p:nvSpPr>
        <p:spPr>
          <a:xfrm>
            <a:off x="4700587" y="3015234"/>
            <a:ext cx="2476500" cy="438150"/>
          </a:xfrm>
          <a:prstGeom prst="rect">
            <a:avLst/>
          </a:prstGeom>
          <a:noFill/>
          <a:ln w="0">
            <a:noFill/>
            <a:prstDash val="solid"/>
          </a:ln>
        </p:spPr>
        <p:txBody>
          <a:bodyPr/>
          <a:lstStyle/>
          <a:p>
            <a:pPr algn="ctr">
              <a:buNone/>
              <a:defRPr sz="2100" b="1">
                <a:solidFill>
                  <a:srgbClr val="F8FAFC"/>
                </a:solidFill>
              </a:defRPr>
            </a:pPr>
            <a:r>
              <a:rPr sz="2100" b="1" dirty="0">
                <a:solidFill>
                  <a:srgbClr val="F8FAFC"/>
                </a:solidFill>
              </a:rPr>
              <a:t>One risk</a:t>
            </a:r>
          </a:p>
        </p:txBody>
      </p:sp>
      <p:sp>
        <p:nvSpPr>
          <p:cNvPr id="13" name="Rectangle 12">
            <a:extLst>
              <a:ext uri="{FF2B5EF4-FFF2-40B4-BE49-F238E27FC236}">
                <a16:creationId xmlns:a16="http://schemas.microsoft.com/office/drawing/2014/main" id="{CFA9A0A3-AF48-4CC2-89AE-52E8664E1436}"/>
              </a:ext>
            </a:extLst>
          </p:cNvPr>
          <p:cNvSpPr>
            <a:spLocks noGrp="1"/>
          </p:cNvSpPr>
          <p:nvPr/>
        </p:nvSpPr>
        <p:spPr>
          <a:xfrm>
            <a:off x="4667250" y="3505200"/>
            <a:ext cx="2476500" cy="9715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A decision, action, or data boundary that needs review.</a:t>
            </a:r>
          </a:p>
        </p:txBody>
      </p:sp>
      <p:sp>
        <p:nvSpPr>
          <p:cNvPr id="14" name="Rectangle: Rounded Corners 13">
            <a:extLst>
              <a:ext uri="{FF2B5EF4-FFF2-40B4-BE49-F238E27FC236}">
                <a16:creationId xmlns:a16="http://schemas.microsoft.com/office/drawing/2014/main" id="{6414A711-1CED-4E68-AB77-B1C0DF6DAB9A}"/>
              </a:ext>
            </a:extLst>
          </p:cNvPr>
          <p:cNvSpPr>
            <a:spLocks noGrp="1"/>
          </p:cNvSpPr>
          <p:nvPr/>
        </p:nvSpPr>
        <p:spPr>
          <a:xfrm>
            <a:off x="7734300" y="2762250"/>
            <a:ext cx="2895600" cy="1714500"/>
          </a:xfrm>
          <a:prstGeom prst="roundRect">
            <a:avLst>
              <a:gd name="adj" fmla="val 6667"/>
            </a:avLst>
          </a:prstGeom>
          <a:solidFill>
            <a:srgbClr val="10243A"/>
          </a:solidFill>
          <a:ln w="11430">
            <a:solidFill>
              <a:srgbClr val="A78BFA"/>
            </a:solidFill>
            <a:prstDash val="solid"/>
          </a:ln>
        </p:spPr>
        <p:txBody>
          <a:bodyPr/>
          <a:lstStyle/>
          <a:p>
            <a:endParaRPr/>
          </a:p>
        </p:txBody>
      </p:sp>
      <p:sp>
        <p:nvSpPr>
          <p:cNvPr id="15" name="Rectangle 14">
            <a:extLst>
              <a:ext uri="{FF2B5EF4-FFF2-40B4-BE49-F238E27FC236}">
                <a16:creationId xmlns:a16="http://schemas.microsoft.com/office/drawing/2014/main" id="{7B73285B-8A8D-4538-912D-C998F3D387DB}"/>
              </a:ext>
            </a:extLst>
          </p:cNvPr>
          <p:cNvSpPr>
            <a:spLocks noGrp="1"/>
          </p:cNvSpPr>
          <p:nvPr/>
        </p:nvSpPr>
        <p:spPr>
          <a:xfrm>
            <a:off x="7734300" y="2762250"/>
            <a:ext cx="66675" cy="1714500"/>
          </a:xfrm>
          <a:prstGeom prst="rect">
            <a:avLst/>
          </a:prstGeom>
          <a:solidFill>
            <a:srgbClr val="A78BFA"/>
          </a:solidFill>
          <a:ln w="11430">
            <a:solidFill>
              <a:srgbClr val="A78BFA"/>
            </a:solidFill>
            <a:prstDash val="solid"/>
          </a:ln>
        </p:spPr>
        <p:txBody>
          <a:bodyPr/>
          <a:lstStyle/>
          <a:p>
            <a:endParaRPr/>
          </a:p>
        </p:txBody>
      </p:sp>
      <p:sp>
        <p:nvSpPr>
          <p:cNvPr id="16" name="Rectangle 15">
            <a:extLst>
              <a:ext uri="{FF2B5EF4-FFF2-40B4-BE49-F238E27FC236}">
                <a16:creationId xmlns:a16="http://schemas.microsoft.com/office/drawing/2014/main" id="{88E490D8-769A-408F-AE87-B539B135DD20}"/>
              </a:ext>
            </a:extLst>
          </p:cNvPr>
          <p:cNvSpPr>
            <a:spLocks noGrp="1"/>
          </p:cNvSpPr>
          <p:nvPr/>
        </p:nvSpPr>
        <p:spPr>
          <a:xfrm>
            <a:off x="7943850" y="3033713"/>
            <a:ext cx="2476500" cy="438150"/>
          </a:xfrm>
          <a:prstGeom prst="rect">
            <a:avLst/>
          </a:prstGeom>
          <a:noFill/>
          <a:ln w="0">
            <a:noFill/>
            <a:prstDash val="solid"/>
          </a:ln>
        </p:spPr>
        <p:txBody>
          <a:bodyPr/>
          <a:lstStyle/>
          <a:p>
            <a:pPr algn="ctr">
              <a:buNone/>
              <a:defRPr sz="2100" b="1">
                <a:solidFill>
                  <a:srgbClr val="F8FAFC"/>
                </a:solidFill>
              </a:defRPr>
            </a:pPr>
            <a:r>
              <a:rPr sz="2100" b="1" dirty="0">
                <a:solidFill>
                  <a:srgbClr val="F8FAFC"/>
                </a:solidFill>
              </a:rPr>
              <a:t>One owner</a:t>
            </a:r>
          </a:p>
        </p:txBody>
      </p:sp>
      <p:sp>
        <p:nvSpPr>
          <p:cNvPr id="17" name="Rectangle 16">
            <a:extLst>
              <a:ext uri="{FF2B5EF4-FFF2-40B4-BE49-F238E27FC236}">
                <a16:creationId xmlns:a16="http://schemas.microsoft.com/office/drawing/2014/main" id="{AC4DFF98-AA03-403D-B677-45B8961AF16F}"/>
              </a:ext>
            </a:extLst>
          </p:cNvPr>
          <p:cNvSpPr>
            <a:spLocks noGrp="1"/>
          </p:cNvSpPr>
          <p:nvPr/>
        </p:nvSpPr>
        <p:spPr>
          <a:xfrm>
            <a:off x="7943850" y="3505200"/>
            <a:ext cx="2476500" cy="971550"/>
          </a:xfrm>
          <a:prstGeom prst="rect">
            <a:avLst/>
          </a:prstGeom>
          <a:noFill/>
          <a:ln w="0">
            <a:noFill/>
            <a:prstDash val="solid"/>
          </a:ln>
        </p:spPr>
        <p:txBody>
          <a:bodyPr/>
          <a:lstStyle/>
          <a:p>
            <a:pPr algn="ctr">
              <a:buNone/>
              <a:defRPr sz="1725" b="0">
                <a:solidFill>
                  <a:srgbClr val="A8B6C7"/>
                </a:solidFill>
              </a:defRPr>
            </a:pPr>
            <a:r>
              <a:rPr sz="1725" b="0">
                <a:solidFill>
                  <a:srgbClr val="A8B6C7"/>
                </a:solidFill>
              </a:rPr>
              <a:t>A person who can supervise the work.</a:t>
            </a:r>
          </a:p>
        </p:txBody>
      </p:sp>
      <p:sp>
        <p:nvSpPr>
          <p:cNvPr id="18" name="Rectangle: Rounded Corners 17">
            <a:extLst>
              <a:ext uri="{FF2B5EF4-FFF2-40B4-BE49-F238E27FC236}">
                <a16:creationId xmlns:a16="http://schemas.microsoft.com/office/drawing/2014/main" id="{034A3CAB-18D1-4A80-9DA8-D874525685FD}"/>
              </a:ext>
            </a:extLst>
          </p:cNvPr>
          <p:cNvSpPr>
            <a:spLocks noGrp="1"/>
          </p:cNvSpPr>
          <p:nvPr/>
        </p:nvSpPr>
        <p:spPr>
          <a:xfrm>
            <a:off x="685800" y="5848350"/>
            <a:ext cx="10820400" cy="514350"/>
          </a:xfrm>
          <a:prstGeom prst="roundRect">
            <a:avLst>
              <a:gd name="adj" fmla="val 22222"/>
            </a:avLst>
          </a:prstGeom>
          <a:solidFill>
            <a:srgbClr val="0E2034"/>
          </a:solidFill>
          <a:ln w="11430">
            <a:solidFill>
              <a:srgbClr val="05D6A4"/>
            </a:solidFill>
            <a:prstDash val="solid"/>
          </a:ln>
        </p:spPr>
        <p:txBody>
          <a:bodyPr/>
          <a:lstStyle/>
          <a:p>
            <a:endParaRPr/>
          </a:p>
        </p:txBody>
      </p:sp>
      <p:sp>
        <p:nvSpPr>
          <p:cNvPr id="19" name="Rectangle 18">
            <a:extLst>
              <a:ext uri="{FF2B5EF4-FFF2-40B4-BE49-F238E27FC236}">
                <a16:creationId xmlns:a16="http://schemas.microsoft.com/office/drawing/2014/main" id="{C10D085A-335E-4077-9E0E-3F07FFC4AD0E}"/>
              </a:ext>
            </a:extLst>
          </p:cNvPr>
          <p:cNvSpPr>
            <a:spLocks noGrp="1"/>
          </p:cNvSpPr>
          <p:nvPr/>
        </p:nvSpPr>
        <p:spPr>
          <a:xfrm>
            <a:off x="914400" y="5991225"/>
            <a:ext cx="1657350" cy="209550"/>
          </a:xfrm>
          <a:prstGeom prst="rect">
            <a:avLst/>
          </a:prstGeom>
          <a:noFill/>
          <a:ln w="0">
            <a:noFill/>
            <a:prstDash val="solid"/>
          </a:ln>
        </p:spPr>
        <p:txBody>
          <a:bodyPr/>
          <a:lstStyle/>
          <a:p>
            <a:pPr algn="l">
              <a:buNone/>
              <a:defRPr sz="1125" b="1">
                <a:solidFill>
                  <a:srgbClr val="05D6A4"/>
                </a:solidFill>
              </a:defRPr>
            </a:pPr>
            <a:r>
              <a:rPr sz="1125" b="1">
                <a:solidFill>
                  <a:srgbClr val="05D6A4"/>
                </a:solidFill>
              </a:rPr>
              <a:t>BRING THIS</a:t>
            </a:r>
          </a:p>
        </p:txBody>
      </p:sp>
      <p:sp>
        <p:nvSpPr>
          <p:cNvPr id="20" name="Rectangle 19">
            <a:extLst>
              <a:ext uri="{FF2B5EF4-FFF2-40B4-BE49-F238E27FC236}">
                <a16:creationId xmlns:a16="http://schemas.microsoft.com/office/drawing/2014/main" id="{7DEAE13C-47FF-42EE-83FD-5C8341A3D2E4}"/>
              </a:ext>
            </a:extLst>
          </p:cNvPr>
          <p:cNvSpPr>
            <a:spLocks noGrp="1"/>
          </p:cNvSpPr>
          <p:nvPr/>
        </p:nvSpPr>
        <p:spPr>
          <a:xfrm>
            <a:off x="2571750" y="5915025"/>
            <a:ext cx="8382000" cy="361950"/>
          </a:xfrm>
          <a:prstGeom prst="rect">
            <a:avLst/>
          </a:prstGeom>
          <a:noFill/>
          <a:ln w="0">
            <a:noFill/>
            <a:prstDash val="solid"/>
          </a:ln>
        </p:spPr>
        <p:txBody>
          <a:bodyPr/>
          <a:lstStyle/>
          <a:p>
            <a:pPr algn="l">
              <a:buNone/>
              <a:defRPr sz="2025" b="1">
                <a:solidFill>
                  <a:srgbClr val="F8FAFC"/>
                </a:solidFill>
              </a:defRPr>
            </a:pPr>
            <a:r>
              <a:rPr sz="2025" b="1">
                <a:solidFill>
                  <a:srgbClr val="F8FAFC"/>
                </a:solidFill>
              </a:rPr>
              <a:t>Good agent design starts with a real workflow.</a:t>
            </a:r>
          </a:p>
        </p:txBody>
      </p:sp>
      <p:sp>
        <p:nvSpPr>
          <p:cNvPr id="22" name="Oval 21">
            <a:extLst>
              <a:ext uri="{FF2B5EF4-FFF2-40B4-BE49-F238E27FC236}">
                <a16:creationId xmlns:a16="http://schemas.microsoft.com/office/drawing/2014/main" id="{47B02012-B358-4A7A-8D33-0965A27A1B57}"/>
              </a:ext>
            </a:extLst>
          </p:cNvPr>
          <p:cNvSpPr>
            <a:spLocks noGrp="1"/>
          </p:cNvSpPr>
          <p:nvPr/>
        </p:nvSpPr>
        <p:spPr>
          <a:xfrm>
            <a:off x="1151382" y="2580132"/>
            <a:ext cx="438150" cy="438150"/>
          </a:xfrm>
          <a:prstGeom prst="ellipse">
            <a:avLst/>
          </a:prstGeom>
          <a:solidFill>
            <a:srgbClr val="05D6A4"/>
          </a:solidFill>
          <a:ln w="9525">
            <a:solidFill>
              <a:srgbClr val="0B1A2A"/>
            </a:solidFill>
            <a:prstDash val="solid"/>
          </a:ln>
        </p:spPr>
        <p:txBody>
          <a:bodyPr/>
          <a:lstStyle/>
          <a:p>
            <a:endParaRPr lang="en-SG"/>
          </a:p>
        </p:txBody>
      </p:sp>
      <p:pic>
        <p:nvPicPr>
          <p:cNvPr id="49" name="Graphic 48"/>
          <p:cNvPicPr>
            <a:picLocks noChangeAspect="1"/>
          </p:cNvPicPr>
          <p:nvPr/>
        </p:nvPicPr>
        <p:blipFill>
          <a:blip>
            <a:extLst>
              <a:ext uri="{96DAC541-7B7A-43D3-8B79-37D633B846F1}">
                <asvg:svgBlip xmlns:asvg="http://schemas.microsoft.com/office/drawing/2016/SVG/main" r:embed="rId3"/>
              </a:ext>
            </a:extLst>
          </a:blip>
          <a:stretch/>
        </p:blipFill>
        <p:spPr>
          <a:xfrm>
            <a:off x="1247775" y="2676525"/>
            <a:ext cx="245364" cy="245364"/>
          </a:xfrm>
          <a:prstGeom prst="rect">
            <a:avLst/>
          </a:prstGeom>
        </p:spPr>
      </p:pic>
      <p:sp>
        <p:nvSpPr>
          <p:cNvPr id="24" name="Oval 23">
            <a:extLst>
              <a:ext uri="{FF2B5EF4-FFF2-40B4-BE49-F238E27FC236}">
                <a16:creationId xmlns:a16="http://schemas.microsoft.com/office/drawing/2014/main" id="{E4F41DE5-45A9-40AE-A126-7D6924D3FE19}"/>
              </a:ext>
            </a:extLst>
          </p:cNvPr>
          <p:cNvSpPr>
            <a:spLocks noGrp="1"/>
          </p:cNvSpPr>
          <p:nvPr/>
        </p:nvSpPr>
        <p:spPr>
          <a:xfrm>
            <a:off x="4427982" y="2580132"/>
            <a:ext cx="438150" cy="438150"/>
          </a:xfrm>
          <a:prstGeom prst="ellipse">
            <a:avLst/>
          </a:prstGeom>
          <a:solidFill>
            <a:srgbClr val="F87171"/>
          </a:solidFill>
          <a:ln w="9525">
            <a:solidFill>
              <a:srgbClr val="0B1A2A"/>
            </a:solidFill>
            <a:prstDash val="solid"/>
          </a:ln>
        </p:spPr>
        <p:txBody>
          <a:bodyPr/>
          <a:lstStyle/>
          <a:p>
            <a:endParaRPr lang="en-SG"/>
          </a:p>
        </p:txBody>
      </p:sp>
      <p:pic>
        <p:nvPicPr>
          <p:cNvPr id="51" name="Graphic 50"/>
          <p:cNvPicPr>
            <a:picLocks noChangeAspect="1"/>
          </p:cNvPicPr>
          <p:nvPr/>
        </p:nvPicPr>
        <p:blipFill>
          <a:blip>
            <a:extLst>
              <a:ext uri="{96DAC541-7B7A-43D3-8B79-37D633B846F1}">
                <asvg:svgBlip xmlns:asvg="http://schemas.microsoft.com/office/drawing/2016/SVG/main" r:embed="rId4"/>
              </a:ext>
            </a:extLst>
          </a:blip>
          <a:stretch/>
        </p:blipFill>
        <p:spPr>
          <a:xfrm>
            <a:off x="4524375" y="2676525"/>
            <a:ext cx="245364" cy="245364"/>
          </a:xfrm>
          <a:prstGeom prst="rect">
            <a:avLst/>
          </a:prstGeom>
        </p:spPr>
      </p:pic>
      <p:sp>
        <p:nvSpPr>
          <p:cNvPr id="26" name="Oval 25">
            <a:extLst>
              <a:ext uri="{FF2B5EF4-FFF2-40B4-BE49-F238E27FC236}">
                <a16:creationId xmlns:a16="http://schemas.microsoft.com/office/drawing/2014/main" id="{FE620C47-CDA5-4D8B-A729-7F5E5B6AB684}"/>
              </a:ext>
            </a:extLst>
          </p:cNvPr>
          <p:cNvSpPr>
            <a:spLocks noGrp="1"/>
          </p:cNvSpPr>
          <p:nvPr/>
        </p:nvSpPr>
        <p:spPr>
          <a:xfrm>
            <a:off x="7704582" y="2580132"/>
            <a:ext cx="438150" cy="438150"/>
          </a:xfrm>
          <a:prstGeom prst="ellipse">
            <a:avLst/>
          </a:prstGeom>
          <a:solidFill>
            <a:srgbClr val="FBBF24"/>
          </a:solidFill>
          <a:ln w="9525">
            <a:solidFill>
              <a:srgbClr val="0B1A2A"/>
            </a:solidFill>
            <a:prstDash val="solid"/>
          </a:ln>
        </p:spPr>
        <p:txBody>
          <a:bodyPr/>
          <a:lstStyle/>
          <a:p>
            <a:endParaRPr lang="en-SG"/>
          </a:p>
        </p:txBody>
      </p:sp>
      <p:pic>
        <p:nvPicPr>
          <p:cNvPr id="53" name="Graphic 52"/>
          <p:cNvPicPr>
            <a:picLocks noChangeAspect="1"/>
          </p:cNvPicPr>
          <p:nvPr/>
        </p:nvPicPr>
        <p:blipFill>
          <a:blip>
            <a:extLst>
              <a:ext uri="{96DAC541-7B7A-43D3-8B79-37D633B846F1}">
                <asvg:svgBlip xmlns:asvg="http://schemas.microsoft.com/office/drawing/2016/SVG/main" r:embed="rId5"/>
              </a:ext>
            </a:extLst>
          </a:blip>
          <a:stretch/>
        </p:blipFill>
        <p:spPr>
          <a:xfrm>
            <a:off x="7800975" y="2676525"/>
            <a:ext cx="245364" cy="245364"/>
          </a:xfrm>
          <a:prstGeom prst="rect">
            <a:avLst/>
          </a:prstGeom>
        </p:spPr>
      </p:pic>
      <p:pic>
        <p:nvPicPr>
          <p:cNvPr id="25" name="Picture 24">
            <a:extLst>
              <a:ext uri="{FF2B5EF4-FFF2-40B4-BE49-F238E27FC236}">
                <a16:creationId xmlns:a16="http://schemas.microsoft.com/office/drawing/2014/main" id="{ED6F38FA-0F77-769F-C415-EE7A6AFA98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14571" y="-153354"/>
            <a:ext cx="1591629" cy="1591629"/>
          </a:xfrm>
          <a:prstGeom prst="rect">
            <a:avLst/>
          </a:prstGeom>
        </p:spPr>
      </p:pic>
    </p:spTree>
    <p:extLst>
      <p:ext uri="{BB962C8B-B14F-4D97-AF65-F5344CB8AC3E}">
        <p14:creationId xmlns:p14="http://schemas.microsoft.com/office/powerpoint/2010/main" val="146465275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c8dfadc-7807-48cb-a32f-0886e7c8546a">
      <Terms xmlns="http://schemas.microsoft.com/office/infopath/2007/PartnerControls"/>
    </lcf76f155ced4ddcb4097134ff3c332f>
    <TaxCatchAll xmlns="ff951595-ae20-4de2-b27f-dacc80e444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46F0E923EF43345BBEEFFF6B68069C1" ma:contentTypeVersion="13" ma:contentTypeDescription="Create a new document." ma:contentTypeScope="" ma:versionID="7b76ffdeeee35c58ed3b812407fff139">
  <xsd:schema xmlns:xsd="http://www.w3.org/2001/XMLSchema" xmlns:xs="http://www.w3.org/2001/XMLSchema" xmlns:p="http://schemas.microsoft.com/office/2006/metadata/properties" xmlns:ns2="5c8dfadc-7807-48cb-a32f-0886e7c8546a" xmlns:ns3="ff951595-ae20-4de2-b27f-dacc80e4443f" targetNamespace="http://schemas.microsoft.com/office/2006/metadata/properties" ma:root="true" ma:fieldsID="a5ac6775d19dfd2b9fd2330e2fc42b3f" ns2:_="" ns3:_="">
    <xsd:import namespace="5c8dfadc-7807-48cb-a32f-0886e7c8546a"/>
    <xsd:import namespace="ff951595-ae20-4de2-b27f-dacc80e44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8dfadc-7807-48cb-a32f-0886e7c8546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4df4eb9-44cc-4c92-890f-dc5bc88c1c3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951595-ae20-4de2-b27f-dacc80e44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ee8d25b-0e68-4f87-bb57-1a44a9e6191c}" ma:internalName="TaxCatchAll" ma:showField="CatchAllData" ma:web="ff951595-ae20-4de2-b27f-dacc80e444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748840-4BBC-451F-BAFA-0C496B9A31B6}">
  <ds:schemaRefs>
    <ds:schemaRef ds:uri="http://schemas.microsoft.com/office/2006/metadata/properties"/>
    <ds:schemaRef ds:uri="http://schemas.microsoft.com/office/infopath/2007/PartnerControls"/>
    <ds:schemaRef ds:uri="5c8dfadc-7807-48cb-a32f-0886e7c8546a"/>
    <ds:schemaRef ds:uri="ff951595-ae20-4de2-b27f-dacc80e4443f"/>
  </ds:schemaRefs>
</ds:datastoreItem>
</file>

<file path=customXml/itemProps2.xml><?xml version="1.0" encoding="utf-8"?>
<ds:datastoreItem xmlns:ds="http://schemas.openxmlformats.org/officeDocument/2006/customXml" ds:itemID="{176B7621-BA45-48CC-8494-AD57C3178E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8dfadc-7807-48cb-a32f-0886e7c8546a"/>
    <ds:schemaRef ds:uri="ff951595-ae20-4de2-b27f-dacc80e44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766530-1A8C-459D-BED3-09A9C195408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TotalTime>
  <Words>7627</Words>
  <Application>Microsoft Office PowerPoint</Application>
  <DocSecurity>0</DocSecurity>
  <PresentationFormat>Widescreen</PresentationFormat>
  <Paragraphs>1118</Paragraphs>
  <Slides>45</Slides>
  <Notes>45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45</vt:i4>
      </vt:variant>
    </vt:vector>
  </HeadingPairs>
  <TitlesOfParts>
    <vt:vector size="47"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Melverick Ng</cp:lastModifiedBy>
  <cp:revision>1</cp:revision>
  <dcterms:created xsi:type="dcterms:W3CDTF">2026-07-04T09:35:10Z</dcterms:created>
  <dcterms:modified xsi:type="dcterms:W3CDTF">2026-07-04T13:14:12Z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0x010100746F0E923EF43345BBEEFFF6B68069C1</vt:lpwstr>
  </property>
</Properties>
</file>